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theme/themeOverride2.xml" ContentType="application/vnd.openxmlformats-officedocument.themeOverr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0" r:id="rId2"/>
    <p:sldId id="271" r:id="rId3"/>
    <p:sldId id="282" r:id="rId4"/>
    <p:sldId id="288" r:id="rId5"/>
    <p:sldId id="289" r:id="rId6"/>
    <p:sldId id="290" r:id="rId7"/>
    <p:sldId id="256" r:id="rId8"/>
    <p:sldId id="291" r:id="rId9"/>
    <p:sldId id="292" r:id="rId10"/>
    <p:sldId id="280" r:id="rId11"/>
    <p:sldId id="285" r:id="rId12"/>
    <p:sldId id="275" r:id="rId13"/>
    <p:sldId id="299" r:id="rId14"/>
    <p:sldId id="298" r:id="rId15"/>
    <p:sldId id="297" r:id="rId16"/>
    <p:sldId id="296" r:id="rId17"/>
    <p:sldId id="283" r:id="rId18"/>
    <p:sldId id="295" r:id="rId19"/>
    <p:sldId id="308" r:id="rId20"/>
    <p:sldId id="286" r:id="rId21"/>
    <p:sldId id="277" r:id="rId22"/>
    <p:sldId id="304" r:id="rId23"/>
    <p:sldId id="278" r:id="rId24"/>
    <p:sldId id="284" r:id="rId25"/>
    <p:sldId id="300" r:id="rId26"/>
    <p:sldId id="309" r:id="rId27"/>
    <p:sldId id="301" r:id="rId28"/>
    <p:sldId id="307" r:id="rId29"/>
    <p:sldId id="302" r:id="rId30"/>
    <p:sldId id="303" r:id="rId31"/>
    <p:sldId id="305" r:id="rId32"/>
    <p:sldId id="265" r:id="rId33"/>
    <p:sldId id="274" r:id="rId34"/>
    <p:sldId id="294" r:id="rId35"/>
    <p:sldId id="273" r:id="rId36"/>
    <p:sldId id="257" r:id="rId37"/>
    <p:sldId id="258" r:id="rId38"/>
    <p:sldId id="259" r:id="rId39"/>
    <p:sldId id="260" r:id="rId40"/>
    <p:sldId id="261" r:id="rId41"/>
    <p:sldId id="262" r:id="rId42"/>
    <p:sldId id="263" r:id="rId43"/>
    <p:sldId id="26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EF3"/>
    <a:srgbClr val="4EC470"/>
    <a:srgbClr val="52891D"/>
    <a:srgbClr val="9FC95D"/>
    <a:srgbClr val="7BAD26"/>
    <a:srgbClr val="ABD566"/>
    <a:srgbClr val="729D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8" autoAdjust="0"/>
    <p:restoredTop sz="94660"/>
  </p:normalViewPr>
  <p:slideViewPr>
    <p:cSldViewPr snapToGrid="0">
      <p:cViewPr>
        <p:scale>
          <a:sx n="50" d="100"/>
          <a:sy n="50" d="100"/>
        </p:scale>
        <p:origin x="2088" y="16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8006fa3fc84a1e5c/Dean's%20research%20award/MLG/MLG%20on%20Cu_1.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8006fa3fc84a1e5c/Dean's%20research%20award/MLG/Transferred%20MLG%20from%20Cu.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14K_CIP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lue&amp;gray%2010K_NEW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F:\Yi_MLG%20sample\IV_10K_0T.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F:\Chanakya\H2%20created%20defects%20on%20MLG%20Trans%20from%20Ni_1.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F:\Chanakya\MLG%20Trans%20from%20Ni_1.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CPP%2015K_NEW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F:\Yi_MLG%20sample\NEW_IV_15K_0T.csv"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dirty="0"/>
              <a:t>Raman</a:t>
            </a:r>
            <a:r>
              <a:rPr lang="en-CA" baseline="0" dirty="0"/>
              <a:t> Spectrum of Graphene on Copper</a:t>
            </a:r>
            <a:endParaRPr lang="en-CA"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spPr>
            <a:solidFill>
              <a:schemeClr val="accent1"/>
            </a:solidFill>
            <a:ln>
              <a:noFill/>
            </a:ln>
            <a:effectLst/>
          </c:spPr>
          <c:cat>
            <c:numRef>
              <c:f>'[MLG on Cu_1.CSV]MLG on Cu_1'!$A$1:$A$3942</c:f>
              <c:numCache>
                <c:formatCode>0.00E+00</c:formatCode>
                <c:ptCount val="3942"/>
                <c:pt idx="0">
                  <c:v>1100.4000000000001</c:v>
                </c:pt>
                <c:pt idx="1">
                  <c:v>1100.8820000000001</c:v>
                </c:pt>
                <c:pt idx="2">
                  <c:v>1101.364</c:v>
                </c:pt>
                <c:pt idx="3">
                  <c:v>1101.846</c:v>
                </c:pt>
                <c:pt idx="4">
                  <c:v>1102.328</c:v>
                </c:pt>
                <c:pt idx="5">
                  <c:v>1102.81</c:v>
                </c:pt>
                <c:pt idx="6">
                  <c:v>1103.2919999999999</c:v>
                </c:pt>
                <c:pt idx="7">
                  <c:v>1103.7739999999999</c:v>
                </c:pt>
                <c:pt idx="8">
                  <c:v>1104.2560000000001</c:v>
                </c:pt>
                <c:pt idx="9">
                  <c:v>1104.739</c:v>
                </c:pt>
                <c:pt idx="10">
                  <c:v>1105.221</c:v>
                </c:pt>
                <c:pt idx="11">
                  <c:v>1105.703</c:v>
                </c:pt>
                <c:pt idx="12">
                  <c:v>1106.1849999999999</c:v>
                </c:pt>
                <c:pt idx="13">
                  <c:v>1106.6669999999999</c:v>
                </c:pt>
                <c:pt idx="14">
                  <c:v>1107.1489999999999</c:v>
                </c:pt>
                <c:pt idx="15">
                  <c:v>1107.6310000000001</c:v>
                </c:pt>
                <c:pt idx="16">
                  <c:v>1108.1130000000001</c:v>
                </c:pt>
                <c:pt idx="17">
                  <c:v>1108.596</c:v>
                </c:pt>
                <c:pt idx="18">
                  <c:v>1109.078</c:v>
                </c:pt>
                <c:pt idx="19">
                  <c:v>1109.56</c:v>
                </c:pt>
                <c:pt idx="20">
                  <c:v>1110.0419999999999</c:v>
                </c:pt>
                <c:pt idx="21">
                  <c:v>1110.5239999999999</c:v>
                </c:pt>
                <c:pt idx="22">
                  <c:v>1111.0060000000001</c:v>
                </c:pt>
                <c:pt idx="23">
                  <c:v>1111.4880000000001</c:v>
                </c:pt>
                <c:pt idx="24">
                  <c:v>1111.97</c:v>
                </c:pt>
                <c:pt idx="25">
                  <c:v>1112.453</c:v>
                </c:pt>
                <c:pt idx="26">
                  <c:v>1112.9349999999999</c:v>
                </c:pt>
                <c:pt idx="27">
                  <c:v>1113.4169999999999</c:v>
                </c:pt>
                <c:pt idx="28">
                  <c:v>1113.8989999999999</c:v>
                </c:pt>
                <c:pt idx="29">
                  <c:v>1114.3810000000001</c:v>
                </c:pt>
                <c:pt idx="30">
                  <c:v>1114.8630000000001</c:v>
                </c:pt>
                <c:pt idx="31">
                  <c:v>1115.345</c:v>
                </c:pt>
                <c:pt idx="32">
                  <c:v>1115.827</c:v>
                </c:pt>
                <c:pt idx="33">
                  <c:v>1116.309</c:v>
                </c:pt>
                <c:pt idx="34">
                  <c:v>1116.7919999999999</c:v>
                </c:pt>
                <c:pt idx="35">
                  <c:v>1117.2739999999999</c:v>
                </c:pt>
                <c:pt idx="36">
                  <c:v>1117.7560000000001</c:v>
                </c:pt>
                <c:pt idx="37">
                  <c:v>1118.2380000000001</c:v>
                </c:pt>
                <c:pt idx="38">
                  <c:v>1118.72</c:v>
                </c:pt>
                <c:pt idx="39">
                  <c:v>1119.202</c:v>
                </c:pt>
                <c:pt idx="40">
                  <c:v>1119.684</c:v>
                </c:pt>
                <c:pt idx="41">
                  <c:v>1120.1659999999999</c:v>
                </c:pt>
                <c:pt idx="42">
                  <c:v>1120.6479999999999</c:v>
                </c:pt>
                <c:pt idx="43">
                  <c:v>1121.1310000000001</c:v>
                </c:pt>
                <c:pt idx="44">
                  <c:v>1121.6130000000001</c:v>
                </c:pt>
                <c:pt idx="45">
                  <c:v>1122.095</c:v>
                </c:pt>
                <c:pt idx="46">
                  <c:v>1122.577</c:v>
                </c:pt>
                <c:pt idx="47">
                  <c:v>1123.059</c:v>
                </c:pt>
                <c:pt idx="48">
                  <c:v>1123.5409999999999</c:v>
                </c:pt>
                <c:pt idx="49">
                  <c:v>1124.0229999999999</c:v>
                </c:pt>
                <c:pt idx="50">
                  <c:v>1124.5050000000001</c:v>
                </c:pt>
                <c:pt idx="51">
                  <c:v>1124.9880000000001</c:v>
                </c:pt>
                <c:pt idx="52">
                  <c:v>1125.47</c:v>
                </c:pt>
                <c:pt idx="53">
                  <c:v>1125.952</c:v>
                </c:pt>
                <c:pt idx="54">
                  <c:v>1126.434</c:v>
                </c:pt>
                <c:pt idx="55">
                  <c:v>1126.9159999999999</c:v>
                </c:pt>
                <c:pt idx="56">
                  <c:v>1127.3979999999999</c:v>
                </c:pt>
                <c:pt idx="57">
                  <c:v>1127.8800000000001</c:v>
                </c:pt>
                <c:pt idx="58">
                  <c:v>1128.3620000000001</c:v>
                </c:pt>
                <c:pt idx="59">
                  <c:v>1128.8440000000001</c:v>
                </c:pt>
                <c:pt idx="60">
                  <c:v>1129.327</c:v>
                </c:pt>
                <c:pt idx="61">
                  <c:v>1129.809</c:v>
                </c:pt>
                <c:pt idx="62">
                  <c:v>1130.2909999999999</c:v>
                </c:pt>
                <c:pt idx="63">
                  <c:v>1130.7729999999999</c:v>
                </c:pt>
                <c:pt idx="64">
                  <c:v>1131.2550000000001</c:v>
                </c:pt>
                <c:pt idx="65">
                  <c:v>1131.7370000000001</c:v>
                </c:pt>
                <c:pt idx="66">
                  <c:v>1132.2190000000001</c:v>
                </c:pt>
                <c:pt idx="67">
                  <c:v>1132.701</c:v>
                </c:pt>
                <c:pt idx="68">
                  <c:v>1133.183</c:v>
                </c:pt>
                <c:pt idx="69">
                  <c:v>1133.6659999999999</c:v>
                </c:pt>
                <c:pt idx="70">
                  <c:v>1134.1479999999999</c:v>
                </c:pt>
                <c:pt idx="71">
                  <c:v>1134.6300000000001</c:v>
                </c:pt>
                <c:pt idx="72">
                  <c:v>1135.1120000000001</c:v>
                </c:pt>
                <c:pt idx="73">
                  <c:v>1135.5940000000001</c:v>
                </c:pt>
                <c:pt idx="74">
                  <c:v>1136.076</c:v>
                </c:pt>
                <c:pt idx="75">
                  <c:v>1136.558</c:v>
                </c:pt>
                <c:pt idx="76">
                  <c:v>1137.04</c:v>
                </c:pt>
                <c:pt idx="77">
                  <c:v>1137.5229999999999</c:v>
                </c:pt>
                <c:pt idx="78">
                  <c:v>1138.0050000000001</c:v>
                </c:pt>
                <c:pt idx="79">
                  <c:v>1138.4870000000001</c:v>
                </c:pt>
                <c:pt idx="80">
                  <c:v>1138.9690000000001</c:v>
                </c:pt>
                <c:pt idx="81">
                  <c:v>1139.451</c:v>
                </c:pt>
                <c:pt idx="82">
                  <c:v>1139.933</c:v>
                </c:pt>
                <c:pt idx="83">
                  <c:v>1140.415</c:v>
                </c:pt>
                <c:pt idx="84">
                  <c:v>1140.8969999999999</c:v>
                </c:pt>
                <c:pt idx="85">
                  <c:v>1141.3800000000001</c:v>
                </c:pt>
                <c:pt idx="86">
                  <c:v>1141.8620000000001</c:v>
                </c:pt>
                <c:pt idx="87">
                  <c:v>1142.3440000000001</c:v>
                </c:pt>
                <c:pt idx="88">
                  <c:v>1142.826</c:v>
                </c:pt>
                <c:pt idx="89">
                  <c:v>1143.308</c:v>
                </c:pt>
                <c:pt idx="90">
                  <c:v>1143.79</c:v>
                </c:pt>
                <c:pt idx="91">
                  <c:v>1144.2719999999999</c:v>
                </c:pt>
                <c:pt idx="92">
                  <c:v>1144.7539999999999</c:v>
                </c:pt>
                <c:pt idx="93">
                  <c:v>1145.2360000000001</c:v>
                </c:pt>
                <c:pt idx="94">
                  <c:v>1145.7190000000001</c:v>
                </c:pt>
                <c:pt idx="95">
                  <c:v>1146.201</c:v>
                </c:pt>
                <c:pt idx="96">
                  <c:v>1146.683</c:v>
                </c:pt>
                <c:pt idx="97">
                  <c:v>1147.165</c:v>
                </c:pt>
                <c:pt idx="98">
                  <c:v>1147.6469999999999</c:v>
                </c:pt>
                <c:pt idx="99">
                  <c:v>1148.1289999999999</c:v>
                </c:pt>
                <c:pt idx="100">
                  <c:v>1148.6110000000001</c:v>
                </c:pt>
                <c:pt idx="101">
                  <c:v>1149.0930000000001</c:v>
                </c:pt>
                <c:pt idx="102">
                  <c:v>1149.575</c:v>
                </c:pt>
                <c:pt idx="103">
                  <c:v>1150.058</c:v>
                </c:pt>
                <c:pt idx="104">
                  <c:v>1150.54</c:v>
                </c:pt>
                <c:pt idx="105">
                  <c:v>1151.0219999999999</c:v>
                </c:pt>
                <c:pt idx="106">
                  <c:v>1151.5039999999999</c:v>
                </c:pt>
                <c:pt idx="107">
                  <c:v>1151.9860000000001</c:v>
                </c:pt>
                <c:pt idx="108">
                  <c:v>1152.4680000000001</c:v>
                </c:pt>
                <c:pt idx="109">
                  <c:v>1152.95</c:v>
                </c:pt>
                <c:pt idx="110">
                  <c:v>1153.432</c:v>
                </c:pt>
                <c:pt idx="111">
                  <c:v>1153.915</c:v>
                </c:pt>
                <c:pt idx="112">
                  <c:v>1154.3969999999999</c:v>
                </c:pt>
                <c:pt idx="113">
                  <c:v>1154.8789999999999</c:v>
                </c:pt>
                <c:pt idx="114">
                  <c:v>1155.3610000000001</c:v>
                </c:pt>
                <c:pt idx="115">
                  <c:v>1155.8430000000001</c:v>
                </c:pt>
                <c:pt idx="116">
                  <c:v>1156.325</c:v>
                </c:pt>
                <c:pt idx="117">
                  <c:v>1156.807</c:v>
                </c:pt>
                <c:pt idx="118">
                  <c:v>1157.289</c:v>
                </c:pt>
                <c:pt idx="119">
                  <c:v>1157.771</c:v>
                </c:pt>
                <c:pt idx="120">
                  <c:v>1158.2539999999999</c:v>
                </c:pt>
                <c:pt idx="121">
                  <c:v>1158.7360000000001</c:v>
                </c:pt>
                <c:pt idx="122">
                  <c:v>1159.2180000000001</c:v>
                </c:pt>
                <c:pt idx="123">
                  <c:v>1159.7</c:v>
                </c:pt>
                <c:pt idx="124">
                  <c:v>1160.182</c:v>
                </c:pt>
                <c:pt idx="125">
                  <c:v>1160.664</c:v>
                </c:pt>
                <c:pt idx="126">
                  <c:v>1161.146</c:v>
                </c:pt>
                <c:pt idx="127">
                  <c:v>1161.6279999999999</c:v>
                </c:pt>
                <c:pt idx="128">
                  <c:v>1162.1099999999999</c:v>
                </c:pt>
                <c:pt idx="129">
                  <c:v>1162.5930000000001</c:v>
                </c:pt>
                <c:pt idx="130">
                  <c:v>1163.075</c:v>
                </c:pt>
                <c:pt idx="131">
                  <c:v>1163.557</c:v>
                </c:pt>
                <c:pt idx="132">
                  <c:v>1164.039</c:v>
                </c:pt>
                <c:pt idx="133">
                  <c:v>1164.521</c:v>
                </c:pt>
                <c:pt idx="134">
                  <c:v>1165.0029999999999</c:v>
                </c:pt>
                <c:pt idx="135">
                  <c:v>1165.4849999999999</c:v>
                </c:pt>
                <c:pt idx="136">
                  <c:v>1165.9670000000001</c:v>
                </c:pt>
                <c:pt idx="137">
                  <c:v>1166.45</c:v>
                </c:pt>
                <c:pt idx="138">
                  <c:v>1166.932</c:v>
                </c:pt>
                <c:pt idx="139">
                  <c:v>1167.414</c:v>
                </c:pt>
                <c:pt idx="140">
                  <c:v>1167.896</c:v>
                </c:pt>
                <c:pt idx="141">
                  <c:v>1168.3779999999999</c:v>
                </c:pt>
                <c:pt idx="142">
                  <c:v>1168.8599999999999</c:v>
                </c:pt>
                <c:pt idx="143">
                  <c:v>1169.3420000000001</c:v>
                </c:pt>
                <c:pt idx="144">
                  <c:v>1169.8240000000001</c:v>
                </c:pt>
                <c:pt idx="145">
                  <c:v>1170.307</c:v>
                </c:pt>
                <c:pt idx="146">
                  <c:v>1170.789</c:v>
                </c:pt>
                <c:pt idx="147">
                  <c:v>1171.271</c:v>
                </c:pt>
                <c:pt idx="148">
                  <c:v>1171.7529999999999</c:v>
                </c:pt>
                <c:pt idx="149">
                  <c:v>1172.2349999999999</c:v>
                </c:pt>
                <c:pt idx="150">
                  <c:v>1172.7170000000001</c:v>
                </c:pt>
                <c:pt idx="151">
                  <c:v>1173.1990000000001</c:v>
                </c:pt>
                <c:pt idx="152">
                  <c:v>1173.681</c:v>
                </c:pt>
                <c:pt idx="153">
                  <c:v>1174.163</c:v>
                </c:pt>
                <c:pt idx="154">
                  <c:v>1174.646</c:v>
                </c:pt>
                <c:pt idx="155">
                  <c:v>1175.1279999999999</c:v>
                </c:pt>
                <c:pt idx="156">
                  <c:v>1175.6099999999999</c:v>
                </c:pt>
                <c:pt idx="157">
                  <c:v>1176.0920000000001</c:v>
                </c:pt>
                <c:pt idx="158">
                  <c:v>1176.5740000000001</c:v>
                </c:pt>
                <c:pt idx="159">
                  <c:v>1177.056</c:v>
                </c:pt>
                <c:pt idx="160">
                  <c:v>1177.538</c:v>
                </c:pt>
                <c:pt idx="161">
                  <c:v>1178.02</c:v>
                </c:pt>
                <c:pt idx="162">
                  <c:v>1178.502</c:v>
                </c:pt>
                <c:pt idx="163">
                  <c:v>1178.9849999999999</c:v>
                </c:pt>
                <c:pt idx="164">
                  <c:v>1179.4670000000001</c:v>
                </c:pt>
                <c:pt idx="165">
                  <c:v>1179.9490000000001</c:v>
                </c:pt>
                <c:pt idx="166">
                  <c:v>1180.431</c:v>
                </c:pt>
                <c:pt idx="167">
                  <c:v>1180.913</c:v>
                </c:pt>
                <c:pt idx="168">
                  <c:v>1181.395</c:v>
                </c:pt>
                <c:pt idx="169">
                  <c:v>1181.877</c:v>
                </c:pt>
                <c:pt idx="170">
                  <c:v>1182.3589999999999</c:v>
                </c:pt>
                <c:pt idx="171">
                  <c:v>1182.8420000000001</c:v>
                </c:pt>
                <c:pt idx="172">
                  <c:v>1183.3240000000001</c:v>
                </c:pt>
                <c:pt idx="173">
                  <c:v>1183.806</c:v>
                </c:pt>
                <c:pt idx="174">
                  <c:v>1184.288</c:v>
                </c:pt>
                <c:pt idx="175">
                  <c:v>1184.77</c:v>
                </c:pt>
                <c:pt idx="176">
                  <c:v>1185.252</c:v>
                </c:pt>
                <c:pt idx="177">
                  <c:v>1185.7339999999999</c:v>
                </c:pt>
                <c:pt idx="178">
                  <c:v>1186.2159999999999</c:v>
                </c:pt>
                <c:pt idx="179">
                  <c:v>1186.6980000000001</c:v>
                </c:pt>
                <c:pt idx="180">
                  <c:v>1187.181</c:v>
                </c:pt>
                <c:pt idx="181">
                  <c:v>1187.663</c:v>
                </c:pt>
                <c:pt idx="182">
                  <c:v>1188.145</c:v>
                </c:pt>
                <c:pt idx="183">
                  <c:v>1188.627</c:v>
                </c:pt>
                <c:pt idx="184">
                  <c:v>1189.1089999999999</c:v>
                </c:pt>
                <c:pt idx="185">
                  <c:v>1189.5909999999999</c:v>
                </c:pt>
                <c:pt idx="186">
                  <c:v>1190.0730000000001</c:v>
                </c:pt>
                <c:pt idx="187">
                  <c:v>1190.5550000000001</c:v>
                </c:pt>
                <c:pt idx="188">
                  <c:v>1191.037</c:v>
                </c:pt>
                <c:pt idx="189">
                  <c:v>1191.52</c:v>
                </c:pt>
                <c:pt idx="190">
                  <c:v>1192.002</c:v>
                </c:pt>
                <c:pt idx="191">
                  <c:v>1192.4839999999999</c:v>
                </c:pt>
                <c:pt idx="192">
                  <c:v>1192.9659999999999</c:v>
                </c:pt>
                <c:pt idx="193">
                  <c:v>1193.4480000000001</c:v>
                </c:pt>
                <c:pt idx="194">
                  <c:v>1193.93</c:v>
                </c:pt>
                <c:pt idx="195">
                  <c:v>1194.412</c:v>
                </c:pt>
                <c:pt idx="196">
                  <c:v>1194.894</c:v>
                </c:pt>
                <c:pt idx="197">
                  <c:v>1195.377</c:v>
                </c:pt>
                <c:pt idx="198">
                  <c:v>1195.8589999999999</c:v>
                </c:pt>
                <c:pt idx="199">
                  <c:v>1196.3409999999999</c:v>
                </c:pt>
                <c:pt idx="200">
                  <c:v>1196.8230000000001</c:v>
                </c:pt>
                <c:pt idx="201">
                  <c:v>1197.3050000000001</c:v>
                </c:pt>
                <c:pt idx="202">
                  <c:v>1197.787</c:v>
                </c:pt>
                <c:pt idx="203">
                  <c:v>1198.269</c:v>
                </c:pt>
                <c:pt idx="204">
                  <c:v>1198.751</c:v>
                </c:pt>
                <c:pt idx="205">
                  <c:v>1199.2339999999999</c:v>
                </c:pt>
                <c:pt idx="206">
                  <c:v>1199.7159999999999</c:v>
                </c:pt>
                <c:pt idx="207">
                  <c:v>1200.1980000000001</c:v>
                </c:pt>
                <c:pt idx="208">
                  <c:v>1200.68</c:v>
                </c:pt>
                <c:pt idx="209">
                  <c:v>1201.162</c:v>
                </c:pt>
                <c:pt idx="210">
                  <c:v>1201.644</c:v>
                </c:pt>
                <c:pt idx="211">
                  <c:v>1202.126</c:v>
                </c:pt>
                <c:pt idx="212">
                  <c:v>1202.6079999999999</c:v>
                </c:pt>
                <c:pt idx="213">
                  <c:v>1203.0899999999999</c:v>
                </c:pt>
                <c:pt idx="214">
                  <c:v>1203.5730000000001</c:v>
                </c:pt>
                <c:pt idx="215">
                  <c:v>1204.0550000000001</c:v>
                </c:pt>
                <c:pt idx="216">
                  <c:v>1204.537</c:v>
                </c:pt>
                <c:pt idx="217">
                  <c:v>1205.019</c:v>
                </c:pt>
                <c:pt idx="218">
                  <c:v>1205.501</c:v>
                </c:pt>
                <c:pt idx="219">
                  <c:v>1205.9829999999999</c:v>
                </c:pt>
                <c:pt idx="220">
                  <c:v>1206.4649999999999</c:v>
                </c:pt>
                <c:pt idx="221">
                  <c:v>1206.9469999999999</c:v>
                </c:pt>
                <c:pt idx="222">
                  <c:v>1207.4290000000001</c:v>
                </c:pt>
                <c:pt idx="223">
                  <c:v>1207.912</c:v>
                </c:pt>
                <c:pt idx="224">
                  <c:v>1208.394</c:v>
                </c:pt>
                <c:pt idx="225">
                  <c:v>1208.876</c:v>
                </c:pt>
                <c:pt idx="226">
                  <c:v>1209.3579999999999</c:v>
                </c:pt>
                <c:pt idx="227">
                  <c:v>1209.8399999999999</c:v>
                </c:pt>
                <c:pt idx="228">
                  <c:v>1210.3219999999999</c:v>
                </c:pt>
                <c:pt idx="229">
                  <c:v>1210.8040000000001</c:v>
                </c:pt>
                <c:pt idx="230">
                  <c:v>1211.2860000000001</c:v>
                </c:pt>
                <c:pt idx="231">
                  <c:v>1211.769</c:v>
                </c:pt>
                <c:pt idx="232">
                  <c:v>1212.251</c:v>
                </c:pt>
                <c:pt idx="233">
                  <c:v>1212.7329999999999</c:v>
                </c:pt>
                <c:pt idx="234">
                  <c:v>1213.2149999999999</c:v>
                </c:pt>
                <c:pt idx="235">
                  <c:v>1213.6969999999999</c:v>
                </c:pt>
                <c:pt idx="236">
                  <c:v>1214.1790000000001</c:v>
                </c:pt>
                <c:pt idx="237">
                  <c:v>1214.6610000000001</c:v>
                </c:pt>
                <c:pt idx="238">
                  <c:v>1215.143</c:v>
                </c:pt>
                <c:pt idx="239">
                  <c:v>1215.625</c:v>
                </c:pt>
                <c:pt idx="240">
                  <c:v>1216.1079999999999</c:v>
                </c:pt>
                <c:pt idx="241">
                  <c:v>1216.5899999999999</c:v>
                </c:pt>
                <c:pt idx="242">
                  <c:v>1217.0719999999999</c:v>
                </c:pt>
                <c:pt idx="243">
                  <c:v>1217.5540000000001</c:v>
                </c:pt>
                <c:pt idx="244">
                  <c:v>1218.0360000000001</c:v>
                </c:pt>
                <c:pt idx="245">
                  <c:v>1218.518</c:v>
                </c:pt>
                <c:pt idx="246">
                  <c:v>1219</c:v>
                </c:pt>
                <c:pt idx="247">
                  <c:v>1219.482</c:v>
                </c:pt>
                <c:pt idx="248">
                  <c:v>1219.9639999999999</c:v>
                </c:pt>
                <c:pt idx="249">
                  <c:v>1220.4469999999999</c:v>
                </c:pt>
                <c:pt idx="250">
                  <c:v>1220.9290000000001</c:v>
                </c:pt>
                <c:pt idx="251">
                  <c:v>1221.4110000000001</c:v>
                </c:pt>
                <c:pt idx="252">
                  <c:v>1221.893</c:v>
                </c:pt>
                <c:pt idx="253">
                  <c:v>1222.375</c:v>
                </c:pt>
                <c:pt idx="254">
                  <c:v>1222.857</c:v>
                </c:pt>
                <c:pt idx="255">
                  <c:v>1223.3389999999999</c:v>
                </c:pt>
                <c:pt idx="256">
                  <c:v>1223.8209999999999</c:v>
                </c:pt>
                <c:pt idx="257">
                  <c:v>1224.3040000000001</c:v>
                </c:pt>
                <c:pt idx="258">
                  <c:v>1224.7860000000001</c:v>
                </c:pt>
                <c:pt idx="259">
                  <c:v>1225.268</c:v>
                </c:pt>
                <c:pt idx="260">
                  <c:v>1225.75</c:v>
                </c:pt>
                <c:pt idx="261">
                  <c:v>1226.232</c:v>
                </c:pt>
                <c:pt idx="262">
                  <c:v>1226.7139999999999</c:v>
                </c:pt>
                <c:pt idx="263">
                  <c:v>1227.1959999999999</c:v>
                </c:pt>
                <c:pt idx="264">
                  <c:v>1227.6780000000001</c:v>
                </c:pt>
                <c:pt idx="265">
                  <c:v>1228.1610000000001</c:v>
                </c:pt>
                <c:pt idx="266">
                  <c:v>1228.643</c:v>
                </c:pt>
                <c:pt idx="267">
                  <c:v>1229.125</c:v>
                </c:pt>
                <c:pt idx="268">
                  <c:v>1229.607</c:v>
                </c:pt>
                <c:pt idx="269">
                  <c:v>1230.0889999999999</c:v>
                </c:pt>
                <c:pt idx="270">
                  <c:v>1230.5709999999999</c:v>
                </c:pt>
                <c:pt idx="271">
                  <c:v>1231.0530000000001</c:v>
                </c:pt>
                <c:pt idx="272">
                  <c:v>1231.5350000000001</c:v>
                </c:pt>
                <c:pt idx="273">
                  <c:v>1232.0170000000001</c:v>
                </c:pt>
                <c:pt idx="274">
                  <c:v>1232.5</c:v>
                </c:pt>
                <c:pt idx="275">
                  <c:v>1232.982</c:v>
                </c:pt>
                <c:pt idx="276">
                  <c:v>1233.4639999999999</c:v>
                </c:pt>
                <c:pt idx="277">
                  <c:v>1233.9459999999999</c:v>
                </c:pt>
                <c:pt idx="278">
                  <c:v>1234.4280000000001</c:v>
                </c:pt>
                <c:pt idx="279">
                  <c:v>1234.9100000000001</c:v>
                </c:pt>
                <c:pt idx="280">
                  <c:v>1235.3920000000001</c:v>
                </c:pt>
                <c:pt idx="281">
                  <c:v>1235.874</c:v>
                </c:pt>
                <c:pt idx="282">
                  <c:v>1236.356</c:v>
                </c:pt>
                <c:pt idx="283">
                  <c:v>1236.8389999999999</c:v>
                </c:pt>
                <c:pt idx="284">
                  <c:v>1237.3209999999999</c:v>
                </c:pt>
                <c:pt idx="285">
                  <c:v>1237.8030000000001</c:v>
                </c:pt>
                <c:pt idx="286">
                  <c:v>1238.2850000000001</c:v>
                </c:pt>
                <c:pt idx="287">
                  <c:v>1238.7670000000001</c:v>
                </c:pt>
                <c:pt idx="288">
                  <c:v>1239.249</c:v>
                </c:pt>
                <c:pt idx="289">
                  <c:v>1239.731</c:v>
                </c:pt>
                <c:pt idx="290">
                  <c:v>1240.213</c:v>
                </c:pt>
                <c:pt idx="291">
                  <c:v>1240.6959999999999</c:v>
                </c:pt>
                <c:pt idx="292">
                  <c:v>1241.1780000000001</c:v>
                </c:pt>
                <c:pt idx="293">
                  <c:v>1241.6600000000001</c:v>
                </c:pt>
                <c:pt idx="294">
                  <c:v>1242.1420000000001</c:v>
                </c:pt>
                <c:pt idx="295">
                  <c:v>1242.624</c:v>
                </c:pt>
                <c:pt idx="296">
                  <c:v>1243.106</c:v>
                </c:pt>
                <c:pt idx="297">
                  <c:v>1243.588</c:v>
                </c:pt>
                <c:pt idx="298">
                  <c:v>1244.07</c:v>
                </c:pt>
                <c:pt idx="299">
                  <c:v>1244.5519999999999</c:v>
                </c:pt>
                <c:pt idx="300">
                  <c:v>1245.0350000000001</c:v>
                </c:pt>
                <c:pt idx="301">
                  <c:v>1245.5170000000001</c:v>
                </c:pt>
                <c:pt idx="302">
                  <c:v>1245.999</c:v>
                </c:pt>
                <c:pt idx="303">
                  <c:v>1246.481</c:v>
                </c:pt>
                <c:pt idx="304">
                  <c:v>1246.963</c:v>
                </c:pt>
                <c:pt idx="305">
                  <c:v>1247.4449999999999</c:v>
                </c:pt>
                <c:pt idx="306">
                  <c:v>1247.9269999999999</c:v>
                </c:pt>
                <c:pt idx="307">
                  <c:v>1248.4090000000001</c:v>
                </c:pt>
                <c:pt idx="308">
                  <c:v>1248.8910000000001</c:v>
                </c:pt>
                <c:pt idx="309">
                  <c:v>1249.374</c:v>
                </c:pt>
                <c:pt idx="310">
                  <c:v>1249.856</c:v>
                </c:pt>
                <c:pt idx="311">
                  <c:v>1250.338</c:v>
                </c:pt>
                <c:pt idx="312">
                  <c:v>1250.82</c:v>
                </c:pt>
                <c:pt idx="313">
                  <c:v>1251.3019999999999</c:v>
                </c:pt>
                <c:pt idx="314">
                  <c:v>1251.7840000000001</c:v>
                </c:pt>
                <c:pt idx="315">
                  <c:v>1252.2660000000001</c:v>
                </c:pt>
                <c:pt idx="316">
                  <c:v>1252.748</c:v>
                </c:pt>
                <c:pt idx="317">
                  <c:v>1253.231</c:v>
                </c:pt>
                <c:pt idx="318">
                  <c:v>1253.713</c:v>
                </c:pt>
                <c:pt idx="319">
                  <c:v>1254.1949999999999</c:v>
                </c:pt>
                <c:pt idx="320">
                  <c:v>1254.6769999999999</c:v>
                </c:pt>
                <c:pt idx="321">
                  <c:v>1255.1590000000001</c:v>
                </c:pt>
                <c:pt idx="322">
                  <c:v>1255.6410000000001</c:v>
                </c:pt>
                <c:pt idx="323">
                  <c:v>1256.123</c:v>
                </c:pt>
                <c:pt idx="324">
                  <c:v>1256.605</c:v>
                </c:pt>
                <c:pt idx="325">
                  <c:v>1257.088</c:v>
                </c:pt>
                <c:pt idx="326">
                  <c:v>1257.57</c:v>
                </c:pt>
                <c:pt idx="327">
                  <c:v>1258.0519999999999</c:v>
                </c:pt>
                <c:pt idx="328">
                  <c:v>1258.5340000000001</c:v>
                </c:pt>
                <c:pt idx="329">
                  <c:v>1259.0160000000001</c:v>
                </c:pt>
                <c:pt idx="330">
                  <c:v>1259.498</c:v>
                </c:pt>
                <c:pt idx="331">
                  <c:v>1259.98</c:v>
                </c:pt>
                <c:pt idx="332">
                  <c:v>1260.462</c:v>
                </c:pt>
                <c:pt idx="333">
                  <c:v>1260.944</c:v>
                </c:pt>
                <c:pt idx="334">
                  <c:v>1261.4269999999999</c:v>
                </c:pt>
                <c:pt idx="335">
                  <c:v>1261.9090000000001</c:v>
                </c:pt>
                <c:pt idx="336">
                  <c:v>1262.3910000000001</c:v>
                </c:pt>
                <c:pt idx="337">
                  <c:v>1262.873</c:v>
                </c:pt>
                <c:pt idx="338">
                  <c:v>1263.355</c:v>
                </c:pt>
                <c:pt idx="339">
                  <c:v>1263.837</c:v>
                </c:pt>
                <c:pt idx="340">
                  <c:v>1264.319</c:v>
                </c:pt>
                <c:pt idx="341">
                  <c:v>1264.8009999999999</c:v>
                </c:pt>
                <c:pt idx="342">
                  <c:v>1265.2829999999999</c:v>
                </c:pt>
                <c:pt idx="343">
                  <c:v>1265.7660000000001</c:v>
                </c:pt>
                <c:pt idx="344">
                  <c:v>1266.248</c:v>
                </c:pt>
                <c:pt idx="345">
                  <c:v>1266.73</c:v>
                </c:pt>
                <c:pt idx="346">
                  <c:v>1267.212</c:v>
                </c:pt>
                <c:pt idx="347">
                  <c:v>1267.694</c:v>
                </c:pt>
                <c:pt idx="348">
                  <c:v>1268.1759999999999</c:v>
                </c:pt>
                <c:pt idx="349">
                  <c:v>1268.6579999999999</c:v>
                </c:pt>
                <c:pt idx="350">
                  <c:v>1269.1400000000001</c:v>
                </c:pt>
                <c:pt idx="351">
                  <c:v>1269.623</c:v>
                </c:pt>
                <c:pt idx="352">
                  <c:v>1270.105</c:v>
                </c:pt>
                <c:pt idx="353">
                  <c:v>1270.587</c:v>
                </c:pt>
                <c:pt idx="354">
                  <c:v>1271.069</c:v>
                </c:pt>
                <c:pt idx="355">
                  <c:v>1271.5509999999999</c:v>
                </c:pt>
                <c:pt idx="356">
                  <c:v>1272.0329999999999</c:v>
                </c:pt>
                <c:pt idx="357">
                  <c:v>1272.5150000000001</c:v>
                </c:pt>
                <c:pt idx="358">
                  <c:v>1272.9970000000001</c:v>
                </c:pt>
                <c:pt idx="359">
                  <c:v>1273.479</c:v>
                </c:pt>
                <c:pt idx="360">
                  <c:v>1273.962</c:v>
                </c:pt>
                <c:pt idx="361">
                  <c:v>1274.444</c:v>
                </c:pt>
                <c:pt idx="362">
                  <c:v>1274.9259999999999</c:v>
                </c:pt>
                <c:pt idx="363">
                  <c:v>1275.4079999999999</c:v>
                </c:pt>
                <c:pt idx="364">
                  <c:v>1275.8900000000001</c:v>
                </c:pt>
                <c:pt idx="365">
                  <c:v>1276.3720000000001</c:v>
                </c:pt>
                <c:pt idx="366">
                  <c:v>1276.854</c:v>
                </c:pt>
                <c:pt idx="367">
                  <c:v>1277.336</c:v>
                </c:pt>
                <c:pt idx="368">
                  <c:v>1277.818</c:v>
                </c:pt>
                <c:pt idx="369">
                  <c:v>1278.3009999999999</c:v>
                </c:pt>
                <c:pt idx="370">
                  <c:v>1278.7829999999999</c:v>
                </c:pt>
                <c:pt idx="371">
                  <c:v>1279.2650000000001</c:v>
                </c:pt>
                <c:pt idx="372">
                  <c:v>1279.7470000000001</c:v>
                </c:pt>
                <c:pt idx="373">
                  <c:v>1280.229</c:v>
                </c:pt>
                <c:pt idx="374">
                  <c:v>1280.711</c:v>
                </c:pt>
                <c:pt idx="375">
                  <c:v>1281.193</c:v>
                </c:pt>
                <c:pt idx="376">
                  <c:v>1281.675</c:v>
                </c:pt>
                <c:pt idx="377">
                  <c:v>1282.1579999999999</c:v>
                </c:pt>
                <c:pt idx="378">
                  <c:v>1282.6400000000001</c:v>
                </c:pt>
                <c:pt idx="379">
                  <c:v>1283.1220000000001</c:v>
                </c:pt>
                <c:pt idx="380">
                  <c:v>1283.604</c:v>
                </c:pt>
                <c:pt idx="381">
                  <c:v>1284.086</c:v>
                </c:pt>
                <c:pt idx="382">
                  <c:v>1284.568</c:v>
                </c:pt>
                <c:pt idx="383">
                  <c:v>1285.05</c:v>
                </c:pt>
                <c:pt idx="384">
                  <c:v>1285.5319999999999</c:v>
                </c:pt>
                <c:pt idx="385">
                  <c:v>1286.0150000000001</c:v>
                </c:pt>
                <c:pt idx="386">
                  <c:v>1286.4970000000001</c:v>
                </c:pt>
                <c:pt idx="387">
                  <c:v>1286.979</c:v>
                </c:pt>
                <c:pt idx="388">
                  <c:v>1287.461</c:v>
                </c:pt>
                <c:pt idx="389">
                  <c:v>1287.943</c:v>
                </c:pt>
                <c:pt idx="390">
                  <c:v>1288.425</c:v>
                </c:pt>
                <c:pt idx="391">
                  <c:v>1288.9069999999999</c:v>
                </c:pt>
                <c:pt idx="392">
                  <c:v>1289.3889999999999</c:v>
                </c:pt>
                <c:pt idx="393">
                  <c:v>1289.8710000000001</c:v>
                </c:pt>
                <c:pt idx="394">
                  <c:v>1290.354</c:v>
                </c:pt>
                <c:pt idx="395">
                  <c:v>1290.836</c:v>
                </c:pt>
                <c:pt idx="396">
                  <c:v>1291.318</c:v>
                </c:pt>
                <c:pt idx="397">
                  <c:v>1291.8</c:v>
                </c:pt>
                <c:pt idx="398">
                  <c:v>1292.2819999999999</c:v>
                </c:pt>
                <c:pt idx="399">
                  <c:v>1292.7639999999999</c:v>
                </c:pt>
                <c:pt idx="400">
                  <c:v>1293.2460000000001</c:v>
                </c:pt>
                <c:pt idx="401">
                  <c:v>1293.7280000000001</c:v>
                </c:pt>
                <c:pt idx="402">
                  <c:v>1294.21</c:v>
                </c:pt>
                <c:pt idx="403">
                  <c:v>1294.693</c:v>
                </c:pt>
                <c:pt idx="404">
                  <c:v>1295.175</c:v>
                </c:pt>
                <c:pt idx="405">
                  <c:v>1295.6569999999999</c:v>
                </c:pt>
                <c:pt idx="406">
                  <c:v>1296.1389999999999</c:v>
                </c:pt>
                <c:pt idx="407">
                  <c:v>1296.6210000000001</c:v>
                </c:pt>
                <c:pt idx="408">
                  <c:v>1297.1030000000001</c:v>
                </c:pt>
                <c:pt idx="409">
                  <c:v>1297.585</c:v>
                </c:pt>
                <c:pt idx="410">
                  <c:v>1298.067</c:v>
                </c:pt>
                <c:pt idx="411">
                  <c:v>1298.55</c:v>
                </c:pt>
                <c:pt idx="412">
                  <c:v>1299.0319999999999</c:v>
                </c:pt>
                <c:pt idx="413">
                  <c:v>1299.5139999999999</c:v>
                </c:pt>
                <c:pt idx="414">
                  <c:v>1299.9960000000001</c:v>
                </c:pt>
                <c:pt idx="415">
                  <c:v>1300.4780000000001</c:v>
                </c:pt>
                <c:pt idx="416">
                  <c:v>1300.96</c:v>
                </c:pt>
                <c:pt idx="417">
                  <c:v>1301.442</c:v>
                </c:pt>
                <c:pt idx="418">
                  <c:v>1301.924</c:v>
                </c:pt>
                <c:pt idx="419">
                  <c:v>1302.4059999999999</c:v>
                </c:pt>
                <c:pt idx="420">
                  <c:v>1302.8889999999999</c:v>
                </c:pt>
                <c:pt idx="421">
                  <c:v>1303.3710000000001</c:v>
                </c:pt>
                <c:pt idx="422">
                  <c:v>1303.8530000000001</c:v>
                </c:pt>
                <c:pt idx="423">
                  <c:v>1304.335</c:v>
                </c:pt>
                <c:pt idx="424">
                  <c:v>1304.817</c:v>
                </c:pt>
                <c:pt idx="425">
                  <c:v>1305.299</c:v>
                </c:pt>
                <c:pt idx="426">
                  <c:v>1305.7809999999999</c:v>
                </c:pt>
                <c:pt idx="427">
                  <c:v>1306.2629999999999</c:v>
                </c:pt>
                <c:pt idx="428">
                  <c:v>1306.7449999999999</c:v>
                </c:pt>
                <c:pt idx="429">
                  <c:v>1307.2280000000001</c:v>
                </c:pt>
                <c:pt idx="430">
                  <c:v>1307.71</c:v>
                </c:pt>
                <c:pt idx="431">
                  <c:v>1308.192</c:v>
                </c:pt>
                <c:pt idx="432">
                  <c:v>1308.674</c:v>
                </c:pt>
                <c:pt idx="433">
                  <c:v>1309.1559999999999</c:v>
                </c:pt>
                <c:pt idx="434">
                  <c:v>1309.6379999999999</c:v>
                </c:pt>
                <c:pt idx="435">
                  <c:v>1310.1199999999999</c:v>
                </c:pt>
                <c:pt idx="436">
                  <c:v>1310.6020000000001</c:v>
                </c:pt>
                <c:pt idx="437">
                  <c:v>1311.085</c:v>
                </c:pt>
                <c:pt idx="438">
                  <c:v>1311.567</c:v>
                </c:pt>
                <c:pt idx="439">
                  <c:v>1312.049</c:v>
                </c:pt>
                <c:pt idx="440">
                  <c:v>1312.5309999999999</c:v>
                </c:pt>
                <c:pt idx="441">
                  <c:v>1313.0129999999999</c:v>
                </c:pt>
                <c:pt idx="442">
                  <c:v>1313.4949999999999</c:v>
                </c:pt>
                <c:pt idx="443">
                  <c:v>1313.9770000000001</c:v>
                </c:pt>
                <c:pt idx="444">
                  <c:v>1314.4590000000001</c:v>
                </c:pt>
                <c:pt idx="445">
                  <c:v>1314.942</c:v>
                </c:pt>
                <c:pt idx="446">
                  <c:v>1315.424</c:v>
                </c:pt>
                <c:pt idx="447">
                  <c:v>1315.9059999999999</c:v>
                </c:pt>
                <c:pt idx="448">
                  <c:v>1316.3879999999999</c:v>
                </c:pt>
                <c:pt idx="449">
                  <c:v>1316.87</c:v>
                </c:pt>
                <c:pt idx="450">
                  <c:v>1317.3520000000001</c:v>
                </c:pt>
                <c:pt idx="451">
                  <c:v>1317.8340000000001</c:v>
                </c:pt>
                <c:pt idx="452">
                  <c:v>1318.316</c:v>
                </c:pt>
                <c:pt idx="453">
                  <c:v>1318.798</c:v>
                </c:pt>
                <c:pt idx="454">
                  <c:v>1319.2809999999999</c:v>
                </c:pt>
                <c:pt idx="455">
                  <c:v>1319.7629999999999</c:v>
                </c:pt>
                <c:pt idx="456">
                  <c:v>1320.2449999999999</c:v>
                </c:pt>
                <c:pt idx="457">
                  <c:v>1320.7270000000001</c:v>
                </c:pt>
                <c:pt idx="458">
                  <c:v>1321.2090000000001</c:v>
                </c:pt>
                <c:pt idx="459">
                  <c:v>1321.691</c:v>
                </c:pt>
                <c:pt idx="460">
                  <c:v>1322.173</c:v>
                </c:pt>
                <c:pt idx="461">
                  <c:v>1322.655</c:v>
                </c:pt>
                <c:pt idx="462">
                  <c:v>1323.1369999999999</c:v>
                </c:pt>
                <c:pt idx="463">
                  <c:v>1323.62</c:v>
                </c:pt>
                <c:pt idx="464">
                  <c:v>1324.1020000000001</c:v>
                </c:pt>
                <c:pt idx="465">
                  <c:v>1324.5840000000001</c:v>
                </c:pt>
                <c:pt idx="466">
                  <c:v>1325.066</c:v>
                </c:pt>
                <c:pt idx="467">
                  <c:v>1325.548</c:v>
                </c:pt>
                <c:pt idx="468">
                  <c:v>1326.03</c:v>
                </c:pt>
                <c:pt idx="469">
                  <c:v>1326.5119999999999</c:v>
                </c:pt>
                <c:pt idx="470">
                  <c:v>1326.9939999999999</c:v>
                </c:pt>
                <c:pt idx="471">
                  <c:v>1327.4770000000001</c:v>
                </c:pt>
                <c:pt idx="472">
                  <c:v>1327.9590000000001</c:v>
                </c:pt>
                <c:pt idx="473">
                  <c:v>1328.441</c:v>
                </c:pt>
                <c:pt idx="474">
                  <c:v>1328.923</c:v>
                </c:pt>
                <c:pt idx="475">
                  <c:v>1329.405</c:v>
                </c:pt>
                <c:pt idx="476">
                  <c:v>1329.8869999999999</c:v>
                </c:pt>
                <c:pt idx="477">
                  <c:v>1330.3689999999999</c:v>
                </c:pt>
                <c:pt idx="478">
                  <c:v>1330.8510000000001</c:v>
                </c:pt>
                <c:pt idx="479">
                  <c:v>1331.3330000000001</c:v>
                </c:pt>
                <c:pt idx="480">
                  <c:v>1331.816</c:v>
                </c:pt>
                <c:pt idx="481">
                  <c:v>1332.298</c:v>
                </c:pt>
                <c:pt idx="482">
                  <c:v>1332.78</c:v>
                </c:pt>
                <c:pt idx="483">
                  <c:v>1333.2619999999999</c:v>
                </c:pt>
                <c:pt idx="484">
                  <c:v>1333.7439999999999</c:v>
                </c:pt>
                <c:pt idx="485">
                  <c:v>1334.2260000000001</c:v>
                </c:pt>
                <c:pt idx="486">
                  <c:v>1334.7080000000001</c:v>
                </c:pt>
                <c:pt idx="487">
                  <c:v>1335.19</c:v>
                </c:pt>
                <c:pt idx="488">
                  <c:v>1335.672</c:v>
                </c:pt>
                <c:pt idx="489">
                  <c:v>1336.155</c:v>
                </c:pt>
                <c:pt idx="490">
                  <c:v>1336.6369999999999</c:v>
                </c:pt>
                <c:pt idx="491">
                  <c:v>1337.1189999999999</c:v>
                </c:pt>
                <c:pt idx="492">
                  <c:v>1337.6010000000001</c:v>
                </c:pt>
                <c:pt idx="493">
                  <c:v>1338.0830000000001</c:v>
                </c:pt>
                <c:pt idx="494">
                  <c:v>1338.5650000000001</c:v>
                </c:pt>
                <c:pt idx="495">
                  <c:v>1339.047</c:v>
                </c:pt>
                <c:pt idx="496">
                  <c:v>1339.529</c:v>
                </c:pt>
                <c:pt idx="497">
                  <c:v>1340.0119999999999</c:v>
                </c:pt>
                <c:pt idx="498">
                  <c:v>1340.4939999999999</c:v>
                </c:pt>
                <c:pt idx="499">
                  <c:v>1340.9760000000001</c:v>
                </c:pt>
                <c:pt idx="500">
                  <c:v>1341.4580000000001</c:v>
                </c:pt>
                <c:pt idx="501">
                  <c:v>1341.94</c:v>
                </c:pt>
                <c:pt idx="502">
                  <c:v>1342.422</c:v>
                </c:pt>
                <c:pt idx="503">
                  <c:v>1342.904</c:v>
                </c:pt>
                <c:pt idx="504">
                  <c:v>1343.386</c:v>
                </c:pt>
                <c:pt idx="505">
                  <c:v>1343.8689999999999</c:v>
                </c:pt>
                <c:pt idx="506">
                  <c:v>1344.3510000000001</c:v>
                </c:pt>
                <c:pt idx="507">
                  <c:v>1344.8330000000001</c:v>
                </c:pt>
                <c:pt idx="508">
                  <c:v>1345.3150000000001</c:v>
                </c:pt>
                <c:pt idx="509">
                  <c:v>1345.797</c:v>
                </c:pt>
                <c:pt idx="510">
                  <c:v>1346.279</c:v>
                </c:pt>
                <c:pt idx="511">
                  <c:v>1346.761</c:v>
                </c:pt>
                <c:pt idx="512">
                  <c:v>1347.2429999999999</c:v>
                </c:pt>
                <c:pt idx="513">
                  <c:v>1347.7249999999999</c:v>
                </c:pt>
                <c:pt idx="514">
                  <c:v>1348.2080000000001</c:v>
                </c:pt>
                <c:pt idx="515">
                  <c:v>1348.69</c:v>
                </c:pt>
                <c:pt idx="516">
                  <c:v>1349.172</c:v>
                </c:pt>
                <c:pt idx="517">
                  <c:v>1349.654</c:v>
                </c:pt>
                <c:pt idx="518">
                  <c:v>1350.136</c:v>
                </c:pt>
                <c:pt idx="519">
                  <c:v>1350.6179999999999</c:v>
                </c:pt>
                <c:pt idx="520">
                  <c:v>1351.1</c:v>
                </c:pt>
                <c:pt idx="521">
                  <c:v>1351.5820000000001</c:v>
                </c:pt>
                <c:pt idx="522">
                  <c:v>1352.0640000000001</c:v>
                </c:pt>
                <c:pt idx="523">
                  <c:v>1352.547</c:v>
                </c:pt>
                <c:pt idx="524">
                  <c:v>1353.029</c:v>
                </c:pt>
                <c:pt idx="525">
                  <c:v>1353.511</c:v>
                </c:pt>
                <c:pt idx="526">
                  <c:v>1353.9929999999999</c:v>
                </c:pt>
                <c:pt idx="527">
                  <c:v>1354.4749999999999</c:v>
                </c:pt>
                <c:pt idx="528">
                  <c:v>1354.9570000000001</c:v>
                </c:pt>
                <c:pt idx="529">
                  <c:v>1355.4390000000001</c:v>
                </c:pt>
                <c:pt idx="530">
                  <c:v>1355.921</c:v>
                </c:pt>
                <c:pt idx="531">
                  <c:v>1356.404</c:v>
                </c:pt>
                <c:pt idx="532">
                  <c:v>1356.886</c:v>
                </c:pt>
                <c:pt idx="533">
                  <c:v>1357.3679999999999</c:v>
                </c:pt>
                <c:pt idx="534">
                  <c:v>1357.85</c:v>
                </c:pt>
                <c:pt idx="535">
                  <c:v>1358.3320000000001</c:v>
                </c:pt>
                <c:pt idx="536">
                  <c:v>1358.8140000000001</c:v>
                </c:pt>
                <c:pt idx="537">
                  <c:v>1359.296</c:v>
                </c:pt>
                <c:pt idx="538">
                  <c:v>1359.778</c:v>
                </c:pt>
                <c:pt idx="539">
                  <c:v>1360.26</c:v>
                </c:pt>
                <c:pt idx="540">
                  <c:v>1360.7429999999999</c:v>
                </c:pt>
                <c:pt idx="541">
                  <c:v>1361.2249999999999</c:v>
                </c:pt>
                <c:pt idx="542">
                  <c:v>1361.7070000000001</c:v>
                </c:pt>
                <c:pt idx="543">
                  <c:v>1362.1890000000001</c:v>
                </c:pt>
                <c:pt idx="544">
                  <c:v>1362.671</c:v>
                </c:pt>
                <c:pt idx="545">
                  <c:v>1363.153</c:v>
                </c:pt>
                <c:pt idx="546">
                  <c:v>1363.635</c:v>
                </c:pt>
                <c:pt idx="547">
                  <c:v>1364.117</c:v>
                </c:pt>
                <c:pt idx="548">
                  <c:v>1364.5989999999999</c:v>
                </c:pt>
                <c:pt idx="549">
                  <c:v>1365.0820000000001</c:v>
                </c:pt>
                <c:pt idx="550">
                  <c:v>1365.5640000000001</c:v>
                </c:pt>
                <c:pt idx="551">
                  <c:v>1366.046</c:v>
                </c:pt>
                <c:pt idx="552">
                  <c:v>1366.528</c:v>
                </c:pt>
                <c:pt idx="553">
                  <c:v>1367.01</c:v>
                </c:pt>
                <c:pt idx="554">
                  <c:v>1367.492</c:v>
                </c:pt>
                <c:pt idx="555">
                  <c:v>1367.9739999999999</c:v>
                </c:pt>
                <c:pt idx="556">
                  <c:v>1368.4559999999999</c:v>
                </c:pt>
                <c:pt idx="557">
                  <c:v>1368.9390000000001</c:v>
                </c:pt>
                <c:pt idx="558">
                  <c:v>1369.421</c:v>
                </c:pt>
                <c:pt idx="559">
                  <c:v>1369.903</c:v>
                </c:pt>
                <c:pt idx="560">
                  <c:v>1370.385</c:v>
                </c:pt>
                <c:pt idx="561">
                  <c:v>1370.867</c:v>
                </c:pt>
                <c:pt idx="562">
                  <c:v>1371.3489999999999</c:v>
                </c:pt>
                <c:pt idx="563">
                  <c:v>1371.8309999999999</c:v>
                </c:pt>
                <c:pt idx="564">
                  <c:v>1372.3130000000001</c:v>
                </c:pt>
                <c:pt idx="565">
                  <c:v>1372.796</c:v>
                </c:pt>
                <c:pt idx="566">
                  <c:v>1373.278</c:v>
                </c:pt>
                <c:pt idx="567">
                  <c:v>1373.76</c:v>
                </c:pt>
                <c:pt idx="568">
                  <c:v>1374.242</c:v>
                </c:pt>
                <c:pt idx="569">
                  <c:v>1374.7239999999999</c:v>
                </c:pt>
                <c:pt idx="570">
                  <c:v>1375.2059999999999</c:v>
                </c:pt>
                <c:pt idx="571">
                  <c:v>1375.6880000000001</c:v>
                </c:pt>
                <c:pt idx="572">
                  <c:v>1376.17</c:v>
                </c:pt>
                <c:pt idx="573">
                  <c:v>1376.652</c:v>
                </c:pt>
                <c:pt idx="574">
                  <c:v>1377.135</c:v>
                </c:pt>
                <c:pt idx="575">
                  <c:v>1377.617</c:v>
                </c:pt>
                <c:pt idx="576">
                  <c:v>1378.0989999999999</c:v>
                </c:pt>
                <c:pt idx="577">
                  <c:v>1378.5809999999999</c:v>
                </c:pt>
                <c:pt idx="578">
                  <c:v>1379.0630000000001</c:v>
                </c:pt>
                <c:pt idx="579">
                  <c:v>1379.5450000000001</c:v>
                </c:pt>
                <c:pt idx="580">
                  <c:v>1380.027</c:v>
                </c:pt>
                <c:pt idx="581">
                  <c:v>1380.509</c:v>
                </c:pt>
                <c:pt idx="582">
                  <c:v>1380.991</c:v>
                </c:pt>
                <c:pt idx="583">
                  <c:v>1381.4739999999999</c:v>
                </c:pt>
                <c:pt idx="584">
                  <c:v>1381.9559999999999</c:v>
                </c:pt>
                <c:pt idx="585">
                  <c:v>1382.4380000000001</c:v>
                </c:pt>
                <c:pt idx="586">
                  <c:v>1382.92</c:v>
                </c:pt>
                <c:pt idx="587">
                  <c:v>1383.402</c:v>
                </c:pt>
                <c:pt idx="588">
                  <c:v>1383.884</c:v>
                </c:pt>
                <c:pt idx="589">
                  <c:v>1384.366</c:v>
                </c:pt>
                <c:pt idx="590">
                  <c:v>1384.848</c:v>
                </c:pt>
                <c:pt idx="591">
                  <c:v>1385.3309999999999</c:v>
                </c:pt>
                <c:pt idx="592">
                  <c:v>1385.8130000000001</c:v>
                </c:pt>
                <c:pt idx="593">
                  <c:v>1386.2950000000001</c:v>
                </c:pt>
                <c:pt idx="594">
                  <c:v>1386.777</c:v>
                </c:pt>
                <c:pt idx="595">
                  <c:v>1387.259</c:v>
                </c:pt>
                <c:pt idx="596">
                  <c:v>1387.741</c:v>
                </c:pt>
                <c:pt idx="597">
                  <c:v>1388.223</c:v>
                </c:pt>
                <c:pt idx="598">
                  <c:v>1388.7049999999999</c:v>
                </c:pt>
                <c:pt idx="599">
                  <c:v>1389.1880000000001</c:v>
                </c:pt>
                <c:pt idx="600">
                  <c:v>1389.67</c:v>
                </c:pt>
                <c:pt idx="601">
                  <c:v>1390.152</c:v>
                </c:pt>
                <c:pt idx="602">
                  <c:v>1390.634</c:v>
                </c:pt>
                <c:pt idx="603">
                  <c:v>1391.116</c:v>
                </c:pt>
                <c:pt idx="604">
                  <c:v>1391.598</c:v>
                </c:pt>
                <c:pt idx="605">
                  <c:v>1392.08</c:v>
                </c:pt>
                <c:pt idx="606">
                  <c:v>1392.5619999999999</c:v>
                </c:pt>
                <c:pt idx="607">
                  <c:v>1393.0440000000001</c:v>
                </c:pt>
                <c:pt idx="608">
                  <c:v>1393.5260000000001</c:v>
                </c:pt>
                <c:pt idx="609">
                  <c:v>1394.009</c:v>
                </c:pt>
                <c:pt idx="610">
                  <c:v>1394.491</c:v>
                </c:pt>
                <c:pt idx="611">
                  <c:v>1394.973</c:v>
                </c:pt>
                <c:pt idx="612">
                  <c:v>1395.4549999999999</c:v>
                </c:pt>
                <c:pt idx="613">
                  <c:v>1395.9369999999999</c:v>
                </c:pt>
                <c:pt idx="614">
                  <c:v>1396.4190000000001</c:v>
                </c:pt>
                <c:pt idx="615">
                  <c:v>1396.9010000000001</c:v>
                </c:pt>
                <c:pt idx="616">
                  <c:v>1397.383</c:v>
                </c:pt>
                <c:pt idx="617">
                  <c:v>1397.866</c:v>
                </c:pt>
                <c:pt idx="618">
                  <c:v>1398.348</c:v>
                </c:pt>
                <c:pt idx="619">
                  <c:v>1398.83</c:v>
                </c:pt>
                <c:pt idx="620">
                  <c:v>1399.3119999999999</c:v>
                </c:pt>
                <c:pt idx="621">
                  <c:v>1399.7940000000001</c:v>
                </c:pt>
                <c:pt idx="622">
                  <c:v>1400.2760000000001</c:v>
                </c:pt>
                <c:pt idx="623">
                  <c:v>1400.758</c:v>
                </c:pt>
                <c:pt idx="624">
                  <c:v>1401.24</c:v>
                </c:pt>
                <c:pt idx="625">
                  <c:v>1401.723</c:v>
                </c:pt>
                <c:pt idx="626">
                  <c:v>1402.2049999999999</c:v>
                </c:pt>
                <c:pt idx="627">
                  <c:v>1402.6869999999999</c:v>
                </c:pt>
                <c:pt idx="628">
                  <c:v>1403.1690000000001</c:v>
                </c:pt>
                <c:pt idx="629">
                  <c:v>1403.6510000000001</c:v>
                </c:pt>
                <c:pt idx="630">
                  <c:v>1404.133</c:v>
                </c:pt>
                <c:pt idx="631">
                  <c:v>1404.615</c:v>
                </c:pt>
                <c:pt idx="632">
                  <c:v>1405.097</c:v>
                </c:pt>
                <c:pt idx="633">
                  <c:v>1405.579</c:v>
                </c:pt>
                <c:pt idx="634">
                  <c:v>1406.0619999999999</c:v>
                </c:pt>
                <c:pt idx="635">
                  <c:v>1406.5440000000001</c:v>
                </c:pt>
                <c:pt idx="636">
                  <c:v>1407.0260000000001</c:v>
                </c:pt>
                <c:pt idx="637">
                  <c:v>1407.508</c:v>
                </c:pt>
                <c:pt idx="638">
                  <c:v>1407.99</c:v>
                </c:pt>
                <c:pt idx="639">
                  <c:v>1408.472</c:v>
                </c:pt>
                <c:pt idx="640">
                  <c:v>1408.954</c:v>
                </c:pt>
                <c:pt idx="641">
                  <c:v>1409.4359999999999</c:v>
                </c:pt>
                <c:pt idx="642">
                  <c:v>1409.9179999999999</c:v>
                </c:pt>
                <c:pt idx="643">
                  <c:v>1410.4010000000001</c:v>
                </c:pt>
                <c:pt idx="644">
                  <c:v>1410.883</c:v>
                </c:pt>
                <c:pt idx="645">
                  <c:v>1411.365</c:v>
                </c:pt>
                <c:pt idx="646">
                  <c:v>1411.847</c:v>
                </c:pt>
                <c:pt idx="647">
                  <c:v>1412.329</c:v>
                </c:pt>
                <c:pt idx="648">
                  <c:v>1412.8109999999999</c:v>
                </c:pt>
                <c:pt idx="649">
                  <c:v>1413.2929999999999</c:v>
                </c:pt>
                <c:pt idx="650">
                  <c:v>1413.7750000000001</c:v>
                </c:pt>
                <c:pt idx="651">
                  <c:v>1414.258</c:v>
                </c:pt>
                <c:pt idx="652">
                  <c:v>1414.74</c:v>
                </c:pt>
                <c:pt idx="653">
                  <c:v>1415.222</c:v>
                </c:pt>
                <c:pt idx="654">
                  <c:v>1415.704</c:v>
                </c:pt>
                <c:pt idx="655">
                  <c:v>1416.1859999999999</c:v>
                </c:pt>
                <c:pt idx="656">
                  <c:v>1416.6679999999999</c:v>
                </c:pt>
                <c:pt idx="657">
                  <c:v>1417.15</c:v>
                </c:pt>
                <c:pt idx="658">
                  <c:v>1417.6320000000001</c:v>
                </c:pt>
                <c:pt idx="659">
                  <c:v>1418.115</c:v>
                </c:pt>
                <c:pt idx="660">
                  <c:v>1418.597</c:v>
                </c:pt>
                <c:pt idx="661">
                  <c:v>1419.079</c:v>
                </c:pt>
                <c:pt idx="662">
                  <c:v>1419.5609999999999</c:v>
                </c:pt>
                <c:pt idx="663">
                  <c:v>1420.0429999999999</c:v>
                </c:pt>
                <c:pt idx="664">
                  <c:v>1420.5250000000001</c:v>
                </c:pt>
                <c:pt idx="665">
                  <c:v>1421.0070000000001</c:v>
                </c:pt>
                <c:pt idx="666">
                  <c:v>1421.489</c:v>
                </c:pt>
                <c:pt idx="667">
                  <c:v>1421.971</c:v>
                </c:pt>
                <c:pt idx="668">
                  <c:v>1422.453</c:v>
                </c:pt>
                <c:pt idx="669">
                  <c:v>1422.9359999999999</c:v>
                </c:pt>
                <c:pt idx="670">
                  <c:v>1423.4179999999999</c:v>
                </c:pt>
                <c:pt idx="671">
                  <c:v>1423.9</c:v>
                </c:pt>
                <c:pt idx="672">
                  <c:v>1424.3820000000001</c:v>
                </c:pt>
                <c:pt idx="673">
                  <c:v>1424.864</c:v>
                </c:pt>
                <c:pt idx="674">
                  <c:v>1425.346</c:v>
                </c:pt>
                <c:pt idx="675">
                  <c:v>1425.828</c:v>
                </c:pt>
                <c:pt idx="676">
                  <c:v>1426.31</c:v>
                </c:pt>
                <c:pt idx="677">
                  <c:v>1426.7929999999999</c:v>
                </c:pt>
                <c:pt idx="678">
                  <c:v>1427.2750000000001</c:v>
                </c:pt>
                <c:pt idx="679">
                  <c:v>1427.7570000000001</c:v>
                </c:pt>
                <c:pt idx="680">
                  <c:v>1428.239</c:v>
                </c:pt>
                <c:pt idx="681">
                  <c:v>1428.721</c:v>
                </c:pt>
                <c:pt idx="682">
                  <c:v>1429.203</c:v>
                </c:pt>
                <c:pt idx="683">
                  <c:v>1429.6849999999999</c:v>
                </c:pt>
                <c:pt idx="684">
                  <c:v>1430.1669999999999</c:v>
                </c:pt>
                <c:pt idx="685">
                  <c:v>1430.65</c:v>
                </c:pt>
                <c:pt idx="686">
                  <c:v>1431.1320000000001</c:v>
                </c:pt>
                <c:pt idx="687">
                  <c:v>1431.614</c:v>
                </c:pt>
                <c:pt idx="688">
                  <c:v>1432.096</c:v>
                </c:pt>
                <c:pt idx="689">
                  <c:v>1432.578</c:v>
                </c:pt>
                <c:pt idx="690">
                  <c:v>1433.06</c:v>
                </c:pt>
                <c:pt idx="691">
                  <c:v>1433.5419999999999</c:v>
                </c:pt>
                <c:pt idx="692">
                  <c:v>1434.0239999999999</c:v>
                </c:pt>
                <c:pt idx="693">
                  <c:v>1434.5060000000001</c:v>
                </c:pt>
                <c:pt idx="694">
                  <c:v>1434.989</c:v>
                </c:pt>
                <c:pt idx="695">
                  <c:v>1435.471</c:v>
                </c:pt>
                <c:pt idx="696">
                  <c:v>1435.953</c:v>
                </c:pt>
                <c:pt idx="697">
                  <c:v>1436.4349999999999</c:v>
                </c:pt>
                <c:pt idx="698">
                  <c:v>1436.9169999999999</c:v>
                </c:pt>
                <c:pt idx="699">
                  <c:v>1437.3989999999999</c:v>
                </c:pt>
                <c:pt idx="700">
                  <c:v>1437.8810000000001</c:v>
                </c:pt>
                <c:pt idx="701">
                  <c:v>1438.3630000000001</c:v>
                </c:pt>
                <c:pt idx="702">
                  <c:v>1438.845</c:v>
                </c:pt>
                <c:pt idx="703">
                  <c:v>1439.328</c:v>
                </c:pt>
                <c:pt idx="704">
                  <c:v>1439.81</c:v>
                </c:pt>
                <c:pt idx="705">
                  <c:v>1440.2919999999999</c:v>
                </c:pt>
                <c:pt idx="706">
                  <c:v>1440.7739999999999</c:v>
                </c:pt>
                <c:pt idx="707">
                  <c:v>1441.2560000000001</c:v>
                </c:pt>
                <c:pt idx="708">
                  <c:v>1441.7380000000001</c:v>
                </c:pt>
                <c:pt idx="709">
                  <c:v>1442.22</c:v>
                </c:pt>
                <c:pt idx="710">
                  <c:v>1442.702</c:v>
                </c:pt>
                <c:pt idx="711">
                  <c:v>1443.1849999999999</c:v>
                </c:pt>
                <c:pt idx="712">
                  <c:v>1443.6669999999999</c:v>
                </c:pt>
                <c:pt idx="713">
                  <c:v>1444.1489999999999</c:v>
                </c:pt>
                <c:pt idx="714">
                  <c:v>1444.6310000000001</c:v>
                </c:pt>
                <c:pt idx="715">
                  <c:v>1445.1130000000001</c:v>
                </c:pt>
                <c:pt idx="716">
                  <c:v>1445.595</c:v>
                </c:pt>
                <c:pt idx="717">
                  <c:v>1446.077</c:v>
                </c:pt>
                <c:pt idx="718">
                  <c:v>1446.559</c:v>
                </c:pt>
                <c:pt idx="719">
                  <c:v>1447.0419999999999</c:v>
                </c:pt>
                <c:pt idx="720">
                  <c:v>1447.5239999999999</c:v>
                </c:pt>
                <c:pt idx="721">
                  <c:v>1448.0060000000001</c:v>
                </c:pt>
                <c:pt idx="722">
                  <c:v>1448.4880000000001</c:v>
                </c:pt>
                <c:pt idx="723">
                  <c:v>1448.97</c:v>
                </c:pt>
                <c:pt idx="724">
                  <c:v>1449.452</c:v>
                </c:pt>
                <c:pt idx="725">
                  <c:v>1449.934</c:v>
                </c:pt>
                <c:pt idx="726">
                  <c:v>1450.4159999999999</c:v>
                </c:pt>
                <c:pt idx="727">
                  <c:v>1450.8979999999999</c:v>
                </c:pt>
                <c:pt idx="728">
                  <c:v>1451.38</c:v>
                </c:pt>
                <c:pt idx="729">
                  <c:v>1451.8630000000001</c:v>
                </c:pt>
                <c:pt idx="730">
                  <c:v>1452.345</c:v>
                </c:pt>
                <c:pt idx="731">
                  <c:v>1452.827</c:v>
                </c:pt>
                <c:pt idx="732">
                  <c:v>1453.309</c:v>
                </c:pt>
                <c:pt idx="733">
                  <c:v>1453.7909999999999</c:v>
                </c:pt>
                <c:pt idx="734">
                  <c:v>1454.2729999999999</c:v>
                </c:pt>
                <c:pt idx="735">
                  <c:v>1454.7550000000001</c:v>
                </c:pt>
                <c:pt idx="736">
                  <c:v>1455.2370000000001</c:v>
                </c:pt>
                <c:pt idx="737">
                  <c:v>1455.72</c:v>
                </c:pt>
                <c:pt idx="738">
                  <c:v>1456.202</c:v>
                </c:pt>
                <c:pt idx="739">
                  <c:v>1456.684</c:v>
                </c:pt>
                <c:pt idx="740">
                  <c:v>1457.1659999999999</c:v>
                </c:pt>
                <c:pt idx="741">
                  <c:v>1457.6479999999999</c:v>
                </c:pt>
                <c:pt idx="742">
                  <c:v>1458.13</c:v>
                </c:pt>
                <c:pt idx="743">
                  <c:v>1458.6120000000001</c:v>
                </c:pt>
                <c:pt idx="744">
                  <c:v>1459.0940000000001</c:v>
                </c:pt>
                <c:pt idx="745">
                  <c:v>1459.577</c:v>
                </c:pt>
                <c:pt idx="746">
                  <c:v>1460.059</c:v>
                </c:pt>
                <c:pt idx="747">
                  <c:v>1460.5409999999999</c:v>
                </c:pt>
                <c:pt idx="748">
                  <c:v>1461.0229999999999</c:v>
                </c:pt>
                <c:pt idx="749">
                  <c:v>1461.5050000000001</c:v>
                </c:pt>
                <c:pt idx="750">
                  <c:v>1461.9870000000001</c:v>
                </c:pt>
                <c:pt idx="751">
                  <c:v>1462.4690000000001</c:v>
                </c:pt>
                <c:pt idx="752">
                  <c:v>1462.951</c:v>
                </c:pt>
                <c:pt idx="753">
                  <c:v>1463.433</c:v>
                </c:pt>
                <c:pt idx="754">
                  <c:v>1463.9159999999999</c:v>
                </c:pt>
                <c:pt idx="755">
                  <c:v>1464.3979999999999</c:v>
                </c:pt>
                <c:pt idx="756">
                  <c:v>1464.88</c:v>
                </c:pt>
                <c:pt idx="757">
                  <c:v>1465.3620000000001</c:v>
                </c:pt>
                <c:pt idx="758">
                  <c:v>1465.8440000000001</c:v>
                </c:pt>
                <c:pt idx="759">
                  <c:v>1466.326</c:v>
                </c:pt>
                <c:pt idx="760">
                  <c:v>1466.808</c:v>
                </c:pt>
                <c:pt idx="761">
                  <c:v>1467.29</c:v>
                </c:pt>
                <c:pt idx="762">
                  <c:v>1467.7719999999999</c:v>
                </c:pt>
                <c:pt idx="763">
                  <c:v>1468.2550000000001</c:v>
                </c:pt>
                <c:pt idx="764">
                  <c:v>1468.7370000000001</c:v>
                </c:pt>
                <c:pt idx="765">
                  <c:v>1469.2190000000001</c:v>
                </c:pt>
                <c:pt idx="766">
                  <c:v>1469.701</c:v>
                </c:pt>
                <c:pt idx="767">
                  <c:v>1470.183</c:v>
                </c:pt>
                <c:pt idx="768">
                  <c:v>1470.665</c:v>
                </c:pt>
                <c:pt idx="769">
                  <c:v>1471.1469999999999</c:v>
                </c:pt>
                <c:pt idx="770">
                  <c:v>1471.6289999999999</c:v>
                </c:pt>
                <c:pt idx="771">
                  <c:v>1472.1120000000001</c:v>
                </c:pt>
                <c:pt idx="772">
                  <c:v>1472.5940000000001</c:v>
                </c:pt>
                <c:pt idx="773">
                  <c:v>1473.076</c:v>
                </c:pt>
                <c:pt idx="774">
                  <c:v>1473.558</c:v>
                </c:pt>
                <c:pt idx="775">
                  <c:v>1474.04</c:v>
                </c:pt>
                <c:pt idx="776">
                  <c:v>1474.5219999999999</c:v>
                </c:pt>
                <c:pt idx="777">
                  <c:v>1475.0039999999999</c:v>
                </c:pt>
                <c:pt idx="778">
                  <c:v>1475.4860000000001</c:v>
                </c:pt>
                <c:pt idx="779">
                  <c:v>1475.9690000000001</c:v>
                </c:pt>
                <c:pt idx="780">
                  <c:v>1476.451</c:v>
                </c:pt>
                <c:pt idx="781">
                  <c:v>1476.933</c:v>
                </c:pt>
                <c:pt idx="782">
                  <c:v>1477.415</c:v>
                </c:pt>
                <c:pt idx="783">
                  <c:v>1477.8969999999999</c:v>
                </c:pt>
                <c:pt idx="784">
                  <c:v>1478.3789999999999</c:v>
                </c:pt>
                <c:pt idx="785">
                  <c:v>1478.8610000000001</c:v>
                </c:pt>
                <c:pt idx="786">
                  <c:v>1479.3430000000001</c:v>
                </c:pt>
                <c:pt idx="787">
                  <c:v>1479.825</c:v>
                </c:pt>
                <c:pt idx="788">
                  <c:v>1480.307</c:v>
                </c:pt>
                <c:pt idx="789">
                  <c:v>1480.79</c:v>
                </c:pt>
                <c:pt idx="790">
                  <c:v>1481.2719999999999</c:v>
                </c:pt>
                <c:pt idx="791">
                  <c:v>1481.7539999999999</c:v>
                </c:pt>
                <c:pt idx="792">
                  <c:v>1482.2360000000001</c:v>
                </c:pt>
                <c:pt idx="793">
                  <c:v>1482.7180000000001</c:v>
                </c:pt>
                <c:pt idx="794">
                  <c:v>1483.2</c:v>
                </c:pt>
                <c:pt idx="795">
                  <c:v>1483.682</c:v>
                </c:pt>
                <c:pt idx="796">
                  <c:v>1484.164</c:v>
                </c:pt>
                <c:pt idx="797">
                  <c:v>1484.6469999999999</c:v>
                </c:pt>
                <c:pt idx="798">
                  <c:v>1485.1289999999999</c:v>
                </c:pt>
                <c:pt idx="799">
                  <c:v>1485.6110000000001</c:v>
                </c:pt>
                <c:pt idx="800">
                  <c:v>1486.0930000000001</c:v>
                </c:pt>
                <c:pt idx="801">
                  <c:v>1486.575</c:v>
                </c:pt>
                <c:pt idx="802">
                  <c:v>1487.057</c:v>
                </c:pt>
                <c:pt idx="803">
                  <c:v>1487.539</c:v>
                </c:pt>
                <c:pt idx="804">
                  <c:v>1488.021</c:v>
                </c:pt>
                <c:pt idx="805">
                  <c:v>1488.5039999999999</c:v>
                </c:pt>
                <c:pt idx="806">
                  <c:v>1488.9860000000001</c:v>
                </c:pt>
                <c:pt idx="807">
                  <c:v>1489.4680000000001</c:v>
                </c:pt>
                <c:pt idx="808">
                  <c:v>1489.95</c:v>
                </c:pt>
                <c:pt idx="809">
                  <c:v>1490.432</c:v>
                </c:pt>
                <c:pt idx="810">
                  <c:v>1490.914</c:v>
                </c:pt>
                <c:pt idx="811">
                  <c:v>1491.396</c:v>
                </c:pt>
                <c:pt idx="812">
                  <c:v>1491.8779999999999</c:v>
                </c:pt>
                <c:pt idx="813">
                  <c:v>1492.36</c:v>
                </c:pt>
                <c:pt idx="814">
                  <c:v>1492.8430000000001</c:v>
                </c:pt>
                <c:pt idx="815">
                  <c:v>1493.325</c:v>
                </c:pt>
                <c:pt idx="816">
                  <c:v>1493.807</c:v>
                </c:pt>
                <c:pt idx="817">
                  <c:v>1494.289</c:v>
                </c:pt>
                <c:pt idx="818">
                  <c:v>1494.771</c:v>
                </c:pt>
                <c:pt idx="819">
                  <c:v>1495.2529999999999</c:v>
                </c:pt>
                <c:pt idx="820">
                  <c:v>1495.7349999999999</c:v>
                </c:pt>
                <c:pt idx="821">
                  <c:v>1496.2170000000001</c:v>
                </c:pt>
                <c:pt idx="822">
                  <c:v>1496.6990000000001</c:v>
                </c:pt>
                <c:pt idx="823">
                  <c:v>1497.182</c:v>
                </c:pt>
                <c:pt idx="824">
                  <c:v>1497.664</c:v>
                </c:pt>
                <c:pt idx="825">
                  <c:v>1498.146</c:v>
                </c:pt>
                <c:pt idx="826">
                  <c:v>1498.6279999999999</c:v>
                </c:pt>
                <c:pt idx="827">
                  <c:v>1499.11</c:v>
                </c:pt>
                <c:pt idx="828">
                  <c:v>1499.5920000000001</c:v>
                </c:pt>
                <c:pt idx="829">
                  <c:v>1500.0740000000001</c:v>
                </c:pt>
                <c:pt idx="830">
                  <c:v>1500.556</c:v>
                </c:pt>
                <c:pt idx="831">
                  <c:v>1501.039</c:v>
                </c:pt>
                <c:pt idx="832">
                  <c:v>1501.521</c:v>
                </c:pt>
                <c:pt idx="833">
                  <c:v>1502.0029999999999</c:v>
                </c:pt>
                <c:pt idx="834">
                  <c:v>1502.4849999999999</c:v>
                </c:pt>
                <c:pt idx="835">
                  <c:v>1502.9670000000001</c:v>
                </c:pt>
                <c:pt idx="836">
                  <c:v>1503.4490000000001</c:v>
                </c:pt>
                <c:pt idx="837">
                  <c:v>1503.931</c:v>
                </c:pt>
                <c:pt idx="838">
                  <c:v>1504.413</c:v>
                </c:pt>
                <c:pt idx="839">
                  <c:v>1504.896</c:v>
                </c:pt>
                <c:pt idx="840">
                  <c:v>1505.3779999999999</c:v>
                </c:pt>
                <c:pt idx="841">
                  <c:v>1505.86</c:v>
                </c:pt>
                <c:pt idx="842">
                  <c:v>1506.3420000000001</c:v>
                </c:pt>
                <c:pt idx="843">
                  <c:v>1506.8240000000001</c:v>
                </c:pt>
                <c:pt idx="844">
                  <c:v>1507.306</c:v>
                </c:pt>
                <c:pt idx="845">
                  <c:v>1507.788</c:v>
                </c:pt>
                <c:pt idx="846">
                  <c:v>1508.27</c:v>
                </c:pt>
                <c:pt idx="847">
                  <c:v>1508.752</c:v>
                </c:pt>
                <c:pt idx="848">
                  <c:v>1509.2339999999999</c:v>
                </c:pt>
                <c:pt idx="849">
                  <c:v>1509.7170000000001</c:v>
                </c:pt>
                <c:pt idx="850">
                  <c:v>1510.1990000000001</c:v>
                </c:pt>
                <c:pt idx="851">
                  <c:v>1510.681</c:v>
                </c:pt>
                <c:pt idx="852">
                  <c:v>1511.163</c:v>
                </c:pt>
                <c:pt idx="853">
                  <c:v>1511.645</c:v>
                </c:pt>
                <c:pt idx="854">
                  <c:v>1512.127</c:v>
                </c:pt>
                <c:pt idx="855">
                  <c:v>1512.6089999999999</c:v>
                </c:pt>
                <c:pt idx="856">
                  <c:v>1513.0909999999999</c:v>
                </c:pt>
                <c:pt idx="857">
                  <c:v>1513.5740000000001</c:v>
                </c:pt>
                <c:pt idx="858">
                  <c:v>1514.056</c:v>
                </c:pt>
                <c:pt idx="859">
                  <c:v>1514.538</c:v>
                </c:pt>
                <c:pt idx="860">
                  <c:v>1515.02</c:v>
                </c:pt>
                <c:pt idx="861">
                  <c:v>1515.502</c:v>
                </c:pt>
                <c:pt idx="862">
                  <c:v>1515.9839999999999</c:v>
                </c:pt>
                <c:pt idx="863">
                  <c:v>1516.4659999999999</c:v>
                </c:pt>
                <c:pt idx="864">
                  <c:v>1516.9480000000001</c:v>
                </c:pt>
                <c:pt idx="865">
                  <c:v>1517.431</c:v>
                </c:pt>
                <c:pt idx="866">
                  <c:v>1517.913</c:v>
                </c:pt>
                <c:pt idx="867">
                  <c:v>1518.395</c:v>
                </c:pt>
                <c:pt idx="868">
                  <c:v>1518.877</c:v>
                </c:pt>
                <c:pt idx="869">
                  <c:v>1519.3589999999999</c:v>
                </c:pt>
                <c:pt idx="870">
                  <c:v>1519.8409999999999</c:v>
                </c:pt>
                <c:pt idx="871">
                  <c:v>1520.3230000000001</c:v>
                </c:pt>
                <c:pt idx="872">
                  <c:v>1520.8050000000001</c:v>
                </c:pt>
                <c:pt idx="873">
                  <c:v>1521.287</c:v>
                </c:pt>
                <c:pt idx="874">
                  <c:v>1521.77</c:v>
                </c:pt>
                <c:pt idx="875">
                  <c:v>1522.252</c:v>
                </c:pt>
                <c:pt idx="876">
                  <c:v>1522.7339999999999</c:v>
                </c:pt>
                <c:pt idx="877">
                  <c:v>1523.2159999999999</c:v>
                </c:pt>
                <c:pt idx="878">
                  <c:v>1523.6980000000001</c:v>
                </c:pt>
                <c:pt idx="879">
                  <c:v>1524.18</c:v>
                </c:pt>
                <c:pt idx="880">
                  <c:v>1524.662</c:v>
                </c:pt>
                <c:pt idx="881">
                  <c:v>1525.144</c:v>
                </c:pt>
                <c:pt idx="882">
                  <c:v>1525.626</c:v>
                </c:pt>
                <c:pt idx="883">
                  <c:v>1526.1089999999999</c:v>
                </c:pt>
                <c:pt idx="884">
                  <c:v>1526.5909999999999</c:v>
                </c:pt>
                <c:pt idx="885">
                  <c:v>1527.0730000000001</c:v>
                </c:pt>
                <c:pt idx="886">
                  <c:v>1527.5550000000001</c:v>
                </c:pt>
                <c:pt idx="887">
                  <c:v>1528.037</c:v>
                </c:pt>
                <c:pt idx="888">
                  <c:v>1528.519</c:v>
                </c:pt>
                <c:pt idx="889">
                  <c:v>1529.001</c:v>
                </c:pt>
                <c:pt idx="890">
                  <c:v>1529.4829999999999</c:v>
                </c:pt>
                <c:pt idx="891">
                  <c:v>1529.9659999999999</c:v>
                </c:pt>
                <c:pt idx="892">
                  <c:v>1530.4480000000001</c:v>
                </c:pt>
                <c:pt idx="893">
                  <c:v>1530.93</c:v>
                </c:pt>
                <c:pt idx="894">
                  <c:v>1531.412</c:v>
                </c:pt>
                <c:pt idx="895">
                  <c:v>1531.894</c:v>
                </c:pt>
                <c:pt idx="896">
                  <c:v>1532.376</c:v>
                </c:pt>
                <c:pt idx="897">
                  <c:v>1532.8579999999999</c:v>
                </c:pt>
                <c:pt idx="898">
                  <c:v>1533.34</c:v>
                </c:pt>
                <c:pt idx="899">
                  <c:v>1533.8230000000001</c:v>
                </c:pt>
                <c:pt idx="900">
                  <c:v>1534.3050000000001</c:v>
                </c:pt>
                <c:pt idx="901">
                  <c:v>1534.787</c:v>
                </c:pt>
                <c:pt idx="902">
                  <c:v>1535.269</c:v>
                </c:pt>
                <c:pt idx="903">
                  <c:v>1535.751</c:v>
                </c:pt>
                <c:pt idx="904">
                  <c:v>1536.2329999999999</c:v>
                </c:pt>
                <c:pt idx="905">
                  <c:v>1536.7149999999999</c:v>
                </c:pt>
                <c:pt idx="906">
                  <c:v>1537.1969999999999</c:v>
                </c:pt>
                <c:pt idx="907">
                  <c:v>1537.6790000000001</c:v>
                </c:pt>
                <c:pt idx="908">
                  <c:v>1538.1610000000001</c:v>
                </c:pt>
                <c:pt idx="909">
                  <c:v>1538.644</c:v>
                </c:pt>
                <c:pt idx="910">
                  <c:v>1539.126</c:v>
                </c:pt>
                <c:pt idx="911">
                  <c:v>1539.6079999999999</c:v>
                </c:pt>
                <c:pt idx="912">
                  <c:v>1540.09</c:v>
                </c:pt>
                <c:pt idx="913">
                  <c:v>1540.5719999999999</c:v>
                </c:pt>
                <c:pt idx="914">
                  <c:v>1541.0540000000001</c:v>
                </c:pt>
                <c:pt idx="915">
                  <c:v>1541.5360000000001</c:v>
                </c:pt>
                <c:pt idx="916">
                  <c:v>1542.018</c:v>
                </c:pt>
                <c:pt idx="917">
                  <c:v>1542.501</c:v>
                </c:pt>
                <c:pt idx="918">
                  <c:v>1542.9829999999999</c:v>
                </c:pt>
                <c:pt idx="919">
                  <c:v>1543.4649999999999</c:v>
                </c:pt>
                <c:pt idx="920">
                  <c:v>1543.9469999999999</c:v>
                </c:pt>
                <c:pt idx="921">
                  <c:v>1544.4290000000001</c:v>
                </c:pt>
                <c:pt idx="922">
                  <c:v>1544.9110000000001</c:v>
                </c:pt>
                <c:pt idx="923">
                  <c:v>1545.393</c:v>
                </c:pt>
                <c:pt idx="924">
                  <c:v>1545.875</c:v>
                </c:pt>
                <c:pt idx="925">
                  <c:v>1546.3579999999999</c:v>
                </c:pt>
                <c:pt idx="926">
                  <c:v>1546.84</c:v>
                </c:pt>
                <c:pt idx="927">
                  <c:v>1547.3219999999999</c:v>
                </c:pt>
                <c:pt idx="928">
                  <c:v>1547.8040000000001</c:v>
                </c:pt>
                <c:pt idx="929">
                  <c:v>1548.2860000000001</c:v>
                </c:pt>
                <c:pt idx="930">
                  <c:v>1548.768</c:v>
                </c:pt>
                <c:pt idx="931">
                  <c:v>1549.25</c:v>
                </c:pt>
                <c:pt idx="932">
                  <c:v>1549.732</c:v>
                </c:pt>
                <c:pt idx="933">
                  <c:v>1550.2139999999999</c:v>
                </c:pt>
                <c:pt idx="934">
                  <c:v>1550.6969999999999</c:v>
                </c:pt>
                <c:pt idx="935">
                  <c:v>1551.1790000000001</c:v>
                </c:pt>
                <c:pt idx="936">
                  <c:v>1551.6610000000001</c:v>
                </c:pt>
                <c:pt idx="937">
                  <c:v>1552.143</c:v>
                </c:pt>
                <c:pt idx="938">
                  <c:v>1552.625</c:v>
                </c:pt>
                <c:pt idx="939">
                  <c:v>1553.107</c:v>
                </c:pt>
                <c:pt idx="940">
                  <c:v>1553.5889999999999</c:v>
                </c:pt>
                <c:pt idx="941">
                  <c:v>1554.0709999999999</c:v>
                </c:pt>
                <c:pt idx="942">
                  <c:v>1554.5530000000001</c:v>
                </c:pt>
                <c:pt idx="943">
                  <c:v>1555.0360000000001</c:v>
                </c:pt>
                <c:pt idx="944">
                  <c:v>1555.518</c:v>
                </c:pt>
                <c:pt idx="945">
                  <c:v>1556</c:v>
                </c:pt>
                <c:pt idx="946">
                  <c:v>1556.482</c:v>
                </c:pt>
                <c:pt idx="947">
                  <c:v>1556.9639999999999</c:v>
                </c:pt>
                <c:pt idx="948">
                  <c:v>1557.4459999999999</c:v>
                </c:pt>
                <c:pt idx="949">
                  <c:v>1557.9280000000001</c:v>
                </c:pt>
                <c:pt idx="950">
                  <c:v>1558.41</c:v>
                </c:pt>
                <c:pt idx="951">
                  <c:v>1558.893</c:v>
                </c:pt>
                <c:pt idx="952">
                  <c:v>1559.375</c:v>
                </c:pt>
                <c:pt idx="953">
                  <c:v>1559.857</c:v>
                </c:pt>
                <c:pt idx="954">
                  <c:v>1560.3389999999999</c:v>
                </c:pt>
                <c:pt idx="955">
                  <c:v>1560.8209999999999</c:v>
                </c:pt>
                <c:pt idx="956">
                  <c:v>1561.3030000000001</c:v>
                </c:pt>
                <c:pt idx="957">
                  <c:v>1561.7850000000001</c:v>
                </c:pt>
                <c:pt idx="958">
                  <c:v>1562.2670000000001</c:v>
                </c:pt>
                <c:pt idx="959">
                  <c:v>1562.75</c:v>
                </c:pt>
                <c:pt idx="960">
                  <c:v>1563.232</c:v>
                </c:pt>
                <c:pt idx="961">
                  <c:v>1563.7139999999999</c:v>
                </c:pt>
                <c:pt idx="962">
                  <c:v>1564.1959999999999</c:v>
                </c:pt>
                <c:pt idx="963">
                  <c:v>1564.6780000000001</c:v>
                </c:pt>
                <c:pt idx="964">
                  <c:v>1565.16</c:v>
                </c:pt>
                <c:pt idx="965">
                  <c:v>1565.6420000000001</c:v>
                </c:pt>
                <c:pt idx="966">
                  <c:v>1566.124</c:v>
                </c:pt>
                <c:pt idx="967">
                  <c:v>1566.606</c:v>
                </c:pt>
                <c:pt idx="968">
                  <c:v>1567.0889999999999</c:v>
                </c:pt>
                <c:pt idx="969">
                  <c:v>1567.5709999999999</c:v>
                </c:pt>
                <c:pt idx="970">
                  <c:v>1568.0530000000001</c:v>
                </c:pt>
                <c:pt idx="971">
                  <c:v>1568.5350000000001</c:v>
                </c:pt>
                <c:pt idx="972">
                  <c:v>1569.0170000000001</c:v>
                </c:pt>
                <c:pt idx="973">
                  <c:v>1569.499</c:v>
                </c:pt>
                <c:pt idx="974">
                  <c:v>1569.981</c:v>
                </c:pt>
                <c:pt idx="975">
                  <c:v>1570.463</c:v>
                </c:pt>
                <c:pt idx="976">
                  <c:v>1570.9449999999999</c:v>
                </c:pt>
                <c:pt idx="977">
                  <c:v>1571.4280000000001</c:v>
                </c:pt>
                <c:pt idx="978">
                  <c:v>1571.91</c:v>
                </c:pt>
                <c:pt idx="979">
                  <c:v>1572.3920000000001</c:v>
                </c:pt>
                <c:pt idx="980">
                  <c:v>1572.874</c:v>
                </c:pt>
                <c:pt idx="981">
                  <c:v>1573.356</c:v>
                </c:pt>
                <c:pt idx="982">
                  <c:v>1573.838</c:v>
                </c:pt>
                <c:pt idx="983">
                  <c:v>1574.32</c:v>
                </c:pt>
                <c:pt idx="984">
                  <c:v>1574.8019999999999</c:v>
                </c:pt>
                <c:pt idx="985">
                  <c:v>1575.2850000000001</c:v>
                </c:pt>
                <c:pt idx="986">
                  <c:v>1575.7670000000001</c:v>
                </c:pt>
                <c:pt idx="987">
                  <c:v>1576.249</c:v>
                </c:pt>
                <c:pt idx="988">
                  <c:v>1576.731</c:v>
                </c:pt>
                <c:pt idx="989">
                  <c:v>1577.213</c:v>
                </c:pt>
                <c:pt idx="990">
                  <c:v>1577.6949999999999</c:v>
                </c:pt>
                <c:pt idx="991">
                  <c:v>1578.1769999999999</c:v>
                </c:pt>
                <c:pt idx="992">
                  <c:v>1578.6590000000001</c:v>
                </c:pt>
                <c:pt idx="993">
                  <c:v>1579.1410000000001</c:v>
                </c:pt>
                <c:pt idx="994">
                  <c:v>1579.624</c:v>
                </c:pt>
                <c:pt idx="995">
                  <c:v>1580.106</c:v>
                </c:pt>
                <c:pt idx="996">
                  <c:v>1580.588</c:v>
                </c:pt>
                <c:pt idx="997">
                  <c:v>1581.07</c:v>
                </c:pt>
                <c:pt idx="998">
                  <c:v>1581.5519999999999</c:v>
                </c:pt>
                <c:pt idx="999">
                  <c:v>1582.0340000000001</c:v>
                </c:pt>
                <c:pt idx="1000">
                  <c:v>1582.5160000000001</c:v>
                </c:pt>
                <c:pt idx="1001">
                  <c:v>1582.998</c:v>
                </c:pt>
                <c:pt idx="1002">
                  <c:v>1583.48</c:v>
                </c:pt>
                <c:pt idx="1003">
                  <c:v>1583.963</c:v>
                </c:pt>
                <c:pt idx="1004">
                  <c:v>1584.4449999999999</c:v>
                </c:pt>
                <c:pt idx="1005">
                  <c:v>1584.9269999999999</c:v>
                </c:pt>
                <c:pt idx="1006">
                  <c:v>1585.4090000000001</c:v>
                </c:pt>
                <c:pt idx="1007">
                  <c:v>1585.8910000000001</c:v>
                </c:pt>
                <c:pt idx="1008">
                  <c:v>1586.373</c:v>
                </c:pt>
                <c:pt idx="1009">
                  <c:v>1586.855</c:v>
                </c:pt>
                <c:pt idx="1010">
                  <c:v>1587.337</c:v>
                </c:pt>
                <c:pt idx="1011">
                  <c:v>1587.82</c:v>
                </c:pt>
                <c:pt idx="1012">
                  <c:v>1588.3019999999999</c:v>
                </c:pt>
                <c:pt idx="1013">
                  <c:v>1588.7840000000001</c:v>
                </c:pt>
                <c:pt idx="1014">
                  <c:v>1589.2660000000001</c:v>
                </c:pt>
                <c:pt idx="1015">
                  <c:v>1589.748</c:v>
                </c:pt>
                <c:pt idx="1016">
                  <c:v>1590.23</c:v>
                </c:pt>
                <c:pt idx="1017">
                  <c:v>1590.712</c:v>
                </c:pt>
                <c:pt idx="1018">
                  <c:v>1591.194</c:v>
                </c:pt>
                <c:pt idx="1019">
                  <c:v>1591.6769999999999</c:v>
                </c:pt>
                <c:pt idx="1020">
                  <c:v>1592.1590000000001</c:v>
                </c:pt>
                <c:pt idx="1021">
                  <c:v>1592.6410000000001</c:v>
                </c:pt>
                <c:pt idx="1022">
                  <c:v>1593.123</c:v>
                </c:pt>
                <c:pt idx="1023">
                  <c:v>1593.605</c:v>
                </c:pt>
                <c:pt idx="1024">
                  <c:v>1594.087</c:v>
                </c:pt>
                <c:pt idx="1025">
                  <c:v>1594.569</c:v>
                </c:pt>
                <c:pt idx="1026">
                  <c:v>1595.0509999999999</c:v>
                </c:pt>
                <c:pt idx="1027">
                  <c:v>1595.5329999999999</c:v>
                </c:pt>
                <c:pt idx="1028">
                  <c:v>1596.0160000000001</c:v>
                </c:pt>
                <c:pt idx="1029">
                  <c:v>1596.498</c:v>
                </c:pt>
                <c:pt idx="1030">
                  <c:v>1596.98</c:v>
                </c:pt>
                <c:pt idx="1031">
                  <c:v>1597.462</c:v>
                </c:pt>
                <c:pt idx="1032">
                  <c:v>1597.944</c:v>
                </c:pt>
                <c:pt idx="1033">
                  <c:v>1598.4259999999999</c:v>
                </c:pt>
                <c:pt idx="1034">
                  <c:v>1598.9079999999999</c:v>
                </c:pt>
                <c:pt idx="1035">
                  <c:v>1599.39</c:v>
                </c:pt>
                <c:pt idx="1036">
                  <c:v>1599.873</c:v>
                </c:pt>
                <c:pt idx="1037">
                  <c:v>1600.355</c:v>
                </c:pt>
                <c:pt idx="1038">
                  <c:v>1600.837</c:v>
                </c:pt>
                <c:pt idx="1039">
                  <c:v>1601.319</c:v>
                </c:pt>
                <c:pt idx="1040">
                  <c:v>1601.8009999999999</c:v>
                </c:pt>
                <c:pt idx="1041">
                  <c:v>1602.2829999999999</c:v>
                </c:pt>
                <c:pt idx="1042">
                  <c:v>1602.7650000000001</c:v>
                </c:pt>
                <c:pt idx="1043">
                  <c:v>1603.2470000000001</c:v>
                </c:pt>
                <c:pt idx="1044">
                  <c:v>1603.729</c:v>
                </c:pt>
                <c:pt idx="1045">
                  <c:v>1604.212</c:v>
                </c:pt>
                <c:pt idx="1046">
                  <c:v>1604.694</c:v>
                </c:pt>
                <c:pt idx="1047">
                  <c:v>1605.1759999999999</c:v>
                </c:pt>
                <c:pt idx="1048">
                  <c:v>1605.6579999999999</c:v>
                </c:pt>
                <c:pt idx="1049">
                  <c:v>1606.14</c:v>
                </c:pt>
                <c:pt idx="1050">
                  <c:v>1606.6220000000001</c:v>
                </c:pt>
                <c:pt idx="1051">
                  <c:v>1607.104</c:v>
                </c:pt>
                <c:pt idx="1052">
                  <c:v>1607.586</c:v>
                </c:pt>
                <c:pt idx="1053">
                  <c:v>1608.068</c:v>
                </c:pt>
                <c:pt idx="1054">
                  <c:v>1608.5509999999999</c:v>
                </c:pt>
                <c:pt idx="1055">
                  <c:v>1609.0329999999999</c:v>
                </c:pt>
                <c:pt idx="1056">
                  <c:v>1609.5150000000001</c:v>
                </c:pt>
                <c:pt idx="1057">
                  <c:v>1609.9970000000001</c:v>
                </c:pt>
                <c:pt idx="1058">
                  <c:v>1610.479</c:v>
                </c:pt>
                <c:pt idx="1059">
                  <c:v>1610.961</c:v>
                </c:pt>
                <c:pt idx="1060">
                  <c:v>1611.443</c:v>
                </c:pt>
                <c:pt idx="1061">
                  <c:v>1611.925</c:v>
                </c:pt>
                <c:pt idx="1062">
                  <c:v>1612.4079999999999</c:v>
                </c:pt>
                <c:pt idx="1063">
                  <c:v>1612.89</c:v>
                </c:pt>
                <c:pt idx="1064">
                  <c:v>1613.3720000000001</c:v>
                </c:pt>
                <c:pt idx="1065">
                  <c:v>1613.854</c:v>
                </c:pt>
                <c:pt idx="1066">
                  <c:v>1614.336</c:v>
                </c:pt>
                <c:pt idx="1067">
                  <c:v>1614.818</c:v>
                </c:pt>
                <c:pt idx="1068">
                  <c:v>1615.3</c:v>
                </c:pt>
                <c:pt idx="1069">
                  <c:v>1615.7819999999999</c:v>
                </c:pt>
                <c:pt idx="1070">
                  <c:v>1616.2650000000001</c:v>
                </c:pt>
                <c:pt idx="1071">
                  <c:v>1616.7470000000001</c:v>
                </c:pt>
                <c:pt idx="1072">
                  <c:v>1617.229</c:v>
                </c:pt>
                <c:pt idx="1073">
                  <c:v>1617.711</c:v>
                </c:pt>
                <c:pt idx="1074">
                  <c:v>1618.193</c:v>
                </c:pt>
                <c:pt idx="1075">
                  <c:v>1618.675</c:v>
                </c:pt>
                <c:pt idx="1076">
                  <c:v>1619.1569999999999</c:v>
                </c:pt>
                <c:pt idx="1077">
                  <c:v>1619.6389999999999</c:v>
                </c:pt>
                <c:pt idx="1078">
                  <c:v>1620.1210000000001</c:v>
                </c:pt>
                <c:pt idx="1079">
                  <c:v>1620.604</c:v>
                </c:pt>
                <c:pt idx="1080">
                  <c:v>1621.086</c:v>
                </c:pt>
                <c:pt idx="1081">
                  <c:v>1621.568</c:v>
                </c:pt>
                <c:pt idx="1082">
                  <c:v>1622.05</c:v>
                </c:pt>
                <c:pt idx="1083">
                  <c:v>1622.5319999999999</c:v>
                </c:pt>
                <c:pt idx="1084">
                  <c:v>1623.0139999999999</c:v>
                </c:pt>
                <c:pt idx="1085">
                  <c:v>1623.4960000000001</c:v>
                </c:pt>
                <c:pt idx="1086">
                  <c:v>1623.9780000000001</c:v>
                </c:pt>
                <c:pt idx="1087">
                  <c:v>1624.46</c:v>
                </c:pt>
                <c:pt idx="1088">
                  <c:v>1624.943</c:v>
                </c:pt>
                <c:pt idx="1089">
                  <c:v>1625.425</c:v>
                </c:pt>
                <c:pt idx="1090">
                  <c:v>1625.9069999999999</c:v>
                </c:pt>
                <c:pt idx="1091">
                  <c:v>1626.3889999999999</c:v>
                </c:pt>
                <c:pt idx="1092">
                  <c:v>1626.8710000000001</c:v>
                </c:pt>
                <c:pt idx="1093">
                  <c:v>1627.3530000000001</c:v>
                </c:pt>
                <c:pt idx="1094">
                  <c:v>1627.835</c:v>
                </c:pt>
                <c:pt idx="1095">
                  <c:v>1628.317</c:v>
                </c:pt>
                <c:pt idx="1096">
                  <c:v>1628.8</c:v>
                </c:pt>
                <c:pt idx="1097">
                  <c:v>1629.2819999999999</c:v>
                </c:pt>
                <c:pt idx="1098">
                  <c:v>1629.7639999999999</c:v>
                </c:pt>
                <c:pt idx="1099">
                  <c:v>1630.2460000000001</c:v>
                </c:pt>
                <c:pt idx="1100">
                  <c:v>1630.7280000000001</c:v>
                </c:pt>
                <c:pt idx="1101">
                  <c:v>1631.21</c:v>
                </c:pt>
                <c:pt idx="1102">
                  <c:v>1631.692</c:v>
                </c:pt>
                <c:pt idx="1103">
                  <c:v>1632.174</c:v>
                </c:pt>
                <c:pt idx="1104">
                  <c:v>1632.6559999999999</c:v>
                </c:pt>
                <c:pt idx="1105">
                  <c:v>1633.1389999999999</c:v>
                </c:pt>
                <c:pt idx="1106">
                  <c:v>1633.6210000000001</c:v>
                </c:pt>
                <c:pt idx="1107">
                  <c:v>1634.1030000000001</c:v>
                </c:pt>
                <c:pt idx="1108">
                  <c:v>1634.585</c:v>
                </c:pt>
                <c:pt idx="1109">
                  <c:v>1635.067</c:v>
                </c:pt>
                <c:pt idx="1110">
                  <c:v>1635.549</c:v>
                </c:pt>
                <c:pt idx="1111">
                  <c:v>1636.0309999999999</c:v>
                </c:pt>
                <c:pt idx="1112">
                  <c:v>1636.5129999999999</c:v>
                </c:pt>
                <c:pt idx="1113">
                  <c:v>1636.9949999999999</c:v>
                </c:pt>
                <c:pt idx="1114">
                  <c:v>1637.4780000000001</c:v>
                </c:pt>
                <c:pt idx="1115">
                  <c:v>1637.96</c:v>
                </c:pt>
                <c:pt idx="1116">
                  <c:v>1638.442</c:v>
                </c:pt>
                <c:pt idx="1117">
                  <c:v>1638.924</c:v>
                </c:pt>
                <c:pt idx="1118">
                  <c:v>1639.4059999999999</c:v>
                </c:pt>
                <c:pt idx="1119">
                  <c:v>1639.8879999999999</c:v>
                </c:pt>
                <c:pt idx="1120">
                  <c:v>1640.37</c:v>
                </c:pt>
                <c:pt idx="1121">
                  <c:v>1640.8520000000001</c:v>
                </c:pt>
                <c:pt idx="1122">
                  <c:v>1641.335</c:v>
                </c:pt>
                <c:pt idx="1123">
                  <c:v>1641.817</c:v>
                </c:pt>
                <c:pt idx="1124">
                  <c:v>1642.299</c:v>
                </c:pt>
                <c:pt idx="1125">
                  <c:v>1642.7809999999999</c:v>
                </c:pt>
                <c:pt idx="1126">
                  <c:v>1643.2629999999999</c:v>
                </c:pt>
                <c:pt idx="1127">
                  <c:v>1643.7449999999999</c:v>
                </c:pt>
                <c:pt idx="1128">
                  <c:v>1644.2270000000001</c:v>
                </c:pt>
                <c:pt idx="1129">
                  <c:v>1644.7090000000001</c:v>
                </c:pt>
                <c:pt idx="1130">
                  <c:v>1645.192</c:v>
                </c:pt>
                <c:pt idx="1131">
                  <c:v>1645.674</c:v>
                </c:pt>
                <c:pt idx="1132">
                  <c:v>1646.1559999999999</c:v>
                </c:pt>
                <c:pt idx="1133">
                  <c:v>1646.6379999999999</c:v>
                </c:pt>
                <c:pt idx="1134">
                  <c:v>1647.12</c:v>
                </c:pt>
                <c:pt idx="1135">
                  <c:v>1647.6020000000001</c:v>
                </c:pt>
                <c:pt idx="1136">
                  <c:v>1648.0840000000001</c:v>
                </c:pt>
                <c:pt idx="1137">
                  <c:v>1648.566</c:v>
                </c:pt>
                <c:pt idx="1138">
                  <c:v>1649.048</c:v>
                </c:pt>
                <c:pt idx="1139">
                  <c:v>1649.5309999999999</c:v>
                </c:pt>
                <c:pt idx="1140">
                  <c:v>1650.0129999999999</c:v>
                </c:pt>
                <c:pt idx="1141">
                  <c:v>1650.4949999999999</c:v>
                </c:pt>
                <c:pt idx="1142">
                  <c:v>1650.9770000000001</c:v>
                </c:pt>
                <c:pt idx="1143">
                  <c:v>1651.4590000000001</c:v>
                </c:pt>
                <c:pt idx="1144">
                  <c:v>1651.941</c:v>
                </c:pt>
                <c:pt idx="1145">
                  <c:v>1652.423</c:v>
                </c:pt>
                <c:pt idx="1146">
                  <c:v>1652.905</c:v>
                </c:pt>
                <c:pt idx="1147">
                  <c:v>1653.3869999999999</c:v>
                </c:pt>
                <c:pt idx="1148">
                  <c:v>1653.87</c:v>
                </c:pt>
                <c:pt idx="1149">
                  <c:v>1654.3520000000001</c:v>
                </c:pt>
                <c:pt idx="1150">
                  <c:v>1654.8340000000001</c:v>
                </c:pt>
                <c:pt idx="1151">
                  <c:v>1655.316</c:v>
                </c:pt>
                <c:pt idx="1152">
                  <c:v>1655.798</c:v>
                </c:pt>
                <c:pt idx="1153">
                  <c:v>1656.28</c:v>
                </c:pt>
                <c:pt idx="1154">
                  <c:v>1656.7619999999999</c:v>
                </c:pt>
                <c:pt idx="1155">
                  <c:v>1657.2439999999999</c:v>
                </c:pt>
                <c:pt idx="1156">
                  <c:v>1657.7270000000001</c:v>
                </c:pt>
                <c:pt idx="1157">
                  <c:v>1658.2090000000001</c:v>
                </c:pt>
                <c:pt idx="1158">
                  <c:v>1658.691</c:v>
                </c:pt>
                <c:pt idx="1159">
                  <c:v>1659.173</c:v>
                </c:pt>
                <c:pt idx="1160">
                  <c:v>1659.655</c:v>
                </c:pt>
                <c:pt idx="1161">
                  <c:v>1660.1369999999999</c:v>
                </c:pt>
                <c:pt idx="1162">
                  <c:v>1660.6189999999999</c:v>
                </c:pt>
                <c:pt idx="1163">
                  <c:v>1661.1010000000001</c:v>
                </c:pt>
                <c:pt idx="1164">
                  <c:v>1661.5830000000001</c:v>
                </c:pt>
                <c:pt idx="1165">
                  <c:v>1662.066</c:v>
                </c:pt>
                <c:pt idx="1166">
                  <c:v>1662.548</c:v>
                </c:pt>
                <c:pt idx="1167">
                  <c:v>1663.03</c:v>
                </c:pt>
                <c:pt idx="1168">
                  <c:v>1663.5119999999999</c:v>
                </c:pt>
                <c:pt idx="1169">
                  <c:v>1663.9939999999999</c:v>
                </c:pt>
                <c:pt idx="1170">
                  <c:v>1664.4760000000001</c:v>
                </c:pt>
                <c:pt idx="1171">
                  <c:v>1664.9580000000001</c:v>
                </c:pt>
                <c:pt idx="1172">
                  <c:v>1665.44</c:v>
                </c:pt>
                <c:pt idx="1173">
                  <c:v>1665.922</c:v>
                </c:pt>
                <c:pt idx="1174">
                  <c:v>1666.405</c:v>
                </c:pt>
                <c:pt idx="1175">
                  <c:v>1666.8869999999999</c:v>
                </c:pt>
                <c:pt idx="1176">
                  <c:v>1667.3689999999999</c:v>
                </c:pt>
                <c:pt idx="1177">
                  <c:v>1667.8510000000001</c:v>
                </c:pt>
                <c:pt idx="1178">
                  <c:v>1668.3330000000001</c:v>
                </c:pt>
                <c:pt idx="1179">
                  <c:v>1668.8150000000001</c:v>
                </c:pt>
                <c:pt idx="1180">
                  <c:v>1669.297</c:v>
                </c:pt>
                <c:pt idx="1181">
                  <c:v>1669.779</c:v>
                </c:pt>
                <c:pt idx="1182">
                  <c:v>1670.2619999999999</c:v>
                </c:pt>
                <c:pt idx="1183">
                  <c:v>1670.7439999999999</c:v>
                </c:pt>
                <c:pt idx="1184">
                  <c:v>1671.2260000000001</c:v>
                </c:pt>
                <c:pt idx="1185">
                  <c:v>1671.7080000000001</c:v>
                </c:pt>
                <c:pt idx="1186">
                  <c:v>1672.19</c:v>
                </c:pt>
                <c:pt idx="1187">
                  <c:v>1672.672</c:v>
                </c:pt>
                <c:pt idx="1188">
                  <c:v>1673.154</c:v>
                </c:pt>
                <c:pt idx="1189">
                  <c:v>1673.636</c:v>
                </c:pt>
                <c:pt idx="1190">
                  <c:v>1674.1189999999999</c:v>
                </c:pt>
                <c:pt idx="1191">
                  <c:v>1674.6010000000001</c:v>
                </c:pt>
                <c:pt idx="1192">
                  <c:v>1675.0830000000001</c:v>
                </c:pt>
                <c:pt idx="1193">
                  <c:v>1675.5650000000001</c:v>
                </c:pt>
                <c:pt idx="1194">
                  <c:v>1676.047</c:v>
                </c:pt>
                <c:pt idx="1195">
                  <c:v>1676.529</c:v>
                </c:pt>
                <c:pt idx="1196">
                  <c:v>1677.011</c:v>
                </c:pt>
                <c:pt idx="1197">
                  <c:v>1677.4929999999999</c:v>
                </c:pt>
                <c:pt idx="1198">
                  <c:v>1677.9749999999999</c:v>
                </c:pt>
                <c:pt idx="1199">
                  <c:v>1678.4580000000001</c:v>
                </c:pt>
                <c:pt idx="1200">
                  <c:v>1678.94</c:v>
                </c:pt>
                <c:pt idx="1201">
                  <c:v>1679.422</c:v>
                </c:pt>
                <c:pt idx="1202">
                  <c:v>1679.904</c:v>
                </c:pt>
                <c:pt idx="1203">
                  <c:v>1680.386</c:v>
                </c:pt>
                <c:pt idx="1204">
                  <c:v>1680.8679999999999</c:v>
                </c:pt>
                <c:pt idx="1205">
                  <c:v>1681.35</c:v>
                </c:pt>
                <c:pt idx="1206">
                  <c:v>1681.8320000000001</c:v>
                </c:pt>
                <c:pt idx="1207">
                  <c:v>1682.3140000000001</c:v>
                </c:pt>
                <c:pt idx="1208">
                  <c:v>1682.797</c:v>
                </c:pt>
                <c:pt idx="1209">
                  <c:v>1683.279</c:v>
                </c:pt>
                <c:pt idx="1210">
                  <c:v>1683.761</c:v>
                </c:pt>
                <c:pt idx="1211">
                  <c:v>1684.2429999999999</c:v>
                </c:pt>
                <c:pt idx="1212">
                  <c:v>1684.7249999999999</c:v>
                </c:pt>
                <c:pt idx="1213">
                  <c:v>1685.2070000000001</c:v>
                </c:pt>
                <c:pt idx="1214">
                  <c:v>1685.6890000000001</c:v>
                </c:pt>
                <c:pt idx="1215">
                  <c:v>1686.171</c:v>
                </c:pt>
                <c:pt idx="1216">
                  <c:v>1686.654</c:v>
                </c:pt>
                <c:pt idx="1217">
                  <c:v>1687.136</c:v>
                </c:pt>
                <c:pt idx="1218">
                  <c:v>1687.6179999999999</c:v>
                </c:pt>
                <c:pt idx="1219">
                  <c:v>1688.1</c:v>
                </c:pt>
                <c:pt idx="1220">
                  <c:v>1688.5820000000001</c:v>
                </c:pt>
                <c:pt idx="1221">
                  <c:v>1689.0640000000001</c:v>
                </c:pt>
                <c:pt idx="1222">
                  <c:v>1689.546</c:v>
                </c:pt>
                <c:pt idx="1223">
                  <c:v>1690.028</c:v>
                </c:pt>
                <c:pt idx="1224">
                  <c:v>1690.51</c:v>
                </c:pt>
                <c:pt idx="1225">
                  <c:v>1690.9929999999999</c:v>
                </c:pt>
                <c:pt idx="1226">
                  <c:v>1691.4749999999999</c:v>
                </c:pt>
                <c:pt idx="1227">
                  <c:v>1691.9570000000001</c:v>
                </c:pt>
                <c:pt idx="1228">
                  <c:v>1692.4390000000001</c:v>
                </c:pt>
                <c:pt idx="1229">
                  <c:v>1692.921</c:v>
                </c:pt>
                <c:pt idx="1230">
                  <c:v>1693.403</c:v>
                </c:pt>
                <c:pt idx="1231">
                  <c:v>1693.885</c:v>
                </c:pt>
                <c:pt idx="1232">
                  <c:v>1694.367</c:v>
                </c:pt>
                <c:pt idx="1233">
                  <c:v>1694.8489999999999</c:v>
                </c:pt>
                <c:pt idx="1234">
                  <c:v>1695.3320000000001</c:v>
                </c:pt>
                <c:pt idx="1235">
                  <c:v>1695.8140000000001</c:v>
                </c:pt>
                <c:pt idx="1236">
                  <c:v>1696.296</c:v>
                </c:pt>
                <c:pt idx="1237">
                  <c:v>1696.778</c:v>
                </c:pt>
                <c:pt idx="1238">
                  <c:v>1697.26</c:v>
                </c:pt>
                <c:pt idx="1239">
                  <c:v>1697.742</c:v>
                </c:pt>
                <c:pt idx="1240">
                  <c:v>1698.2239999999999</c:v>
                </c:pt>
                <c:pt idx="1241">
                  <c:v>1698.7059999999999</c:v>
                </c:pt>
                <c:pt idx="1242">
                  <c:v>1699.1890000000001</c:v>
                </c:pt>
                <c:pt idx="1243">
                  <c:v>1699.671</c:v>
                </c:pt>
                <c:pt idx="1244">
                  <c:v>1700.153</c:v>
                </c:pt>
                <c:pt idx="1245">
                  <c:v>1700.635</c:v>
                </c:pt>
                <c:pt idx="1246">
                  <c:v>1701.117</c:v>
                </c:pt>
                <c:pt idx="1247">
                  <c:v>1701.5989999999999</c:v>
                </c:pt>
                <c:pt idx="1248">
                  <c:v>1702.0809999999999</c:v>
                </c:pt>
                <c:pt idx="1249">
                  <c:v>1702.5630000000001</c:v>
                </c:pt>
                <c:pt idx="1250">
                  <c:v>1703.046</c:v>
                </c:pt>
                <c:pt idx="1251">
                  <c:v>1703.528</c:v>
                </c:pt>
                <c:pt idx="1252">
                  <c:v>1704.01</c:v>
                </c:pt>
                <c:pt idx="1253">
                  <c:v>1704.492</c:v>
                </c:pt>
                <c:pt idx="1254">
                  <c:v>1704.9739999999999</c:v>
                </c:pt>
                <c:pt idx="1255">
                  <c:v>1705.4559999999999</c:v>
                </c:pt>
                <c:pt idx="1256">
                  <c:v>1705.9380000000001</c:v>
                </c:pt>
                <c:pt idx="1257">
                  <c:v>1706.42</c:v>
                </c:pt>
                <c:pt idx="1258">
                  <c:v>1706.902</c:v>
                </c:pt>
                <c:pt idx="1259">
                  <c:v>1707.385</c:v>
                </c:pt>
                <c:pt idx="1260">
                  <c:v>1707.867</c:v>
                </c:pt>
                <c:pt idx="1261">
                  <c:v>1708.3489999999999</c:v>
                </c:pt>
                <c:pt idx="1262">
                  <c:v>1708.8309999999999</c:v>
                </c:pt>
                <c:pt idx="1263">
                  <c:v>1709.3130000000001</c:v>
                </c:pt>
                <c:pt idx="1264">
                  <c:v>1709.7950000000001</c:v>
                </c:pt>
                <c:pt idx="1265">
                  <c:v>1710.277</c:v>
                </c:pt>
                <c:pt idx="1266">
                  <c:v>1710.759</c:v>
                </c:pt>
                <c:pt idx="1267">
                  <c:v>1711.241</c:v>
                </c:pt>
                <c:pt idx="1268">
                  <c:v>1711.7239999999999</c:v>
                </c:pt>
                <c:pt idx="1269">
                  <c:v>1712.2059999999999</c:v>
                </c:pt>
                <c:pt idx="1270">
                  <c:v>1712.6880000000001</c:v>
                </c:pt>
                <c:pt idx="1271">
                  <c:v>1713.17</c:v>
                </c:pt>
                <c:pt idx="1272">
                  <c:v>1713.652</c:v>
                </c:pt>
                <c:pt idx="1273">
                  <c:v>1714.134</c:v>
                </c:pt>
                <c:pt idx="1274">
                  <c:v>1714.616</c:v>
                </c:pt>
                <c:pt idx="1275">
                  <c:v>1715.098</c:v>
                </c:pt>
                <c:pt idx="1276">
                  <c:v>1715.5809999999999</c:v>
                </c:pt>
                <c:pt idx="1277">
                  <c:v>1716.0630000000001</c:v>
                </c:pt>
                <c:pt idx="1278">
                  <c:v>1716.5450000000001</c:v>
                </c:pt>
                <c:pt idx="1279">
                  <c:v>1717.027</c:v>
                </c:pt>
                <c:pt idx="1280">
                  <c:v>1717.509</c:v>
                </c:pt>
                <c:pt idx="1281">
                  <c:v>1717.991</c:v>
                </c:pt>
                <c:pt idx="1282">
                  <c:v>1718.473</c:v>
                </c:pt>
                <c:pt idx="1283">
                  <c:v>1718.9549999999999</c:v>
                </c:pt>
                <c:pt idx="1284">
                  <c:v>1719.4380000000001</c:v>
                </c:pt>
                <c:pt idx="1285">
                  <c:v>1719.92</c:v>
                </c:pt>
                <c:pt idx="1286">
                  <c:v>1720.402</c:v>
                </c:pt>
                <c:pt idx="1287">
                  <c:v>1720.884</c:v>
                </c:pt>
                <c:pt idx="1288">
                  <c:v>1721.366</c:v>
                </c:pt>
                <c:pt idx="1289">
                  <c:v>1721.848</c:v>
                </c:pt>
                <c:pt idx="1290">
                  <c:v>1722.33</c:v>
                </c:pt>
                <c:pt idx="1291">
                  <c:v>1722.8119999999999</c:v>
                </c:pt>
                <c:pt idx="1292">
                  <c:v>1723.2940000000001</c:v>
                </c:pt>
                <c:pt idx="1293">
                  <c:v>1723.7760000000001</c:v>
                </c:pt>
                <c:pt idx="1294">
                  <c:v>1724.259</c:v>
                </c:pt>
                <c:pt idx="1295">
                  <c:v>1724.741</c:v>
                </c:pt>
                <c:pt idx="1296">
                  <c:v>1725.223</c:v>
                </c:pt>
                <c:pt idx="1297">
                  <c:v>1725.7049999999999</c:v>
                </c:pt>
                <c:pt idx="1298">
                  <c:v>1726.1869999999999</c:v>
                </c:pt>
                <c:pt idx="1299">
                  <c:v>1726.6690000000001</c:v>
                </c:pt>
                <c:pt idx="1300">
                  <c:v>1727.1510000000001</c:v>
                </c:pt>
                <c:pt idx="1301">
                  <c:v>1727.633</c:v>
                </c:pt>
                <c:pt idx="1302">
                  <c:v>1728.116</c:v>
                </c:pt>
                <c:pt idx="1303">
                  <c:v>1728.598</c:v>
                </c:pt>
                <c:pt idx="1304">
                  <c:v>1729.08</c:v>
                </c:pt>
                <c:pt idx="1305">
                  <c:v>1729.5619999999999</c:v>
                </c:pt>
                <c:pt idx="1306">
                  <c:v>1730.0440000000001</c:v>
                </c:pt>
                <c:pt idx="1307">
                  <c:v>1730.5260000000001</c:v>
                </c:pt>
                <c:pt idx="1308">
                  <c:v>1731.008</c:v>
                </c:pt>
                <c:pt idx="1309">
                  <c:v>1731.49</c:v>
                </c:pt>
                <c:pt idx="1310">
                  <c:v>1731.973</c:v>
                </c:pt>
                <c:pt idx="1311">
                  <c:v>1732.4549999999999</c:v>
                </c:pt>
                <c:pt idx="1312">
                  <c:v>1732.9369999999999</c:v>
                </c:pt>
                <c:pt idx="1313">
                  <c:v>1733.4190000000001</c:v>
                </c:pt>
                <c:pt idx="1314">
                  <c:v>1733.9010000000001</c:v>
                </c:pt>
                <c:pt idx="1315">
                  <c:v>1734.383</c:v>
                </c:pt>
                <c:pt idx="1316">
                  <c:v>1734.865</c:v>
                </c:pt>
                <c:pt idx="1317">
                  <c:v>1735.347</c:v>
                </c:pt>
                <c:pt idx="1318">
                  <c:v>1735.829</c:v>
                </c:pt>
                <c:pt idx="1319">
                  <c:v>1736.3119999999999</c:v>
                </c:pt>
                <c:pt idx="1320">
                  <c:v>1736.7940000000001</c:v>
                </c:pt>
                <c:pt idx="1321">
                  <c:v>1737.2760000000001</c:v>
                </c:pt>
                <c:pt idx="1322">
                  <c:v>1737.758</c:v>
                </c:pt>
                <c:pt idx="1323">
                  <c:v>1738.24</c:v>
                </c:pt>
                <c:pt idx="1324">
                  <c:v>1738.722</c:v>
                </c:pt>
                <c:pt idx="1325">
                  <c:v>1739.204</c:v>
                </c:pt>
                <c:pt idx="1326">
                  <c:v>1739.6859999999999</c:v>
                </c:pt>
                <c:pt idx="1327">
                  <c:v>1740.1679999999999</c:v>
                </c:pt>
                <c:pt idx="1328">
                  <c:v>1740.6510000000001</c:v>
                </c:pt>
                <c:pt idx="1329">
                  <c:v>1741.133</c:v>
                </c:pt>
                <c:pt idx="1330">
                  <c:v>1741.615</c:v>
                </c:pt>
                <c:pt idx="1331">
                  <c:v>1742.097</c:v>
                </c:pt>
                <c:pt idx="1332">
                  <c:v>1742.579</c:v>
                </c:pt>
                <c:pt idx="1333">
                  <c:v>1743.0609999999999</c:v>
                </c:pt>
                <c:pt idx="1334">
                  <c:v>1743.5429999999999</c:v>
                </c:pt>
                <c:pt idx="1335">
                  <c:v>1744.0250000000001</c:v>
                </c:pt>
                <c:pt idx="1336">
                  <c:v>1744.508</c:v>
                </c:pt>
                <c:pt idx="1337">
                  <c:v>1744.99</c:v>
                </c:pt>
                <c:pt idx="1338">
                  <c:v>1745.472</c:v>
                </c:pt>
                <c:pt idx="1339">
                  <c:v>1745.954</c:v>
                </c:pt>
                <c:pt idx="1340">
                  <c:v>1746.4359999999999</c:v>
                </c:pt>
                <c:pt idx="1341">
                  <c:v>1746.9179999999999</c:v>
                </c:pt>
                <c:pt idx="1342">
                  <c:v>1747.4</c:v>
                </c:pt>
                <c:pt idx="1343">
                  <c:v>1747.8820000000001</c:v>
                </c:pt>
                <c:pt idx="1344">
                  <c:v>1748.365</c:v>
                </c:pt>
                <c:pt idx="1345">
                  <c:v>1748.847</c:v>
                </c:pt>
                <c:pt idx="1346">
                  <c:v>1749.329</c:v>
                </c:pt>
                <c:pt idx="1347">
                  <c:v>1749.8109999999999</c:v>
                </c:pt>
                <c:pt idx="1348">
                  <c:v>1750.2929999999999</c:v>
                </c:pt>
                <c:pt idx="1349">
                  <c:v>1750.7750000000001</c:v>
                </c:pt>
                <c:pt idx="1350">
                  <c:v>1751.2570000000001</c:v>
                </c:pt>
                <c:pt idx="1351">
                  <c:v>1751.739</c:v>
                </c:pt>
                <c:pt idx="1352">
                  <c:v>1752.221</c:v>
                </c:pt>
                <c:pt idx="1353">
                  <c:v>1752.703</c:v>
                </c:pt>
                <c:pt idx="1354">
                  <c:v>1753.1859999999999</c:v>
                </c:pt>
                <c:pt idx="1355">
                  <c:v>1753.6679999999999</c:v>
                </c:pt>
                <c:pt idx="1356">
                  <c:v>1754.15</c:v>
                </c:pt>
                <c:pt idx="1357">
                  <c:v>1754.6320000000001</c:v>
                </c:pt>
                <c:pt idx="1358">
                  <c:v>1755.114</c:v>
                </c:pt>
                <c:pt idx="1359">
                  <c:v>1755.596</c:v>
                </c:pt>
                <c:pt idx="1360">
                  <c:v>1756.078</c:v>
                </c:pt>
                <c:pt idx="1361">
                  <c:v>1756.56</c:v>
                </c:pt>
                <c:pt idx="1362">
                  <c:v>1757.0429999999999</c:v>
                </c:pt>
                <c:pt idx="1363">
                  <c:v>1757.5250000000001</c:v>
                </c:pt>
                <c:pt idx="1364">
                  <c:v>1758.0070000000001</c:v>
                </c:pt>
                <c:pt idx="1365">
                  <c:v>1758.489</c:v>
                </c:pt>
                <c:pt idx="1366">
                  <c:v>1758.971</c:v>
                </c:pt>
                <c:pt idx="1367">
                  <c:v>1759.453</c:v>
                </c:pt>
                <c:pt idx="1368">
                  <c:v>1759.9349999999999</c:v>
                </c:pt>
                <c:pt idx="1369">
                  <c:v>1760.4169999999999</c:v>
                </c:pt>
                <c:pt idx="1370">
                  <c:v>1760.9</c:v>
                </c:pt>
                <c:pt idx="1371">
                  <c:v>1761.3820000000001</c:v>
                </c:pt>
                <c:pt idx="1372">
                  <c:v>1761.864</c:v>
                </c:pt>
                <c:pt idx="1373">
                  <c:v>1762.346</c:v>
                </c:pt>
                <c:pt idx="1374">
                  <c:v>1762.828</c:v>
                </c:pt>
                <c:pt idx="1375">
                  <c:v>1763.31</c:v>
                </c:pt>
                <c:pt idx="1376">
                  <c:v>1763.7919999999999</c:v>
                </c:pt>
                <c:pt idx="1377">
                  <c:v>1764.2739999999999</c:v>
                </c:pt>
                <c:pt idx="1378">
                  <c:v>1764.7560000000001</c:v>
                </c:pt>
                <c:pt idx="1379">
                  <c:v>1765.239</c:v>
                </c:pt>
                <c:pt idx="1380">
                  <c:v>1765.721</c:v>
                </c:pt>
                <c:pt idx="1381">
                  <c:v>1766.203</c:v>
                </c:pt>
                <c:pt idx="1382">
                  <c:v>1766.6849999999999</c:v>
                </c:pt>
                <c:pt idx="1383">
                  <c:v>1767.1669999999999</c:v>
                </c:pt>
                <c:pt idx="1384">
                  <c:v>1767.6489999999999</c:v>
                </c:pt>
                <c:pt idx="1385">
                  <c:v>1768.1310000000001</c:v>
                </c:pt>
                <c:pt idx="1386">
                  <c:v>1768.6130000000001</c:v>
                </c:pt>
                <c:pt idx="1387">
                  <c:v>1769.095</c:v>
                </c:pt>
                <c:pt idx="1388">
                  <c:v>1769.578</c:v>
                </c:pt>
                <c:pt idx="1389">
                  <c:v>1770.06</c:v>
                </c:pt>
                <c:pt idx="1390">
                  <c:v>1770.5419999999999</c:v>
                </c:pt>
                <c:pt idx="1391">
                  <c:v>1771.0239999999999</c:v>
                </c:pt>
                <c:pt idx="1392">
                  <c:v>1771.5060000000001</c:v>
                </c:pt>
                <c:pt idx="1393">
                  <c:v>1771.9880000000001</c:v>
                </c:pt>
                <c:pt idx="1394">
                  <c:v>1772.47</c:v>
                </c:pt>
                <c:pt idx="1395">
                  <c:v>1772.952</c:v>
                </c:pt>
                <c:pt idx="1396">
                  <c:v>1773.4349999999999</c:v>
                </c:pt>
                <c:pt idx="1397">
                  <c:v>1773.9169999999999</c:v>
                </c:pt>
                <c:pt idx="1398">
                  <c:v>1774.3989999999999</c:v>
                </c:pt>
                <c:pt idx="1399">
                  <c:v>1774.8810000000001</c:v>
                </c:pt>
                <c:pt idx="1400">
                  <c:v>1775.3630000000001</c:v>
                </c:pt>
                <c:pt idx="1401">
                  <c:v>1775.845</c:v>
                </c:pt>
                <c:pt idx="1402">
                  <c:v>1776.327</c:v>
                </c:pt>
                <c:pt idx="1403">
                  <c:v>1776.809</c:v>
                </c:pt>
                <c:pt idx="1404">
                  <c:v>1777.2919999999999</c:v>
                </c:pt>
                <c:pt idx="1405">
                  <c:v>1777.7739999999999</c:v>
                </c:pt>
                <c:pt idx="1406">
                  <c:v>1778.2560000000001</c:v>
                </c:pt>
                <c:pt idx="1407">
                  <c:v>1778.7380000000001</c:v>
                </c:pt>
                <c:pt idx="1408">
                  <c:v>1779.22</c:v>
                </c:pt>
                <c:pt idx="1409">
                  <c:v>1779.702</c:v>
                </c:pt>
                <c:pt idx="1410">
                  <c:v>1780.184</c:v>
                </c:pt>
                <c:pt idx="1411">
                  <c:v>1780.6659999999999</c:v>
                </c:pt>
                <c:pt idx="1412">
                  <c:v>1781.1479999999999</c:v>
                </c:pt>
                <c:pt idx="1413">
                  <c:v>1781.63</c:v>
                </c:pt>
                <c:pt idx="1414">
                  <c:v>1782.1130000000001</c:v>
                </c:pt>
                <c:pt idx="1415">
                  <c:v>1782.595</c:v>
                </c:pt>
                <c:pt idx="1416">
                  <c:v>1783.077</c:v>
                </c:pt>
                <c:pt idx="1417">
                  <c:v>1783.559</c:v>
                </c:pt>
                <c:pt idx="1418">
                  <c:v>1784.0409999999999</c:v>
                </c:pt>
                <c:pt idx="1419">
                  <c:v>1784.5229999999999</c:v>
                </c:pt>
                <c:pt idx="1420">
                  <c:v>1785.0050000000001</c:v>
                </c:pt>
                <c:pt idx="1421">
                  <c:v>1785.4870000000001</c:v>
                </c:pt>
                <c:pt idx="1422">
                  <c:v>1785.97</c:v>
                </c:pt>
                <c:pt idx="1423">
                  <c:v>1786.452</c:v>
                </c:pt>
                <c:pt idx="1424">
                  <c:v>1786.934</c:v>
                </c:pt>
                <c:pt idx="1425">
                  <c:v>1787.4159999999999</c:v>
                </c:pt>
                <c:pt idx="1426">
                  <c:v>1787.8979999999999</c:v>
                </c:pt>
                <c:pt idx="1427">
                  <c:v>1788.38</c:v>
                </c:pt>
                <c:pt idx="1428">
                  <c:v>1788.8620000000001</c:v>
                </c:pt>
                <c:pt idx="1429">
                  <c:v>1789.3440000000001</c:v>
                </c:pt>
                <c:pt idx="1430">
                  <c:v>1789.827</c:v>
                </c:pt>
                <c:pt idx="1431">
                  <c:v>1790.309</c:v>
                </c:pt>
                <c:pt idx="1432">
                  <c:v>1790.7909999999999</c:v>
                </c:pt>
                <c:pt idx="1433">
                  <c:v>1791.2729999999999</c:v>
                </c:pt>
                <c:pt idx="1434">
                  <c:v>1791.7550000000001</c:v>
                </c:pt>
                <c:pt idx="1435">
                  <c:v>1792.2370000000001</c:v>
                </c:pt>
                <c:pt idx="1436">
                  <c:v>1792.7190000000001</c:v>
                </c:pt>
                <c:pt idx="1437">
                  <c:v>1793.201</c:v>
                </c:pt>
                <c:pt idx="1438">
                  <c:v>1793.683</c:v>
                </c:pt>
                <c:pt idx="1439">
                  <c:v>1794.1659999999999</c:v>
                </c:pt>
                <c:pt idx="1440">
                  <c:v>1794.6479999999999</c:v>
                </c:pt>
                <c:pt idx="1441">
                  <c:v>1795.13</c:v>
                </c:pt>
                <c:pt idx="1442">
                  <c:v>1795.6120000000001</c:v>
                </c:pt>
                <c:pt idx="1443">
                  <c:v>1796.0940000000001</c:v>
                </c:pt>
                <c:pt idx="1444">
                  <c:v>1796.576</c:v>
                </c:pt>
                <c:pt idx="1445">
                  <c:v>1797.058</c:v>
                </c:pt>
                <c:pt idx="1446">
                  <c:v>1797.54</c:v>
                </c:pt>
                <c:pt idx="1447">
                  <c:v>1798.0219999999999</c:v>
                </c:pt>
                <c:pt idx="1448">
                  <c:v>1798.5050000000001</c:v>
                </c:pt>
                <c:pt idx="1449">
                  <c:v>1798.9870000000001</c:v>
                </c:pt>
                <c:pt idx="1450">
                  <c:v>1799.4690000000001</c:v>
                </c:pt>
                <c:pt idx="1451">
                  <c:v>1799.951</c:v>
                </c:pt>
                <c:pt idx="1452">
                  <c:v>1800.433</c:v>
                </c:pt>
                <c:pt idx="1453">
                  <c:v>1800.915</c:v>
                </c:pt>
                <c:pt idx="1454">
                  <c:v>1801.3969999999999</c:v>
                </c:pt>
                <c:pt idx="1455">
                  <c:v>1801.8789999999999</c:v>
                </c:pt>
                <c:pt idx="1456">
                  <c:v>1802.3620000000001</c:v>
                </c:pt>
                <c:pt idx="1457">
                  <c:v>1802.8440000000001</c:v>
                </c:pt>
                <c:pt idx="1458">
                  <c:v>1803.326</c:v>
                </c:pt>
                <c:pt idx="1459">
                  <c:v>1803.808</c:v>
                </c:pt>
                <c:pt idx="1460">
                  <c:v>1804.29</c:v>
                </c:pt>
                <c:pt idx="1461">
                  <c:v>1804.7719999999999</c:v>
                </c:pt>
                <c:pt idx="1462">
                  <c:v>1805.2539999999999</c:v>
                </c:pt>
                <c:pt idx="1463">
                  <c:v>1805.7360000000001</c:v>
                </c:pt>
                <c:pt idx="1464">
                  <c:v>1806.2190000000001</c:v>
                </c:pt>
                <c:pt idx="1465">
                  <c:v>1806.701</c:v>
                </c:pt>
                <c:pt idx="1466">
                  <c:v>1807.183</c:v>
                </c:pt>
                <c:pt idx="1467">
                  <c:v>1807.665</c:v>
                </c:pt>
                <c:pt idx="1468">
                  <c:v>1808.1469999999999</c:v>
                </c:pt>
                <c:pt idx="1469">
                  <c:v>1808.6289999999999</c:v>
                </c:pt>
                <c:pt idx="1470">
                  <c:v>1809.1110000000001</c:v>
                </c:pt>
                <c:pt idx="1471">
                  <c:v>1809.5930000000001</c:v>
                </c:pt>
                <c:pt idx="1472">
                  <c:v>1810.075</c:v>
                </c:pt>
                <c:pt idx="1473">
                  <c:v>1810.557</c:v>
                </c:pt>
                <c:pt idx="1474">
                  <c:v>1811.04</c:v>
                </c:pt>
                <c:pt idx="1475">
                  <c:v>1811.5219999999999</c:v>
                </c:pt>
                <c:pt idx="1476">
                  <c:v>1812.0039999999999</c:v>
                </c:pt>
                <c:pt idx="1477">
                  <c:v>1812.4860000000001</c:v>
                </c:pt>
                <c:pt idx="1478">
                  <c:v>1812.9680000000001</c:v>
                </c:pt>
                <c:pt idx="1479">
                  <c:v>1813.45</c:v>
                </c:pt>
                <c:pt idx="1480">
                  <c:v>1813.932</c:v>
                </c:pt>
                <c:pt idx="1481">
                  <c:v>1814.414</c:v>
                </c:pt>
                <c:pt idx="1482">
                  <c:v>1814.8969999999999</c:v>
                </c:pt>
                <c:pt idx="1483">
                  <c:v>1815.3789999999999</c:v>
                </c:pt>
                <c:pt idx="1484">
                  <c:v>1815.8610000000001</c:v>
                </c:pt>
                <c:pt idx="1485">
                  <c:v>1816.3430000000001</c:v>
                </c:pt>
                <c:pt idx="1486">
                  <c:v>1816.825</c:v>
                </c:pt>
                <c:pt idx="1487">
                  <c:v>1817.307</c:v>
                </c:pt>
                <c:pt idx="1488">
                  <c:v>1817.789</c:v>
                </c:pt>
                <c:pt idx="1489">
                  <c:v>1818.271</c:v>
                </c:pt>
                <c:pt idx="1490">
                  <c:v>1818.7539999999999</c:v>
                </c:pt>
                <c:pt idx="1491">
                  <c:v>1819.2360000000001</c:v>
                </c:pt>
                <c:pt idx="1492">
                  <c:v>1819.7180000000001</c:v>
                </c:pt>
                <c:pt idx="1493">
                  <c:v>1820.2</c:v>
                </c:pt>
                <c:pt idx="1494">
                  <c:v>1820.682</c:v>
                </c:pt>
                <c:pt idx="1495">
                  <c:v>1821.164</c:v>
                </c:pt>
                <c:pt idx="1496">
                  <c:v>1821.646</c:v>
                </c:pt>
                <c:pt idx="1497">
                  <c:v>1822.1279999999999</c:v>
                </c:pt>
                <c:pt idx="1498">
                  <c:v>1822.61</c:v>
                </c:pt>
                <c:pt idx="1499">
                  <c:v>1823.0930000000001</c:v>
                </c:pt>
                <c:pt idx="1500">
                  <c:v>1823.575</c:v>
                </c:pt>
                <c:pt idx="1501">
                  <c:v>1824.057</c:v>
                </c:pt>
                <c:pt idx="1502">
                  <c:v>1824.539</c:v>
                </c:pt>
                <c:pt idx="1503">
                  <c:v>1825.021</c:v>
                </c:pt>
                <c:pt idx="1504">
                  <c:v>1825.5029999999999</c:v>
                </c:pt>
                <c:pt idx="1505">
                  <c:v>1825.9849999999999</c:v>
                </c:pt>
                <c:pt idx="1506">
                  <c:v>1826.4670000000001</c:v>
                </c:pt>
                <c:pt idx="1507">
                  <c:v>1826.9490000000001</c:v>
                </c:pt>
                <c:pt idx="1508">
                  <c:v>1827.432</c:v>
                </c:pt>
                <c:pt idx="1509">
                  <c:v>1827.914</c:v>
                </c:pt>
                <c:pt idx="1510">
                  <c:v>1828.396</c:v>
                </c:pt>
                <c:pt idx="1511">
                  <c:v>1828.8779999999999</c:v>
                </c:pt>
                <c:pt idx="1512">
                  <c:v>1829.36</c:v>
                </c:pt>
                <c:pt idx="1513">
                  <c:v>1829.8420000000001</c:v>
                </c:pt>
                <c:pt idx="1514">
                  <c:v>1830.3240000000001</c:v>
                </c:pt>
                <c:pt idx="1515">
                  <c:v>1830.806</c:v>
                </c:pt>
                <c:pt idx="1516">
                  <c:v>1831.289</c:v>
                </c:pt>
                <c:pt idx="1517">
                  <c:v>1831.771</c:v>
                </c:pt>
                <c:pt idx="1518">
                  <c:v>1832.2529999999999</c:v>
                </c:pt>
                <c:pt idx="1519">
                  <c:v>1832.7349999999999</c:v>
                </c:pt>
                <c:pt idx="1520">
                  <c:v>1833.2170000000001</c:v>
                </c:pt>
                <c:pt idx="1521">
                  <c:v>1833.6990000000001</c:v>
                </c:pt>
                <c:pt idx="1522">
                  <c:v>1834.181</c:v>
                </c:pt>
                <c:pt idx="1523">
                  <c:v>1834.663</c:v>
                </c:pt>
                <c:pt idx="1524">
                  <c:v>1835.146</c:v>
                </c:pt>
                <c:pt idx="1525">
                  <c:v>1835.6279999999999</c:v>
                </c:pt>
                <c:pt idx="1526">
                  <c:v>1836.11</c:v>
                </c:pt>
                <c:pt idx="1527">
                  <c:v>1836.5920000000001</c:v>
                </c:pt>
                <c:pt idx="1528">
                  <c:v>1837.0740000000001</c:v>
                </c:pt>
                <c:pt idx="1529">
                  <c:v>1837.556</c:v>
                </c:pt>
                <c:pt idx="1530">
                  <c:v>1838.038</c:v>
                </c:pt>
                <c:pt idx="1531">
                  <c:v>1838.52</c:v>
                </c:pt>
                <c:pt idx="1532">
                  <c:v>1839.002</c:v>
                </c:pt>
                <c:pt idx="1533">
                  <c:v>1839.4839999999999</c:v>
                </c:pt>
                <c:pt idx="1534">
                  <c:v>1839.9670000000001</c:v>
                </c:pt>
                <c:pt idx="1535">
                  <c:v>1840.4490000000001</c:v>
                </c:pt>
                <c:pt idx="1536">
                  <c:v>1840.931</c:v>
                </c:pt>
                <c:pt idx="1537">
                  <c:v>1841.413</c:v>
                </c:pt>
                <c:pt idx="1538">
                  <c:v>1841.895</c:v>
                </c:pt>
                <c:pt idx="1539">
                  <c:v>1842.377</c:v>
                </c:pt>
                <c:pt idx="1540">
                  <c:v>1842.8589999999999</c:v>
                </c:pt>
                <c:pt idx="1541">
                  <c:v>1843.3409999999999</c:v>
                </c:pt>
                <c:pt idx="1542">
                  <c:v>1843.8240000000001</c:v>
                </c:pt>
                <c:pt idx="1543">
                  <c:v>1844.306</c:v>
                </c:pt>
                <c:pt idx="1544">
                  <c:v>1844.788</c:v>
                </c:pt>
                <c:pt idx="1545">
                  <c:v>1845.27</c:v>
                </c:pt>
                <c:pt idx="1546">
                  <c:v>1845.752</c:v>
                </c:pt>
                <c:pt idx="1547">
                  <c:v>1846.2339999999999</c:v>
                </c:pt>
                <c:pt idx="1548">
                  <c:v>1846.7159999999999</c:v>
                </c:pt>
                <c:pt idx="1549">
                  <c:v>1847.1980000000001</c:v>
                </c:pt>
                <c:pt idx="1550">
                  <c:v>1847.681</c:v>
                </c:pt>
                <c:pt idx="1551">
                  <c:v>1848.163</c:v>
                </c:pt>
                <c:pt idx="1552">
                  <c:v>1848.645</c:v>
                </c:pt>
                <c:pt idx="1553">
                  <c:v>1849.127</c:v>
                </c:pt>
                <c:pt idx="1554">
                  <c:v>1849.6089999999999</c:v>
                </c:pt>
                <c:pt idx="1555">
                  <c:v>1850.0909999999999</c:v>
                </c:pt>
                <c:pt idx="1556">
                  <c:v>1850.5730000000001</c:v>
                </c:pt>
                <c:pt idx="1557">
                  <c:v>1851.0550000000001</c:v>
                </c:pt>
                <c:pt idx="1558">
                  <c:v>1851.537</c:v>
                </c:pt>
                <c:pt idx="1559">
                  <c:v>1852.02</c:v>
                </c:pt>
                <c:pt idx="1560">
                  <c:v>1852.502</c:v>
                </c:pt>
                <c:pt idx="1561">
                  <c:v>1852.9839999999999</c:v>
                </c:pt>
                <c:pt idx="1562">
                  <c:v>1853.4659999999999</c:v>
                </c:pt>
                <c:pt idx="1563">
                  <c:v>1853.9480000000001</c:v>
                </c:pt>
                <c:pt idx="1564">
                  <c:v>1854.43</c:v>
                </c:pt>
                <c:pt idx="1565">
                  <c:v>1854.912</c:v>
                </c:pt>
                <c:pt idx="1566">
                  <c:v>1855.394</c:v>
                </c:pt>
                <c:pt idx="1567">
                  <c:v>1855.876</c:v>
                </c:pt>
                <c:pt idx="1568">
                  <c:v>1856.3589999999999</c:v>
                </c:pt>
                <c:pt idx="1569">
                  <c:v>1856.8409999999999</c:v>
                </c:pt>
                <c:pt idx="1570">
                  <c:v>1857.3230000000001</c:v>
                </c:pt>
                <c:pt idx="1571">
                  <c:v>1857.8050000000001</c:v>
                </c:pt>
                <c:pt idx="1572">
                  <c:v>1858.287</c:v>
                </c:pt>
                <c:pt idx="1573">
                  <c:v>1858.769</c:v>
                </c:pt>
                <c:pt idx="1574">
                  <c:v>1859.251</c:v>
                </c:pt>
                <c:pt idx="1575">
                  <c:v>1859.7329999999999</c:v>
                </c:pt>
                <c:pt idx="1576">
                  <c:v>1860.2159999999999</c:v>
                </c:pt>
                <c:pt idx="1577">
                  <c:v>1860.6980000000001</c:v>
                </c:pt>
                <c:pt idx="1578">
                  <c:v>1861.18</c:v>
                </c:pt>
                <c:pt idx="1579">
                  <c:v>1861.662</c:v>
                </c:pt>
                <c:pt idx="1580">
                  <c:v>1862.144</c:v>
                </c:pt>
                <c:pt idx="1581">
                  <c:v>1862.626</c:v>
                </c:pt>
                <c:pt idx="1582">
                  <c:v>1863.1079999999999</c:v>
                </c:pt>
                <c:pt idx="1583">
                  <c:v>1863.59</c:v>
                </c:pt>
                <c:pt idx="1584">
                  <c:v>1864.0730000000001</c:v>
                </c:pt>
                <c:pt idx="1585">
                  <c:v>1864.5550000000001</c:v>
                </c:pt>
                <c:pt idx="1586">
                  <c:v>1865.037</c:v>
                </c:pt>
                <c:pt idx="1587">
                  <c:v>1865.519</c:v>
                </c:pt>
                <c:pt idx="1588">
                  <c:v>1866.001</c:v>
                </c:pt>
                <c:pt idx="1589">
                  <c:v>1866.4829999999999</c:v>
                </c:pt>
                <c:pt idx="1590">
                  <c:v>1866.9649999999999</c:v>
                </c:pt>
                <c:pt idx="1591">
                  <c:v>1867.4469999999999</c:v>
                </c:pt>
                <c:pt idx="1592">
                  <c:v>1867.9290000000001</c:v>
                </c:pt>
                <c:pt idx="1593">
                  <c:v>1868.4110000000001</c:v>
                </c:pt>
                <c:pt idx="1594">
                  <c:v>1868.894</c:v>
                </c:pt>
                <c:pt idx="1595">
                  <c:v>1869.376</c:v>
                </c:pt>
                <c:pt idx="1596">
                  <c:v>1869.8579999999999</c:v>
                </c:pt>
                <c:pt idx="1597">
                  <c:v>1870.34</c:v>
                </c:pt>
                <c:pt idx="1598">
                  <c:v>1870.8219999999999</c:v>
                </c:pt>
                <c:pt idx="1599">
                  <c:v>1871.3040000000001</c:v>
                </c:pt>
                <c:pt idx="1600">
                  <c:v>1871.7860000000001</c:v>
                </c:pt>
                <c:pt idx="1601">
                  <c:v>1872.268</c:v>
                </c:pt>
                <c:pt idx="1602">
                  <c:v>1872.751</c:v>
                </c:pt>
                <c:pt idx="1603">
                  <c:v>1873.2329999999999</c:v>
                </c:pt>
                <c:pt idx="1604">
                  <c:v>1873.7149999999999</c:v>
                </c:pt>
                <c:pt idx="1605">
                  <c:v>1874.1969999999999</c:v>
                </c:pt>
                <c:pt idx="1606">
                  <c:v>1874.6790000000001</c:v>
                </c:pt>
                <c:pt idx="1607">
                  <c:v>1875.1610000000001</c:v>
                </c:pt>
                <c:pt idx="1608">
                  <c:v>1875.643</c:v>
                </c:pt>
                <c:pt idx="1609">
                  <c:v>1876.125</c:v>
                </c:pt>
                <c:pt idx="1610">
                  <c:v>1876.6079999999999</c:v>
                </c:pt>
                <c:pt idx="1611">
                  <c:v>1877.09</c:v>
                </c:pt>
                <c:pt idx="1612">
                  <c:v>1877.5719999999999</c:v>
                </c:pt>
                <c:pt idx="1613">
                  <c:v>1878.0540000000001</c:v>
                </c:pt>
                <c:pt idx="1614">
                  <c:v>1878.5360000000001</c:v>
                </c:pt>
                <c:pt idx="1615">
                  <c:v>1879.018</c:v>
                </c:pt>
                <c:pt idx="1616">
                  <c:v>1879.5</c:v>
                </c:pt>
                <c:pt idx="1617">
                  <c:v>1879.982</c:v>
                </c:pt>
                <c:pt idx="1618">
                  <c:v>1880.4639999999999</c:v>
                </c:pt>
                <c:pt idx="1619">
                  <c:v>1880.9469999999999</c:v>
                </c:pt>
                <c:pt idx="1620">
                  <c:v>1881.4290000000001</c:v>
                </c:pt>
                <c:pt idx="1621">
                  <c:v>1881.9110000000001</c:v>
                </c:pt>
                <c:pt idx="1622">
                  <c:v>1882.393</c:v>
                </c:pt>
                <c:pt idx="1623">
                  <c:v>1882.875</c:v>
                </c:pt>
                <c:pt idx="1624">
                  <c:v>1883.357</c:v>
                </c:pt>
                <c:pt idx="1625">
                  <c:v>1883.8389999999999</c:v>
                </c:pt>
                <c:pt idx="1626">
                  <c:v>1884.3209999999999</c:v>
                </c:pt>
                <c:pt idx="1627">
                  <c:v>1884.8030000000001</c:v>
                </c:pt>
                <c:pt idx="1628">
                  <c:v>1885.2860000000001</c:v>
                </c:pt>
                <c:pt idx="1629">
                  <c:v>1885.768</c:v>
                </c:pt>
                <c:pt idx="1630">
                  <c:v>1886.25</c:v>
                </c:pt>
                <c:pt idx="1631">
                  <c:v>1886.732</c:v>
                </c:pt>
                <c:pt idx="1632">
                  <c:v>1887.2139999999999</c:v>
                </c:pt>
                <c:pt idx="1633">
                  <c:v>1887.6959999999999</c:v>
                </c:pt>
                <c:pt idx="1634">
                  <c:v>1888.1780000000001</c:v>
                </c:pt>
                <c:pt idx="1635">
                  <c:v>1888.66</c:v>
                </c:pt>
                <c:pt idx="1636">
                  <c:v>1889.143</c:v>
                </c:pt>
                <c:pt idx="1637">
                  <c:v>1889.625</c:v>
                </c:pt>
                <c:pt idx="1638">
                  <c:v>1890.107</c:v>
                </c:pt>
                <c:pt idx="1639">
                  <c:v>1890.5889999999999</c:v>
                </c:pt>
                <c:pt idx="1640">
                  <c:v>1891.0709999999999</c:v>
                </c:pt>
                <c:pt idx="1641">
                  <c:v>1891.5530000000001</c:v>
                </c:pt>
                <c:pt idx="1642">
                  <c:v>1892.0350000000001</c:v>
                </c:pt>
                <c:pt idx="1643">
                  <c:v>1892.5170000000001</c:v>
                </c:pt>
                <c:pt idx="1644">
                  <c:v>1893</c:v>
                </c:pt>
                <c:pt idx="1645">
                  <c:v>1893.482</c:v>
                </c:pt>
                <c:pt idx="1646">
                  <c:v>1893.9639999999999</c:v>
                </c:pt>
                <c:pt idx="1647">
                  <c:v>1894.4459999999999</c:v>
                </c:pt>
                <c:pt idx="1648">
                  <c:v>1894.9280000000001</c:v>
                </c:pt>
                <c:pt idx="1649">
                  <c:v>1895.41</c:v>
                </c:pt>
                <c:pt idx="1650">
                  <c:v>1895.8920000000001</c:v>
                </c:pt>
                <c:pt idx="1651">
                  <c:v>1896.374</c:v>
                </c:pt>
                <c:pt idx="1652">
                  <c:v>1896.856</c:v>
                </c:pt>
                <c:pt idx="1653">
                  <c:v>1897.3389999999999</c:v>
                </c:pt>
                <c:pt idx="1654">
                  <c:v>1897.8209999999999</c:v>
                </c:pt>
                <c:pt idx="1655">
                  <c:v>1898.3030000000001</c:v>
                </c:pt>
                <c:pt idx="1656">
                  <c:v>1898.7850000000001</c:v>
                </c:pt>
                <c:pt idx="1657">
                  <c:v>1899.2670000000001</c:v>
                </c:pt>
                <c:pt idx="1658">
                  <c:v>1899.749</c:v>
                </c:pt>
                <c:pt idx="1659">
                  <c:v>1900.231</c:v>
                </c:pt>
                <c:pt idx="1660">
                  <c:v>1900.713</c:v>
                </c:pt>
                <c:pt idx="1661">
                  <c:v>1901.1949999999999</c:v>
                </c:pt>
                <c:pt idx="1662">
                  <c:v>1901.6780000000001</c:v>
                </c:pt>
                <c:pt idx="1663">
                  <c:v>1902.16</c:v>
                </c:pt>
                <c:pt idx="1664">
                  <c:v>1902.6420000000001</c:v>
                </c:pt>
                <c:pt idx="1665">
                  <c:v>1903.124</c:v>
                </c:pt>
                <c:pt idx="1666">
                  <c:v>1903.606</c:v>
                </c:pt>
                <c:pt idx="1667">
                  <c:v>1904.088</c:v>
                </c:pt>
                <c:pt idx="1668">
                  <c:v>1904.57</c:v>
                </c:pt>
                <c:pt idx="1669">
                  <c:v>1905.0519999999999</c:v>
                </c:pt>
                <c:pt idx="1670">
                  <c:v>1905.5350000000001</c:v>
                </c:pt>
                <c:pt idx="1671">
                  <c:v>1906.0170000000001</c:v>
                </c:pt>
                <c:pt idx="1672">
                  <c:v>1906.499</c:v>
                </c:pt>
                <c:pt idx="1673">
                  <c:v>1906.981</c:v>
                </c:pt>
                <c:pt idx="1674">
                  <c:v>1907.463</c:v>
                </c:pt>
                <c:pt idx="1675">
                  <c:v>1907.9449999999999</c:v>
                </c:pt>
                <c:pt idx="1676">
                  <c:v>1908.4269999999999</c:v>
                </c:pt>
                <c:pt idx="1677">
                  <c:v>1908.9090000000001</c:v>
                </c:pt>
                <c:pt idx="1678">
                  <c:v>1909.3910000000001</c:v>
                </c:pt>
                <c:pt idx="1679">
                  <c:v>1909.874</c:v>
                </c:pt>
                <c:pt idx="1680">
                  <c:v>1910.356</c:v>
                </c:pt>
                <c:pt idx="1681">
                  <c:v>1910.838</c:v>
                </c:pt>
                <c:pt idx="1682">
                  <c:v>1911.32</c:v>
                </c:pt>
                <c:pt idx="1683">
                  <c:v>1911.8019999999999</c:v>
                </c:pt>
                <c:pt idx="1684">
                  <c:v>1912.2840000000001</c:v>
                </c:pt>
                <c:pt idx="1685">
                  <c:v>1912.7660000000001</c:v>
                </c:pt>
                <c:pt idx="1686">
                  <c:v>1913.248</c:v>
                </c:pt>
                <c:pt idx="1687">
                  <c:v>1913.73</c:v>
                </c:pt>
                <c:pt idx="1688">
                  <c:v>1914.213</c:v>
                </c:pt>
                <c:pt idx="1689">
                  <c:v>1914.6949999999999</c:v>
                </c:pt>
                <c:pt idx="1690">
                  <c:v>1915.1769999999999</c:v>
                </c:pt>
                <c:pt idx="1691">
                  <c:v>1915.6590000000001</c:v>
                </c:pt>
                <c:pt idx="1692">
                  <c:v>1916.1410000000001</c:v>
                </c:pt>
                <c:pt idx="1693">
                  <c:v>1916.623</c:v>
                </c:pt>
                <c:pt idx="1694">
                  <c:v>1917.105</c:v>
                </c:pt>
                <c:pt idx="1695">
                  <c:v>1917.587</c:v>
                </c:pt>
                <c:pt idx="1696">
                  <c:v>1918.07</c:v>
                </c:pt>
                <c:pt idx="1697">
                  <c:v>1918.5519999999999</c:v>
                </c:pt>
                <c:pt idx="1698">
                  <c:v>1919.0340000000001</c:v>
                </c:pt>
                <c:pt idx="1699">
                  <c:v>1919.5160000000001</c:v>
                </c:pt>
                <c:pt idx="1700">
                  <c:v>1919.998</c:v>
                </c:pt>
                <c:pt idx="1701">
                  <c:v>1920.48</c:v>
                </c:pt>
                <c:pt idx="1702">
                  <c:v>1920.962</c:v>
                </c:pt>
                <c:pt idx="1703">
                  <c:v>1921.444</c:v>
                </c:pt>
                <c:pt idx="1704">
                  <c:v>1921.9269999999999</c:v>
                </c:pt>
                <c:pt idx="1705">
                  <c:v>1922.4090000000001</c:v>
                </c:pt>
                <c:pt idx="1706">
                  <c:v>1922.8910000000001</c:v>
                </c:pt>
                <c:pt idx="1707">
                  <c:v>1923.373</c:v>
                </c:pt>
                <c:pt idx="1708">
                  <c:v>1923.855</c:v>
                </c:pt>
                <c:pt idx="1709">
                  <c:v>1924.337</c:v>
                </c:pt>
                <c:pt idx="1710">
                  <c:v>1924.819</c:v>
                </c:pt>
                <c:pt idx="1711">
                  <c:v>1925.3009999999999</c:v>
                </c:pt>
                <c:pt idx="1712">
                  <c:v>1925.7829999999999</c:v>
                </c:pt>
                <c:pt idx="1713">
                  <c:v>1926.2660000000001</c:v>
                </c:pt>
                <c:pt idx="1714">
                  <c:v>1926.748</c:v>
                </c:pt>
                <c:pt idx="1715">
                  <c:v>1927.23</c:v>
                </c:pt>
                <c:pt idx="1716">
                  <c:v>1927.712</c:v>
                </c:pt>
                <c:pt idx="1717">
                  <c:v>1928.194</c:v>
                </c:pt>
                <c:pt idx="1718">
                  <c:v>1928.6759999999999</c:v>
                </c:pt>
                <c:pt idx="1719">
                  <c:v>1929.1579999999999</c:v>
                </c:pt>
                <c:pt idx="1720">
                  <c:v>1929.64</c:v>
                </c:pt>
                <c:pt idx="1721">
                  <c:v>1930.1220000000001</c:v>
                </c:pt>
                <c:pt idx="1722">
                  <c:v>1930.605</c:v>
                </c:pt>
                <c:pt idx="1723">
                  <c:v>1931.087</c:v>
                </c:pt>
                <c:pt idx="1724">
                  <c:v>1931.569</c:v>
                </c:pt>
                <c:pt idx="1725">
                  <c:v>1932.0509999999999</c:v>
                </c:pt>
                <c:pt idx="1726">
                  <c:v>1932.5329999999999</c:v>
                </c:pt>
                <c:pt idx="1727">
                  <c:v>1933.0150000000001</c:v>
                </c:pt>
                <c:pt idx="1728">
                  <c:v>1933.4970000000001</c:v>
                </c:pt>
                <c:pt idx="1729">
                  <c:v>1933.979</c:v>
                </c:pt>
                <c:pt idx="1730">
                  <c:v>1934.462</c:v>
                </c:pt>
                <c:pt idx="1731">
                  <c:v>1934.944</c:v>
                </c:pt>
                <c:pt idx="1732">
                  <c:v>1935.4259999999999</c:v>
                </c:pt>
                <c:pt idx="1733">
                  <c:v>1935.9079999999999</c:v>
                </c:pt>
                <c:pt idx="1734">
                  <c:v>1936.39</c:v>
                </c:pt>
                <c:pt idx="1735">
                  <c:v>1936.8720000000001</c:v>
                </c:pt>
                <c:pt idx="1736">
                  <c:v>1937.354</c:v>
                </c:pt>
                <c:pt idx="1737">
                  <c:v>1937.836</c:v>
                </c:pt>
                <c:pt idx="1738">
                  <c:v>1938.318</c:v>
                </c:pt>
                <c:pt idx="1739">
                  <c:v>1938.8009999999999</c:v>
                </c:pt>
                <c:pt idx="1740">
                  <c:v>1939.2829999999999</c:v>
                </c:pt>
                <c:pt idx="1741">
                  <c:v>1939.7650000000001</c:v>
                </c:pt>
                <c:pt idx="1742">
                  <c:v>1940.2470000000001</c:v>
                </c:pt>
                <c:pt idx="1743">
                  <c:v>1940.729</c:v>
                </c:pt>
                <c:pt idx="1744">
                  <c:v>1941.211</c:v>
                </c:pt>
                <c:pt idx="1745">
                  <c:v>1941.693</c:v>
                </c:pt>
                <c:pt idx="1746">
                  <c:v>1942.175</c:v>
                </c:pt>
                <c:pt idx="1747">
                  <c:v>1942.6569999999999</c:v>
                </c:pt>
                <c:pt idx="1748">
                  <c:v>1943.14</c:v>
                </c:pt>
                <c:pt idx="1749">
                  <c:v>1943.6220000000001</c:v>
                </c:pt>
                <c:pt idx="1750">
                  <c:v>1944.104</c:v>
                </c:pt>
                <c:pt idx="1751">
                  <c:v>1944.586</c:v>
                </c:pt>
                <c:pt idx="1752">
                  <c:v>1945.068</c:v>
                </c:pt>
                <c:pt idx="1753">
                  <c:v>1945.55</c:v>
                </c:pt>
                <c:pt idx="1754">
                  <c:v>1946.0319999999999</c:v>
                </c:pt>
                <c:pt idx="1755">
                  <c:v>1946.5139999999999</c:v>
                </c:pt>
                <c:pt idx="1756">
                  <c:v>1946.9970000000001</c:v>
                </c:pt>
                <c:pt idx="1757">
                  <c:v>1947.479</c:v>
                </c:pt>
                <c:pt idx="1758">
                  <c:v>1947.961</c:v>
                </c:pt>
                <c:pt idx="1759">
                  <c:v>1948.443</c:v>
                </c:pt>
                <c:pt idx="1760">
                  <c:v>1948.925</c:v>
                </c:pt>
                <c:pt idx="1761">
                  <c:v>1949.4069999999999</c:v>
                </c:pt>
                <c:pt idx="1762">
                  <c:v>1949.8889999999999</c:v>
                </c:pt>
                <c:pt idx="1763">
                  <c:v>1950.3710000000001</c:v>
                </c:pt>
                <c:pt idx="1764">
                  <c:v>1950.854</c:v>
                </c:pt>
                <c:pt idx="1765">
                  <c:v>1951.336</c:v>
                </c:pt>
                <c:pt idx="1766">
                  <c:v>1951.818</c:v>
                </c:pt>
                <c:pt idx="1767">
                  <c:v>1952.3</c:v>
                </c:pt>
                <c:pt idx="1768">
                  <c:v>1952.7819999999999</c:v>
                </c:pt>
                <c:pt idx="1769">
                  <c:v>1953.2639999999999</c:v>
                </c:pt>
                <c:pt idx="1770">
                  <c:v>1953.7460000000001</c:v>
                </c:pt>
                <c:pt idx="1771">
                  <c:v>1954.2280000000001</c:v>
                </c:pt>
                <c:pt idx="1772">
                  <c:v>1954.71</c:v>
                </c:pt>
                <c:pt idx="1773">
                  <c:v>1955.193</c:v>
                </c:pt>
                <c:pt idx="1774">
                  <c:v>1955.675</c:v>
                </c:pt>
                <c:pt idx="1775">
                  <c:v>1956.1569999999999</c:v>
                </c:pt>
                <c:pt idx="1776">
                  <c:v>1956.6389999999999</c:v>
                </c:pt>
                <c:pt idx="1777">
                  <c:v>1957.1210000000001</c:v>
                </c:pt>
                <c:pt idx="1778">
                  <c:v>1957.6030000000001</c:v>
                </c:pt>
                <c:pt idx="1779">
                  <c:v>1958.085</c:v>
                </c:pt>
                <c:pt idx="1780">
                  <c:v>1958.567</c:v>
                </c:pt>
                <c:pt idx="1781">
                  <c:v>1959.049</c:v>
                </c:pt>
                <c:pt idx="1782">
                  <c:v>1959.5319999999999</c:v>
                </c:pt>
                <c:pt idx="1783">
                  <c:v>1960.0139999999999</c:v>
                </c:pt>
                <c:pt idx="1784">
                  <c:v>1960.4960000000001</c:v>
                </c:pt>
                <c:pt idx="1785">
                  <c:v>1960.9780000000001</c:v>
                </c:pt>
                <c:pt idx="1786">
                  <c:v>1961.46</c:v>
                </c:pt>
                <c:pt idx="1787">
                  <c:v>1961.942</c:v>
                </c:pt>
                <c:pt idx="1788">
                  <c:v>1962.424</c:v>
                </c:pt>
                <c:pt idx="1789">
                  <c:v>1962.9059999999999</c:v>
                </c:pt>
                <c:pt idx="1790">
                  <c:v>1963.3889999999999</c:v>
                </c:pt>
                <c:pt idx="1791">
                  <c:v>1963.8710000000001</c:v>
                </c:pt>
                <c:pt idx="1792">
                  <c:v>1964.3530000000001</c:v>
                </c:pt>
                <c:pt idx="1793">
                  <c:v>1964.835</c:v>
                </c:pt>
                <c:pt idx="1794">
                  <c:v>1965.317</c:v>
                </c:pt>
                <c:pt idx="1795">
                  <c:v>1965.799</c:v>
                </c:pt>
                <c:pt idx="1796">
                  <c:v>1966.2809999999999</c:v>
                </c:pt>
                <c:pt idx="1797">
                  <c:v>1966.7629999999999</c:v>
                </c:pt>
                <c:pt idx="1798">
                  <c:v>1967.2449999999999</c:v>
                </c:pt>
                <c:pt idx="1799">
                  <c:v>1967.7280000000001</c:v>
                </c:pt>
                <c:pt idx="1800">
                  <c:v>1968.21</c:v>
                </c:pt>
                <c:pt idx="1801">
                  <c:v>1968.692</c:v>
                </c:pt>
                <c:pt idx="1802">
                  <c:v>1969.174</c:v>
                </c:pt>
                <c:pt idx="1803">
                  <c:v>1969.6559999999999</c:v>
                </c:pt>
                <c:pt idx="1804">
                  <c:v>1970.1379999999999</c:v>
                </c:pt>
                <c:pt idx="1805">
                  <c:v>1970.62</c:v>
                </c:pt>
                <c:pt idx="1806">
                  <c:v>1971.1020000000001</c:v>
                </c:pt>
                <c:pt idx="1807">
                  <c:v>1971.5840000000001</c:v>
                </c:pt>
                <c:pt idx="1808">
                  <c:v>1972.067</c:v>
                </c:pt>
                <c:pt idx="1809">
                  <c:v>1972.549</c:v>
                </c:pt>
                <c:pt idx="1810">
                  <c:v>1973.0309999999999</c:v>
                </c:pt>
                <c:pt idx="1811">
                  <c:v>1973.5129999999999</c:v>
                </c:pt>
                <c:pt idx="1812">
                  <c:v>1973.9949999999999</c:v>
                </c:pt>
                <c:pt idx="1813">
                  <c:v>1974.4770000000001</c:v>
                </c:pt>
                <c:pt idx="1814">
                  <c:v>1974.9590000000001</c:v>
                </c:pt>
                <c:pt idx="1815">
                  <c:v>1975.441</c:v>
                </c:pt>
                <c:pt idx="1816">
                  <c:v>1975.924</c:v>
                </c:pt>
                <c:pt idx="1817">
                  <c:v>1976.4059999999999</c:v>
                </c:pt>
                <c:pt idx="1818">
                  <c:v>1976.8879999999999</c:v>
                </c:pt>
                <c:pt idx="1819">
                  <c:v>1977.37</c:v>
                </c:pt>
                <c:pt idx="1820">
                  <c:v>1977.8520000000001</c:v>
                </c:pt>
                <c:pt idx="1821">
                  <c:v>1978.3340000000001</c:v>
                </c:pt>
                <c:pt idx="1822">
                  <c:v>1978.816</c:v>
                </c:pt>
                <c:pt idx="1823">
                  <c:v>1979.298</c:v>
                </c:pt>
                <c:pt idx="1824">
                  <c:v>1979.7809999999999</c:v>
                </c:pt>
                <c:pt idx="1825">
                  <c:v>1980.2629999999999</c:v>
                </c:pt>
                <c:pt idx="1826">
                  <c:v>1980.7449999999999</c:v>
                </c:pt>
                <c:pt idx="1827">
                  <c:v>1981.2270000000001</c:v>
                </c:pt>
                <c:pt idx="1828">
                  <c:v>1981.7090000000001</c:v>
                </c:pt>
                <c:pt idx="1829">
                  <c:v>1982.191</c:v>
                </c:pt>
                <c:pt idx="1830">
                  <c:v>1982.673</c:v>
                </c:pt>
                <c:pt idx="1831">
                  <c:v>1983.155</c:v>
                </c:pt>
                <c:pt idx="1832">
                  <c:v>1983.6369999999999</c:v>
                </c:pt>
                <c:pt idx="1833">
                  <c:v>1984.12</c:v>
                </c:pt>
                <c:pt idx="1834">
                  <c:v>1984.6020000000001</c:v>
                </c:pt>
                <c:pt idx="1835">
                  <c:v>1985.0840000000001</c:v>
                </c:pt>
                <c:pt idx="1836">
                  <c:v>1985.566</c:v>
                </c:pt>
                <c:pt idx="1837">
                  <c:v>1986.048</c:v>
                </c:pt>
                <c:pt idx="1838">
                  <c:v>1986.53</c:v>
                </c:pt>
                <c:pt idx="1839">
                  <c:v>1987.0119999999999</c:v>
                </c:pt>
                <c:pt idx="1840">
                  <c:v>1987.4939999999999</c:v>
                </c:pt>
                <c:pt idx="1841">
                  <c:v>1987.9760000000001</c:v>
                </c:pt>
                <c:pt idx="1842">
                  <c:v>1988.4590000000001</c:v>
                </c:pt>
                <c:pt idx="1843">
                  <c:v>1988.941</c:v>
                </c:pt>
                <c:pt idx="1844">
                  <c:v>1989.423</c:v>
                </c:pt>
                <c:pt idx="1845">
                  <c:v>1989.905</c:v>
                </c:pt>
                <c:pt idx="1846">
                  <c:v>1990.3869999999999</c:v>
                </c:pt>
                <c:pt idx="1847">
                  <c:v>1990.8689999999999</c:v>
                </c:pt>
                <c:pt idx="1848">
                  <c:v>1991.3510000000001</c:v>
                </c:pt>
                <c:pt idx="1849">
                  <c:v>1991.8330000000001</c:v>
                </c:pt>
                <c:pt idx="1850">
                  <c:v>1992.316</c:v>
                </c:pt>
                <c:pt idx="1851">
                  <c:v>1992.798</c:v>
                </c:pt>
                <c:pt idx="1852">
                  <c:v>1993.28</c:v>
                </c:pt>
                <c:pt idx="1853">
                  <c:v>1993.7619999999999</c:v>
                </c:pt>
                <c:pt idx="1854">
                  <c:v>1994.2439999999999</c:v>
                </c:pt>
                <c:pt idx="1855">
                  <c:v>1994.7260000000001</c:v>
                </c:pt>
                <c:pt idx="1856">
                  <c:v>1995.2080000000001</c:v>
                </c:pt>
                <c:pt idx="1857">
                  <c:v>1995.69</c:v>
                </c:pt>
                <c:pt idx="1858">
                  <c:v>1996.172</c:v>
                </c:pt>
                <c:pt idx="1859">
                  <c:v>1996.655</c:v>
                </c:pt>
                <c:pt idx="1860">
                  <c:v>1997.1369999999999</c:v>
                </c:pt>
                <c:pt idx="1861">
                  <c:v>1997.6189999999999</c:v>
                </c:pt>
                <c:pt idx="1862">
                  <c:v>1998.1010000000001</c:v>
                </c:pt>
                <c:pt idx="1863">
                  <c:v>1998.5830000000001</c:v>
                </c:pt>
                <c:pt idx="1864">
                  <c:v>1999.0650000000001</c:v>
                </c:pt>
                <c:pt idx="1865">
                  <c:v>1999.547</c:v>
                </c:pt>
                <c:pt idx="1866">
                  <c:v>2000.029</c:v>
                </c:pt>
                <c:pt idx="1867">
                  <c:v>2000.511</c:v>
                </c:pt>
                <c:pt idx="1868">
                  <c:v>2000.9939999999999</c:v>
                </c:pt>
                <c:pt idx="1869">
                  <c:v>2001.4760000000001</c:v>
                </c:pt>
                <c:pt idx="1870">
                  <c:v>2001.9580000000001</c:v>
                </c:pt>
                <c:pt idx="1871">
                  <c:v>2002.44</c:v>
                </c:pt>
                <c:pt idx="1872">
                  <c:v>2002.922</c:v>
                </c:pt>
                <c:pt idx="1873">
                  <c:v>2003.404</c:v>
                </c:pt>
                <c:pt idx="1874">
                  <c:v>2003.886</c:v>
                </c:pt>
                <c:pt idx="1875">
                  <c:v>2004.3679999999999</c:v>
                </c:pt>
                <c:pt idx="1876">
                  <c:v>2004.8510000000001</c:v>
                </c:pt>
                <c:pt idx="1877">
                  <c:v>2005.3330000000001</c:v>
                </c:pt>
                <c:pt idx="1878">
                  <c:v>2005.8150000000001</c:v>
                </c:pt>
                <c:pt idx="1879">
                  <c:v>2006.297</c:v>
                </c:pt>
                <c:pt idx="1880">
                  <c:v>2006.779</c:v>
                </c:pt>
                <c:pt idx="1881">
                  <c:v>2007.261</c:v>
                </c:pt>
                <c:pt idx="1882">
                  <c:v>2007.7429999999999</c:v>
                </c:pt>
                <c:pt idx="1883">
                  <c:v>2008.2249999999999</c:v>
                </c:pt>
                <c:pt idx="1884">
                  <c:v>2008.7080000000001</c:v>
                </c:pt>
                <c:pt idx="1885">
                  <c:v>2009.19</c:v>
                </c:pt>
                <c:pt idx="1886">
                  <c:v>2009.672</c:v>
                </c:pt>
                <c:pt idx="1887">
                  <c:v>2010.154</c:v>
                </c:pt>
                <c:pt idx="1888">
                  <c:v>2010.636</c:v>
                </c:pt>
                <c:pt idx="1889">
                  <c:v>2011.1179999999999</c:v>
                </c:pt>
                <c:pt idx="1890">
                  <c:v>2011.6</c:v>
                </c:pt>
                <c:pt idx="1891">
                  <c:v>2012.0820000000001</c:v>
                </c:pt>
                <c:pt idx="1892">
                  <c:v>2012.5640000000001</c:v>
                </c:pt>
                <c:pt idx="1893">
                  <c:v>2013.047</c:v>
                </c:pt>
                <c:pt idx="1894">
                  <c:v>2013.529</c:v>
                </c:pt>
                <c:pt idx="1895">
                  <c:v>2014.011</c:v>
                </c:pt>
                <c:pt idx="1896">
                  <c:v>2014.4929999999999</c:v>
                </c:pt>
                <c:pt idx="1897">
                  <c:v>2014.9749999999999</c:v>
                </c:pt>
                <c:pt idx="1898">
                  <c:v>2015.4570000000001</c:v>
                </c:pt>
                <c:pt idx="1899">
                  <c:v>2015.9390000000001</c:v>
                </c:pt>
                <c:pt idx="1900">
                  <c:v>2016.421</c:v>
                </c:pt>
                <c:pt idx="1901">
                  <c:v>2016.903</c:v>
                </c:pt>
                <c:pt idx="1902">
                  <c:v>2017.386</c:v>
                </c:pt>
                <c:pt idx="1903">
                  <c:v>2017.8679999999999</c:v>
                </c:pt>
                <c:pt idx="1904">
                  <c:v>2018.35</c:v>
                </c:pt>
                <c:pt idx="1905">
                  <c:v>2018.8320000000001</c:v>
                </c:pt>
                <c:pt idx="1906">
                  <c:v>2019.3140000000001</c:v>
                </c:pt>
                <c:pt idx="1907">
                  <c:v>2019.796</c:v>
                </c:pt>
                <c:pt idx="1908">
                  <c:v>2020.278</c:v>
                </c:pt>
                <c:pt idx="1909">
                  <c:v>2020.76</c:v>
                </c:pt>
                <c:pt idx="1910">
                  <c:v>2021.2429999999999</c:v>
                </c:pt>
                <c:pt idx="1911">
                  <c:v>2021.7249999999999</c:v>
                </c:pt>
                <c:pt idx="1912">
                  <c:v>2022.2070000000001</c:v>
                </c:pt>
                <c:pt idx="1913">
                  <c:v>2022.6890000000001</c:v>
                </c:pt>
                <c:pt idx="1914">
                  <c:v>2023.171</c:v>
                </c:pt>
                <c:pt idx="1915">
                  <c:v>2023.653</c:v>
                </c:pt>
                <c:pt idx="1916">
                  <c:v>2024.135</c:v>
                </c:pt>
                <c:pt idx="1917">
                  <c:v>2024.617</c:v>
                </c:pt>
                <c:pt idx="1918">
                  <c:v>2025.0989999999999</c:v>
                </c:pt>
                <c:pt idx="1919">
                  <c:v>2025.5820000000001</c:v>
                </c:pt>
                <c:pt idx="1920">
                  <c:v>2026.0640000000001</c:v>
                </c:pt>
                <c:pt idx="1921">
                  <c:v>2026.546</c:v>
                </c:pt>
                <c:pt idx="1922">
                  <c:v>2027.028</c:v>
                </c:pt>
                <c:pt idx="1923">
                  <c:v>2027.51</c:v>
                </c:pt>
                <c:pt idx="1924">
                  <c:v>2027.992</c:v>
                </c:pt>
                <c:pt idx="1925">
                  <c:v>2028.4739999999999</c:v>
                </c:pt>
                <c:pt idx="1926">
                  <c:v>2028.9559999999999</c:v>
                </c:pt>
                <c:pt idx="1927">
                  <c:v>2029.4380000000001</c:v>
                </c:pt>
                <c:pt idx="1928">
                  <c:v>2029.921</c:v>
                </c:pt>
                <c:pt idx="1929">
                  <c:v>2030.403</c:v>
                </c:pt>
                <c:pt idx="1930">
                  <c:v>2030.885</c:v>
                </c:pt>
                <c:pt idx="1931">
                  <c:v>2031.367</c:v>
                </c:pt>
                <c:pt idx="1932">
                  <c:v>2031.8489999999999</c:v>
                </c:pt>
                <c:pt idx="1933">
                  <c:v>2032.3309999999999</c:v>
                </c:pt>
                <c:pt idx="1934">
                  <c:v>2032.8130000000001</c:v>
                </c:pt>
                <c:pt idx="1935">
                  <c:v>2033.2950000000001</c:v>
                </c:pt>
                <c:pt idx="1936">
                  <c:v>2033.778</c:v>
                </c:pt>
                <c:pt idx="1937">
                  <c:v>2034.26</c:v>
                </c:pt>
                <c:pt idx="1938">
                  <c:v>2034.742</c:v>
                </c:pt>
                <c:pt idx="1939">
                  <c:v>2035.2239999999999</c:v>
                </c:pt>
                <c:pt idx="1940">
                  <c:v>2035.7059999999999</c:v>
                </c:pt>
                <c:pt idx="1941">
                  <c:v>2036.1880000000001</c:v>
                </c:pt>
                <c:pt idx="1942">
                  <c:v>2036.67</c:v>
                </c:pt>
                <c:pt idx="1943">
                  <c:v>2037.152</c:v>
                </c:pt>
                <c:pt idx="1944">
                  <c:v>2037.635</c:v>
                </c:pt>
                <c:pt idx="1945">
                  <c:v>2038.117</c:v>
                </c:pt>
                <c:pt idx="1946">
                  <c:v>2038.5989999999999</c:v>
                </c:pt>
                <c:pt idx="1947">
                  <c:v>2039.0809999999999</c:v>
                </c:pt>
                <c:pt idx="1948">
                  <c:v>2039.5630000000001</c:v>
                </c:pt>
                <c:pt idx="1949">
                  <c:v>2040.0450000000001</c:v>
                </c:pt>
                <c:pt idx="1950">
                  <c:v>2040.527</c:v>
                </c:pt>
                <c:pt idx="1951">
                  <c:v>2041.009</c:v>
                </c:pt>
                <c:pt idx="1952">
                  <c:v>2041.491</c:v>
                </c:pt>
                <c:pt idx="1953">
                  <c:v>2041.9739999999999</c:v>
                </c:pt>
                <c:pt idx="1954">
                  <c:v>2042.4559999999999</c:v>
                </c:pt>
                <c:pt idx="1955">
                  <c:v>2042.9380000000001</c:v>
                </c:pt>
                <c:pt idx="1956">
                  <c:v>2043.42</c:v>
                </c:pt>
                <c:pt idx="1957">
                  <c:v>2043.902</c:v>
                </c:pt>
                <c:pt idx="1958">
                  <c:v>2044.384</c:v>
                </c:pt>
                <c:pt idx="1959">
                  <c:v>2044.866</c:v>
                </c:pt>
                <c:pt idx="1960">
                  <c:v>2045.348</c:v>
                </c:pt>
                <c:pt idx="1961">
                  <c:v>2045.83</c:v>
                </c:pt>
                <c:pt idx="1962">
                  <c:v>2046.3130000000001</c:v>
                </c:pt>
                <c:pt idx="1963">
                  <c:v>2046.7950000000001</c:v>
                </c:pt>
                <c:pt idx="1964">
                  <c:v>2047.277</c:v>
                </c:pt>
                <c:pt idx="1965">
                  <c:v>2047.759</c:v>
                </c:pt>
                <c:pt idx="1966">
                  <c:v>2048.241</c:v>
                </c:pt>
                <c:pt idx="1967">
                  <c:v>2048.723</c:v>
                </c:pt>
                <c:pt idx="1968">
                  <c:v>2049.204999999999</c:v>
                </c:pt>
                <c:pt idx="1969">
                  <c:v>2049.6880000000001</c:v>
                </c:pt>
                <c:pt idx="1970">
                  <c:v>2050.168999999999</c:v>
                </c:pt>
                <c:pt idx="1971">
                  <c:v>2050.652</c:v>
                </c:pt>
                <c:pt idx="1972">
                  <c:v>2051.134</c:v>
                </c:pt>
                <c:pt idx="1973">
                  <c:v>2051.616</c:v>
                </c:pt>
                <c:pt idx="1974">
                  <c:v>2052.098</c:v>
                </c:pt>
                <c:pt idx="1975">
                  <c:v>2052.58</c:v>
                </c:pt>
                <c:pt idx="1976">
                  <c:v>2053.0619999999999</c:v>
                </c:pt>
                <c:pt idx="1977">
                  <c:v>2053.5439999999999</c:v>
                </c:pt>
                <c:pt idx="1978">
                  <c:v>2054.0259999999998</c:v>
                </c:pt>
                <c:pt idx="1979">
                  <c:v>2054.509</c:v>
                </c:pt>
                <c:pt idx="1980">
                  <c:v>2054.991</c:v>
                </c:pt>
                <c:pt idx="1981">
                  <c:v>2055.473</c:v>
                </c:pt>
                <c:pt idx="1982">
                  <c:v>2055.9549999999999</c:v>
                </c:pt>
                <c:pt idx="1983">
                  <c:v>2056.4369999999999</c:v>
                </c:pt>
                <c:pt idx="1984">
                  <c:v>2056.9189999999999</c:v>
                </c:pt>
                <c:pt idx="1985">
                  <c:v>2057.4009999999998</c:v>
                </c:pt>
                <c:pt idx="1986">
                  <c:v>2057.8829999999998</c:v>
                </c:pt>
                <c:pt idx="1987">
                  <c:v>2058.3649999999998</c:v>
                </c:pt>
                <c:pt idx="1988">
                  <c:v>2058.848</c:v>
                </c:pt>
                <c:pt idx="1989">
                  <c:v>2059.33</c:v>
                </c:pt>
                <c:pt idx="1990">
                  <c:v>2059.8119999999999</c:v>
                </c:pt>
                <c:pt idx="1991">
                  <c:v>2060.2939999999999</c:v>
                </c:pt>
                <c:pt idx="1992">
                  <c:v>2060.7759999999998</c:v>
                </c:pt>
                <c:pt idx="1993">
                  <c:v>2061.2579999999998</c:v>
                </c:pt>
                <c:pt idx="1994">
                  <c:v>2061.7399999999998</c:v>
                </c:pt>
                <c:pt idx="1995">
                  <c:v>2062.2220000000002</c:v>
                </c:pt>
                <c:pt idx="1996">
                  <c:v>2062.704999999999</c:v>
                </c:pt>
                <c:pt idx="1997">
                  <c:v>2063.186999999999</c:v>
                </c:pt>
                <c:pt idx="1998">
                  <c:v>2063.668999999999</c:v>
                </c:pt>
                <c:pt idx="1999">
                  <c:v>2064.1509999999998</c:v>
                </c:pt>
                <c:pt idx="2000">
                  <c:v>2064.6329999999998</c:v>
                </c:pt>
                <c:pt idx="2001">
                  <c:v>2065.1149999999998</c:v>
                </c:pt>
                <c:pt idx="2002">
                  <c:v>2065.5970000000002</c:v>
                </c:pt>
                <c:pt idx="2003">
                  <c:v>2066.0790000000002</c:v>
                </c:pt>
                <c:pt idx="2004">
                  <c:v>2066.5619999999999</c:v>
                </c:pt>
                <c:pt idx="2005">
                  <c:v>2067.0439999999999</c:v>
                </c:pt>
                <c:pt idx="2006">
                  <c:v>2067.5259999999998</c:v>
                </c:pt>
                <c:pt idx="2007">
                  <c:v>2068.0079999999998</c:v>
                </c:pt>
                <c:pt idx="2008">
                  <c:v>2068.4899999999998</c:v>
                </c:pt>
                <c:pt idx="2009">
                  <c:v>2068.9720000000002</c:v>
                </c:pt>
                <c:pt idx="2010">
                  <c:v>2069.4540000000002</c:v>
                </c:pt>
                <c:pt idx="2011">
                  <c:v>2069.9360000000001</c:v>
                </c:pt>
                <c:pt idx="2012">
                  <c:v>2070.4180000000001</c:v>
                </c:pt>
                <c:pt idx="2013">
                  <c:v>2070.9009999999998</c:v>
                </c:pt>
                <c:pt idx="2014">
                  <c:v>2071.3829999999998</c:v>
                </c:pt>
                <c:pt idx="2015">
                  <c:v>2071.8649999999998</c:v>
                </c:pt>
                <c:pt idx="2016">
                  <c:v>2072.3470000000002</c:v>
                </c:pt>
                <c:pt idx="2017">
                  <c:v>2072.8290000000002</c:v>
                </c:pt>
                <c:pt idx="2018">
                  <c:v>2073.3110000000001</c:v>
                </c:pt>
                <c:pt idx="2019">
                  <c:v>2073.7930000000001</c:v>
                </c:pt>
                <c:pt idx="2020">
                  <c:v>2074.2750000000001</c:v>
                </c:pt>
                <c:pt idx="2021">
                  <c:v>2074.7579999999998</c:v>
                </c:pt>
                <c:pt idx="2022">
                  <c:v>2075.2399999999998</c:v>
                </c:pt>
                <c:pt idx="2023">
                  <c:v>2075.7220000000002</c:v>
                </c:pt>
                <c:pt idx="2024">
                  <c:v>2076.2040000000002</c:v>
                </c:pt>
                <c:pt idx="2025">
                  <c:v>2076.6860000000001</c:v>
                </c:pt>
                <c:pt idx="2026">
                  <c:v>2077.1680000000001</c:v>
                </c:pt>
                <c:pt idx="2027">
                  <c:v>2077.65</c:v>
                </c:pt>
                <c:pt idx="2028">
                  <c:v>2078.1320000000001</c:v>
                </c:pt>
                <c:pt idx="2029">
                  <c:v>2078.6149999999998</c:v>
                </c:pt>
                <c:pt idx="2030">
                  <c:v>2079.096</c:v>
                </c:pt>
                <c:pt idx="2031">
                  <c:v>2079.5790000000002</c:v>
                </c:pt>
                <c:pt idx="2032">
                  <c:v>2080.0610000000001</c:v>
                </c:pt>
                <c:pt idx="2033">
                  <c:v>2080.5430000000001</c:v>
                </c:pt>
                <c:pt idx="2034">
                  <c:v>2081.0250000000001</c:v>
                </c:pt>
                <c:pt idx="2035">
                  <c:v>2081.5070000000001</c:v>
                </c:pt>
                <c:pt idx="2036">
                  <c:v>2081.989</c:v>
                </c:pt>
                <c:pt idx="2037">
                  <c:v>2082.471</c:v>
                </c:pt>
                <c:pt idx="2038">
                  <c:v>2082.953</c:v>
                </c:pt>
                <c:pt idx="2039">
                  <c:v>2083.4360000000001</c:v>
                </c:pt>
                <c:pt idx="2040">
                  <c:v>2083.9180000000001</c:v>
                </c:pt>
                <c:pt idx="2041">
                  <c:v>2084.4</c:v>
                </c:pt>
                <c:pt idx="2042">
                  <c:v>2084.8820000000001</c:v>
                </c:pt>
                <c:pt idx="2043">
                  <c:v>2085.364</c:v>
                </c:pt>
                <c:pt idx="2044">
                  <c:v>2085.846</c:v>
                </c:pt>
                <c:pt idx="2045">
                  <c:v>2086.328</c:v>
                </c:pt>
                <c:pt idx="2046">
                  <c:v>2086.81</c:v>
                </c:pt>
                <c:pt idx="2047">
                  <c:v>2087.2919999999999</c:v>
                </c:pt>
                <c:pt idx="2048">
                  <c:v>2087.7750000000001</c:v>
                </c:pt>
                <c:pt idx="2049">
                  <c:v>2088.2570000000001</c:v>
                </c:pt>
                <c:pt idx="2050">
                  <c:v>2088.739</c:v>
                </c:pt>
                <c:pt idx="2051">
                  <c:v>2089.221</c:v>
                </c:pt>
                <c:pt idx="2052">
                  <c:v>2089.703</c:v>
                </c:pt>
                <c:pt idx="2053">
                  <c:v>2090.184999999999</c:v>
                </c:pt>
                <c:pt idx="2054">
                  <c:v>2090.666999999999</c:v>
                </c:pt>
                <c:pt idx="2055">
                  <c:v>2091.148999999999</c:v>
                </c:pt>
                <c:pt idx="2056">
                  <c:v>2091.6320000000001</c:v>
                </c:pt>
                <c:pt idx="2057">
                  <c:v>2092.114</c:v>
                </c:pt>
                <c:pt idx="2058">
                  <c:v>2092.596</c:v>
                </c:pt>
                <c:pt idx="2059">
                  <c:v>2093.078</c:v>
                </c:pt>
                <c:pt idx="2060">
                  <c:v>2093.56</c:v>
                </c:pt>
                <c:pt idx="2061">
                  <c:v>2094.0419999999999</c:v>
                </c:pt>
                <c:pt idx="2062">
                  <c:v>2094.5239999999999</c:v>
                </c:pt>
                <c:pt idx="2063">
                  <c:v>2095.0059999999999</c:v>
                </c:pt>
                <c:pt idx="2064">
                  <c:v>2095.489</c:v>
                </c:pt>
                <c:pt idx="2065">
                  <c:v>2095.971</c:v>
                </c:pt>
                <c:pt idx="2066">
                  <c:v>2096.453</c:v>
                </c:pt>
                <c:pt idx="2067">
                  <c:v>2096.9349999999999</c:v>
                </c:pt>
                <c:pt idx="2068">
                  <c:v>2097.4169999999999</c:v>
                </c:pt>
                <c:pt idx="2069">
                  <c:v>2097.8989999999999</c:v>
                </c:pt>
                <c:pt idx="2070">
                  <c:v>2098.3809999999999</c:v>
                </c:pt>
                <c:pt idx="2071">
                  <c:v>2098.8629999999998</c:v>
                </c:pt>
                <c:pt idx="2072">
                  <c:v>2099.3449999999998</c:v>
                </c:pt>
                <c:pt idx="2073">
                  <c:v>2099.828</c:v>
                </c:pt>
                <c:pt idx="2074">
                  <c:v>2100.31</c:v>
                </c:pt>
                <c:pt idx="2075">
                  <c:v>2100.7919999999999</c:v>
                </c:pt>
                <c:pt idx="2076">
                  <c:v>2101.2739999999999</c:v>
                </c:pt>
                <c:pt idx="2077">
                  <c:v>2101.7559999999999</c:v>
                </c:pt>
                <c:pt idx="2078">
                  <c:v>2102.2379999999998</c:v>
                </c:pt>
                <c:pt idx="2079">
                  <c:v>2102.7199999999998</c:v>
                </c:pt>
                <c:pt idx="2080">
                  <c:v>2103.2020000000002</c:v>
                </c:pt>
                <c:pt idx="2081">
                  <c:v>2103.684999999999</c:v>
                </c:pt>
                <c:pt idx="2082">
                  <c:v>2104.166999999999</c:v>
                </c:pt>
                <c:pt idx="2083">
                  <c:v>2104.648999999999</c:v>
                </c:pt>
                <c:pt idx="2084">
                  <c:v>2105.1309999999999</c:v>
                </c:pt>
                <c:pt idx="2085">
                  <c:v>2105.6129999999998</c:v>
                </c:pt>
                <c:pt idx="2086">
                  <c:v>2106.0949999999998</c:v>
                </c:pt>
                <c:pt idx="2087">
                  <c:v>2106.5770000000002</c:v>
                </c:pt>
                <c:pt idx="2088">
                  <c:v>2107.0590000000002</c:v>
                </c:pt>
                <c:pt idx="2089">
                  <c:v>2107.5419999999999</c:v>
                </c:pt>
                <c:pt idx="2090">
                  <c:v>2108.0239999999999</c:v>
                </c:pt>
                <c:pt idx="2091">
                  <c:v>2108.5059999999999</c:v>
                </c:pt>
                <c:pt idx="2092">
                  <c:v>2108.9879999999998</c:v>
                </c:pt>
                <c:pt idx="2093">
                  <c:v>2109.4699999999998</c:v>
                </c:pt>
                <c:pt idx="2094">
                  <c:v>2109.9520000000002</c:v>
                </c:pt>
                <c:pt idx="2095">
                  <c:v>2110.4340000000002</c:v>
                </c:pt>
                <c:pt idx="2096">
                  <c:v>2110.9160000000002</c:v>
                </c:pt>
                <c:pt idx="2097">
                  <c:v>2111.3980000000001</c:v>
                </c:pt>
                <c:pt idx="2098">
                  <c:v>2111.8809999999999</c:v>
                </c:pt>
                <c:pt idx="2099">
                  <c:v>2112.3629999999998</c:v>
                </c:pt>
                <c:pt idx="2100">
                  <c:v>2112.8449999999998</c:v>
                </c:pt>
                <c:pt idx="2101">
                  <c:v>2113.3270000000002</c:v>
                </c:pt>
                <c:pt idx="2102">
                  <c:v>2113.8090000000002</c:v>
                </c:pt>
                <c:pt idx="2103">
                  <c:v>2114.2910000000002</c:v>
                </c:pt>
                <c:pt idx="2104">
                  <c:v>2114.7730000000001</c:v>
                </c:pt>
                <c:pt idx="2105">
                  <c:v>2115.2550000000001</c:v>
                </c:pt>
                <c:pt idx="2106">
                  <c:v>2115.7379999999998</c:v>
                </c:pt>
                <c:pt idx="2107">
                  <c:v>2116.2190000000001</c:v>
                </c:pt>
                <c:pt idx="2108">
                  <c:v>2116.7020000000002</c:v>
                </c:pt>
                <c:pt idx="2109">
                  <c:v>2117.1840000000002</c:v>
                </c:pt>
                <c:pt idx="2110">
                  <c:v>2117.6660000000002</c:v>
                </c:pt>
                <c:pt idx="2111">
                  <c:v>2118.1480000000001</c:v>
                </c:pt>
                <c:pt idx="2112">
                  <c:v>2118.63</c:v>
                </c:pt>
                <c:pt idx="2113">
                  <c:v>2119.1120000000001</c:v>
                </c:pt>
                <c:pt idx="2114">
                  <c:v>2119.5940000000001</c:v>
                </c:pt>
                <c:pt idx="2115">
                  <c:v>2120.076</c:v>
                </c:pt>
                <c:pt idx="2116">
                  <c:v>2120.5590000000002</c:v>
                </c:pt>
                <c:pt idx="2117">
                  <c:v>2121.0410000000002</c:v>
                </c:pt>
                <c:pt idx="2118">
                  <c:v>2121.5230000000001</c:v>
                </c:pt>
                <c:pt idx="2119">
                  <c:v>2122.0050000000001</c:v>
                </c:pt>
                <c:pt idx="2120">
                  <c:v>2122.4870000000001</c:v>
                </c:pt>
                <c:pt idx="2121">
                  <c:v>2122.9690000000001</c:v>
                </c:pt>
                <c:pt idx="2122">
                  <c:v>2123.451</c:v>
                </c:pt>
                <c:pt idx="2123">
                  <c:v>2123.933</c:v>
                </c:pt>
                <c:pt idx="2124">
                  <c:v>2124.4160000000002</c:v>
                </c:pt>
                <c:pt idx="2125">
                  <c:v>2124.8980000000001</c:v>
                </c:pt>
                <c:pt idx="2126">
                  <c:v>2125.38</c:v>
                </c:pt>
                <c:pt idx="2127">
                  <c:v>2125.8620000000001</c:v>
                </c:pt>
                <c:pt idx="2128">
                  <c:v>2126.3440000000001</c:v>
                </c:pt>
                <c:pt idx="2129">
                  <c:v>2126.826</c:v>
                </c:pt>
                <c:pt idx="2130">
                  <c:v>2127.308</c:v>
                </c:pt>
                <c:pt idx="2131">
                  <c:v>2127.79</c:v>
                </c:pt>
                <c:pt idx="2132">
                  <c:v>2128.2719999999999</c:v>
                </c:pt>
                <c:pt idx="2133">
                  <c:v>2128.7550000000001</c:v>
                </c:pt>
                <c:pt idx="2134">
                  <c:v>2129.2370000000001</c:v>
                </c:pt>
                <c:pt idx="2135">
                  <c:v>2129.7190000000001</c:v>
                </c:pt>
                <c:pt idx="2136">
                  <c:v>2130.201</c:v>
                </c:pt>
                <c:pt idx="2137">
                  <c:v>2130.683</c:v>
                </c:pt>
                <c:pt idx="2138">
                  <c:v>2131.165</c:v>
                </c:pt>
                <c:pt idx="2139">
                  <c:v>2131.646999999999</c:v>
                </c:pt>
                <c:pt idx="2140">
                  <c:v>2132.128999999999</c:v>
                </c:pt>
                <c:pt idx="2141">
                  <c:v>2132.6120000000001</c:v>
                </c:pt>
                <c:pt idx="2142">
                  <c:v>2133.0940000000001</c:v>
                </c:pt>
                <c:pt idx="2143">
                  <c:v>2133.576</c:v>
                </c:pt>
                <c:pt idx="2144">
                  <c:v>2134.058</c:v>
                </c:pt>
                <c:pt idx="2145">
                  <c:v>2134.54</c:v>
                </c:pt>
                <c:pt idx="2146">
                  <c:v>2135.0219999999999</c:v>
                </c:pt>
                <c:pt idx="2147">
                  <c:v>2135.5039999999999</c:v>
                </c:pt>
                <c:pt idx="2148">
                  <c:v>2135.9859999999999</c:v>
                </c:pt>
                <c:pt idx="2149">
                  <c:v>2136.4690000000001</c:v>
                </c:pt>
                <c:pt idx="2150">
                  <c:v>2136.951</c:v>
                </c:pt>
                <c:pt idx="2151">
                  <c:v>2137.433</c:v>
                </c:pt>
                <c:pt idx="2152">
                  <c:v>2137.915</c:v>
                </c:pt>
                <c:pt idx="2153">
                  <c:v>2138.3969999999999</c:v>
                </c:pt>
                <c:pt idx="2154">
                  <c:v>2138.8789999999999</c:v>
                </c:pt>
                <c:pt idx="2155">
                  <c:v>2139.3609999999999</c:v>
                </c:pt>
                <c:pt idx="2156">
                  <c:v>2139.8429999999998</c:v>
                </c:pt>
                <c:pt idx="2157">
                  <c:v>2140.3249999999998</c:v>
                </c:pt>
                <c:pt idx="2158">
                  <c:v>2140.808</c:v>
                </c:pt>
                <c:pt idx="2159">
                  <c:v>2141.29</c:v>
                </c:pt>
                <c:pt idx="2160">
                  <c:v>2141.7719999999999</c:v>
                </c:pt>
                <c:pt idx="2161">
                  <c:v>2142.2539999999999</c:v>
                </c:pt>
                <c:pt idx="2162">
                  <c:v>2142.7359999999999</c:v>
                </c:pt>
                <c:pt idx="2163">
                  <c:v>2143.2179999999998</c:v>
                </c:pt>
                <c:pt idx="2164">
                  <c:v>2143.6999999999998</c:v>
                </c:pt>
                <c:pt idx="2165">
                  <c:v>2144.1819999999998</c:v>
                </c:pt>
                <c:pt idx="2166">
                  <c:v>2144.665</c:v>
                </c:pt>
                <c:pt idx="2167">
                  <c:v>2145.1460000000002</c:v>
                </c:pt>
                <c:pt idx="2168">
                  <c:v>2145.628999999999</c:v>
                </c:pt>
                <c:pt idx="2169">
                  <c:v>2146.1109999999999</c:v>
                </c:pt>
                <c:pt idx="2170">
                  <c:v>2146.5929999999998</c:v>
                </c:pt>
                <c:pt idx="2171">
                  <c:v>2147.0749999999998</c:v>
                </c:pt>
                <c:pt idx="2172">
                  <c:v>2147.5569999999998</c:v>
                </c:pt>
                <c:pt idx="2173">
                  <c:v>2148.0390000000002</c:v>
                </c:pt>
                <c:pt idx="2174">
                  <c:v>2148.5210000000002</c:v>
                </c:pt>
                <c:pt idx="2175">
                  <c:v>2149.0030000000002</c:v>
                </c:pt>
                <c:pt idx="2176">
                  <c:v>2149.4859999999999</c:v>
                </c:pt>
                <c:pt idx="2177">
                  <c:v>2149.9679999999998</c:v>
                </c:pt>
                <c:pt idx="2178">
                  <c:v>2150.4499999999998</c:v>
                </c:pt>
                <c:pt idx="2179">
                  <c:v>2150.9319999999998</c:v>
                </c:pt>
                <c:pt idx="2180">
                  <c:v>2151.4140000000002</c:v>
                </c:pt>
                <c:pt idx="2181">
                  <c:v>2151.8960000000002</c:v>
                </c:pt>
                <c:pt idx="2182">
                  <c:v>2152.3780000000002</c:v>
                </c:pt>
                <c:pt idx="2183">
                  <c:v>2152.86</c:v>
                </c:pt>
                <c:pt idx="2184">
                  <c:v>2153.3429999999998</c:v>
                </c:pt>
                <c:pt idx="2185">
                  <c:v>2153.8249999999998</c:v>
                </c:pt>
                <c:pt idx="2186">
                  <c:v>2154.3069999999998</c:v>
                </c:pt>
                <c:pt idx="2187">
                  <c:v>2154.7890000000002</c:v>
                </c:pt>
                <c:pt idx="2188">
                  <c:v>2155.2710000000002</c:v>
                </c:pt>
                <c:pt idx="2189">
                  <c:v>2155.7530000000002</c:v>
                </c:pt>
                <c:pt idx="2190">
                  <c:v>2156.2350000000001</c:v>
                </c:pt>
                <c:pt idx="2191">
                  <c:v>2156.7170000000001</c:v>
                </c:pt>
                <c:pt idx="2192">
                  <c:v>2157.1990000000001</c:v>
                </c:pt>
                <c:pt idx="2193">
                  <c:v>2157.6819999999998</c:v>
                </c:pt>
                <c:pt idx="2194">
                  <c:v>2158.1640000000002</c:v>
                </c:pt>
                <c:pt idx="2195">
                  <c:v>2158.6460000000002</c:v>
                </c:pt>
                <c:pt idx="2196">
                  <c:v>2159.1280000000002</c:v>
                </c:pt>
                <c:pt idx="2197">
                  <c:v>2159.61</c:v>
                </c:pt>
                <c:pt idx="2198">
                  <c:v>2160.0920000000001</c:v>
                </c:pt>
                <c:pt idx="2199">
                  <c:v>2160.5740000000001</c:v>
                </c:pt>
                <c:pt idx="2200">
                  <c:v>2161.056</c:v>
                </c:pt>
                <c:pt idx="2201">
                  <c:v>2161.5390000000002</c:v>
                </c:pt>
                <c:pt idx="2202">
                  <c:v>2162.0210000000002</c:v>
                </c:pt>
                <c:pt idx="2203">
                  <c:v>2162.5030000000002</c:v>
                </c:pt>
                <c:pt idx="2204">
                  <c:v>2162.9850000000001</c:v>
                </c:pt>
                <c:pt idx="2205">
                  <c:v>2163.4670000000001</c:v>
                </c:pt>
                <c:pt idx="2206">
                  <c:v>2163.9490000000001</c:v>
                </c:pt>
                <c:pt idx="2207">
                  <c:v>2164.431</c:v>
                </c:pt>
                <c:pt idx="2208">
                  <c:v>2164.913</c:v>
                </c:pt>
                <c:pt idx="2209">
                  <c:v>2165.3960000000002</c:v>
                </c:pt>
                <c:pt idx="2210">
                  <c:v>2165.8780000000002</c:v>
                </c:pt>
                <c:pt idx="2211">
                  <c:v>2166.36</c:v>
                </c:pt>
                <c:pt idx="2212">
                  <c:v>2166.8420000000001</c:v>
                </c:pt>
                <c:pt idx="2213">
                  <c:v>2167.3240000000001</c:v>
                </c:pt>
                <c:pt idx="2214">
                  <c:v>2167.806</c:v>
                </c:pt>
                <c:pt idx="2215">
                  <c:v>2168.288</c:v>
                </c:pt>
                <c:pt idx="2216">
                  <c:v>2168.77</c:v>
                </c:pt>
                <c:pt idx="2217">
                  <c:v>2169.252</c:v>
                </c:pt>
                <c:pt idx="2218">
                  <c:v>2169.7350000000001</c:v>
                </c:pt>
                <c:pt idx="2219">
                  <c:v>2170.2170000000001</c:v>
                </c:pt>
                <c:pt idx="2220">
                  <c:v>2170.6990000000001</c:v>
                </c:pt>
                <c:pt idx="2221">
                  <c:v>2171.181</c:v>
                </c:pt>
                <c:pt idx="2222">
                  <c:v>2171.663</c:v>
                </c:pt>
                <c:pt idx="2223">
                  <c:v>2172.145</c:v>
                </c:pt>
                <c:pt idx="2224">
                  <c:v>2172.627</c:v>
                </c:pt>
                <c:pt idx="2225">
                  <c:v>2173.108999999999</c:v>
                </c:pt>
                <c:pt idx="2226">
                  <c:v>2173.5920000000001</c:v>
                </c:pt>
                <c:pt idx="2227">
                  <c:v>2174.0729999999999</c:v>
                </c:pt>
                <c:pt idx="2228">
                  <c:v>2174.556</c:v>
                </c:pt>
                <c:pt idx="2229">
                  <c:v>2175.038</c:v>
                </c:pt>
                <c:pt idx="2230">
                  <c:v>2175.52</c:v>
                </c:pt>
                <c:pt idx="2231">
                  <c:v>2176.002</c:v>
                </c:pt>
                <c:pt idx="2232">
                  <c:v>2176.4839999999999</c:v>
                </c:pt>
                <c:pt idx="2233">
                  <c:v>2176.9659999999999</c:v>
                </c:pt>
                <c:pt idx="2234">
                  <c:v>2177.4479999999999</c:v>
                </c:pt>
                <c:pt idx="2235">
                  <c:v>2177.9299999999998</c:v>
                </c:pt>
                <c:pt idx="2236">
                  <c:v>2178.413</c:v>
                </c:pt>
                <c:pt idx="2237">
                  <c:v>2178.895</c:v>
                </c:pt>
                <c:pt idx="2238">
                  <c:v>2179.377</c:v>
                </c:pt>
                <c:pt idx="2239">
                  <c:v>2179.8589999999999</c:v>
                </c:pt>
                <c:pt idx="2240">
                  <c:v>2180.3409999999999</c:v>
                </c:pt>
                <c:pt idx="2241">
                  <c:v>2180.8229999999999</c:v>
                </c:pt>
                <c:pt idx="2242">
                  <c:v>2181.3049999999998</c:v>
                </c:pt>
                <c:pt idx="2243">
                  <c:v>2181.7869999999989</c:v>
                </c:pt>
                <c:pt idx="2244">
                  <c:v>2182.27</c:v>
                </c:pt>
                <c:pt idx="2245">
                  <c:v>2182.752</c:v>
                </c:pt>
                <c:pt idx="2246">
                  <c:v>2183.2339999999999</c:v>
                </c:pt>
                <c:pt idx="2247">
                  <c:v>2183.7159999999999</c:v>
                </c:pt>
                <c:pt idx="2248">
                  <c:v>2184.1979999999999</c:v>
                </c:pt>
                <c:pt idx="2249">
                  <c:v>2184.6799999999998</c:v>
                </c:pt>
                <c:pt idx="2250">
                  <c:v>2185.1619999999998</c:v>
                </c:pt>
                <c:pt idx="2251">
                  <c:v>2185.6439999999998</c:v>
                </c:pt>
                <c:pt idx="2252">
                  <c:v>2186.1260000000002</c:v>
                </c:pt>
                <c:pt idx="2253">
                  <c:v>2186.608999999999</c:v>
                </c:pt>
                <c:pt idx="2254">
                  <c:v>2187.0909999999999</c:v>
                </c:pt>
                <c:pt idx="2255">
                  <c:v>2187.5729999999999</c:v>
                </c:pt>
                <c:pt idx="2256">
                  <c:v>2188.0549999999998</c:v>
                </c:pt>
                <c:pt idx="2257">
                  <c:v>2188.5369999999998</c:v>
                </c:pt>
                <c:pt idx="2258">
                  <c:v>2189.0189999999998</c:v>
                </c:pt>
                <c:pt idx="2259">
                  <c:v>2189.5010000000002</c:v>
                </c:pt>
                <c:pt idx="2260">
                  <c:v>2189.9830000000002</c:v>
                </c:pt>
                <c:pt idx="2261">
                  <c:v>2190.4659999999999</c:v>
                </c:pt>
                <c:pt idx="2262">
                  <c:v>2190.9479999999999</c:v>
                </c:pt>
                <c:pt idx="2263">
                  <c:v>2191.4299999999998</c:v>
                </c:pt>
                <c:pt idx="2264">
                  <c:v>2191.9119999999998</c:v>
                </c:pt>
                <c:pt idx="2265">
                  <c:v>2192.3939999999998</c:v>
                </c:pt>
                <c:pt idx="2266">
                  <c:v>2192.8760000000002</c:v>
                </c:pt>
                <c:pt idx="2267">
                  <c:v>2193.3580000000002</c:v>
                </c:pt>
                <c:pt idx="2268">
                  <c:v>2193.84</c:v>
                </c:pt>
                <c:pt idx="2269">
                  <c:v>2194.3229999999999</c:v>
                </c:pt>
                <c:pt idx="2270">
                  <c:v>2194.8049999999998</c:v>
                </c:pt>
                <c:pt idx="2271">
                  <c:v>2195.2869999999989</c:v>
                </c:pt>
                <c:pt idx="2272">
                  <c:v>2195.7689999999989</c:v>
                </c:pt>
                <c:pt idx="2273">
                  <c:v>2196.2510000000002</c:v>
                </c:pt>
                <c:pt idx="2274">
                  <c:v>2196.7330000000002</c:v>
                </c:pt>
                <c:pt idx="2275">
                  <c:v>2197.2150000000001</c:v>
                </c:pt>
                <c:pt idx="2276">
                  <c:v>2197.6970000000001</c:v>
                </c:pt>
                <c:pt idx="2277">
                  <c:v>2198.1790000000001</c:v>
                </c:pt>
                <c:pt idx="2278">
                  <c:v>2198.6619999999998</c:v>
                </c:pt>
                <c:pt idx="2279">
                  <c:v>2199.1439999999998</c:v>
                </c:pt>
                <c:pt idx="2280">
                  <c:v>2199.6260000000002</c:v>
                </c:pt>
                <c:pt idx="2281">
                  <c:v>2200.1080000000002</c:v>
                </c:pt>
                <c:pt idx="2282">
                  <c:v>2200.59</c:v>
                </c:pt>
                <c:pt idx="2283">
                  <c:v>2201.0720000000001</c:v>
                </c:pt>
                <c:pt idx="2284">
                  <c:v>2201.5540000000001</c:v>
                </c:pt>
                <c:pt idx="2285">
                  <c:v>2202.0360000000001</c:v>
                </c:pt>
                <c:pt idx="2286">
                  <c:v>2202.5189999999998</c:v>
                </c:pt>
                <c:pt idx="2287">
                  <c:v>2203</c:v>
                </c:pt>
                <c:pt idx="2288">
                  <c:v>2203.4830000000002</c:v>
                </c:pt>
                <c:pt idx="2289">
                  <c:v>2203.9650000000001</c:v>
                </c:pt>
                <c:pt idx="2290">
                  <c:v>2204.4470000000001</c:v>
                </c:pt>
                <c:pt idx="2291">
                  <c:v>2204.9290000000001</c:v>
                </c:pt>
                <c:pt idx="2292">
                  <c:v>2205.4110000000001</c:v>
                </c:pt>
                <c:pt idx="2293">
                  <c:v>2205.893</c:v>
                </c:pt>
                <c:pt idx="2294">
                  <c:v>2206.375</c:v>
                </c:pt>
                <c:pt idx="2295">
                  <c:v>2206.857</c:v>
                </c:pt>
                <c:pt idx="2296">
                  <c:v>2207.34</c:v>
                </c:pt>
                <c:pt idx="2297">
                  <c:v>2207.8220000000001</c:v>
                </c:pt>
                <c:pt idx="2298">
                  <c:v>2208.3040000000001</c:v>
                </c:pt>
                <c:pt idx="2299">
                  <c:v>2208.7860000000001</c:v>
                </c:pt>
                <c:pt idx="2300">
                  <c:v>2209.268</c:v>
                </c:pt>
                <c:pt idx="2301">
                  <c:v>2209.75</c:v>
                </c:pt>
                <c:pt idx="2302">
                  <c:v>2210.232</c:v>
                </c:pt>
                <c:pt idx="2303">
                  <c:v>2210.7139999999999</c:v>
                </c:pt>
                <c:pt idx="2304">
                  <c:v>2211.1970000000001</c:v>
                </c:pt>
                <c:pt idx="2305">
                  <c:v>2211.6790000000001</c:v>
                </c:pt>
                <c:pt idx="2306">
                  <c:v>2212.1610000000001</c:v>
                </c:pt>
                <c:pt idx="2307">
                  <c:v>2212.643</c:v>
                </c:pt>
                <c:pt idx="2308">
                  <c:v>2213.125</c:v>
                </c:pt>
                <c:pt idx="2309">
                  <c:v>2213.607</c:v>
                </c:pt>
                <c:pt idx="2310">
                  <c:v>2214.088999999999</c:v>
                </c:pt>
                <c:pt idx="2311">
                  <c:v>2214.5709999999999</c:v>
                </c:pt>
                <c:pt idx="2312">
                  <c:v>2215.0529999999999</c:v>
                </c:pt>
                <c:pt idx="2313">
                  <c:v>2215.5360000000001</c:v>
                </c:pt>
                <c:pt idx="2314">
                  <c:v>2216.018</c:v>
                </c:pt>
                <c:pt idx="2315">
                  <c:v>2216.5</c:v>
                </c:pt>
                <c:pt idx="2316">
                  <c:v>2216.982</c:v>
                </c:pt>
                <c:pt idx="2317">
                  <c:v>2217.4639999999999</c:v>
                </c:pt>
                <c:pt idx="2318">
                  <c:v>2217.9459999999999</c:v>
                </c:pt>
                <c:pt idx="2319">
                  <c:v>2218.4279999999999</c:v>
                </c:pt>
                <c:pt idx="2320">
                  <c:v>2218.91</c:v>
                </c:pt>
                <c:pt idx="2321">
                  <c:v>2219.393</c:v>
                </c:pt>
                <c:pt idx="2322">
                  <c:v>2219.875</c:v>
                </c:pt>
                <c:pt idx="2323">
                  <c:v>2220.357</c:v>
                </c:pt>
                <c:pt idx="2324">
                  <c:v>2220.8389999999999</c:v>
                </c:pt>
                <c:pt idx="2325">
                  <c:v>2221.3209999999999</c:v>
                </c:pt>
                <c:pt idx="2326">
                  <c:v>2221.8029999999999</c:v>
                </c:pt>
                <c:pt idx="2327">
                  <c:v>2222.2849999999989</c:v>
                </c:pt>
                <c:pt idx="2328">
                  <c:v>2222.7669999999989</c:v>
                </c:pt>
                <c:pt idx="2329">
                  <c:v>2223.25</c:v>
                </c:pt>
                <c:pt idx="2330">
                  <c:v>2223.732</c:v>
                </c:pt>
                <c:pt idx="2331">
                  <c:v>2224.2139999999999</c:v>
                </c:pt>
                <c:pt idx="2332">
                  <c:v>2224.6959999999999</c:v>
                </c:pt>
                <c:pt idx="2333">
                  <c:v>2225.1779999999999</c:v>
                </c:pt>
                <c:pt idx="2334">
                  <c:v>2225.66</c:v>
                </c:pt>
                <c:pt idx="2335">
                  <c:v>2226.1419999999998</c:v>
                </c:pt>
                <c:pt idx="2336">
                  <c:v>2226.6239999999998</c:v>
                </c:pt>
                <c:pt idx="2337">
                  <c:v>2227.1060000000002</c:v>
                </c:pt>
                <c:pt idx="2338">
                  <c:v>2227.588999999999</c:v>
                </c:pt>
                <c:pt idx="2339">
                  <c:v>2228.0709999999999</c:v>
                </c:pt>
                <c:pt idx="2340">
                  <c:v>2228.5529999999999</c:v>
                </c:pt>
                <c:pt idx="2341">
                  <c:v>2229.0349999999999</c:v>
                </c:pt>
                <c:pt idx="2342">
                  <c:v>2229.5169999999998</c:v>
                </c:pt>
                <c:pt idx="2343">
                  <c:v>2229.9989999999998</c:v>
                </c:pt>
                <c:pt idx="2344">
                  <c:v>2230.4810000000002</c:v>
                </c:pt>
                <c:pt idx="2345">
                  <c:v>2230.9630000000002</c:v>
                </c:pt>
                <c:pt idx="2346">
                  <c:v>2231.4459999999999</c:v>
                </c:pt>
                <c:pt idx="2347">
                  <c:v>2231.9270000000001</c:v>
                </c:pt>
                <c:pt idx="2348">
                  <c:v>2232.41</c:v>
                </c:pt>
                <c:pt idx="2349">
                  <c:v>2232.8919999999998</c:v>
                </c:pt>
                <c:pt idx="2350">
                  <c:v>2233.3739999999998</c:v>
                </c:pt>
                <c:pt idx="2351">
                  <c:v>2233.8560000000002</c:v>
                </c:pt>
                <c:pt idx="2352">
                  <c:v>2234.3380000000002</c:v>
                </c:pt>
                <c:pt idx="2353">
                  <c:v>2234.8200000000002</c:v>
                </c:pt>
                <c:pt idx="2354">
                  <c:v>2235.3020000000001</c:v>
                </c:pt>
                <c:pt idx="2355">
                  <c:v>2235.7840000000001</c:v>
                </c:pt>
                <c:pt idx="2356">
                  <c:v>2236.2669999999989</c:v>
                </c:pt>
                <c:pt idx="2357">
                  <c:v>2236.7489999999989</c:v>
                </c:pt>
                <c:pt idx="2358">
                  <c:v>2237.2310000000002</c:v>
                </c:pt>
                <c:pt idx="2359">
                  <c:v>2237.7130000000002</c:v>
                </c:pt>
                <c:pt idx="2360">
                  <c:v>2238.1950000000002</c:v>
                </c:pt>
                <c:pt idx="2361">
                  <c:v>2238.6770000000001</c:v>
                </c:pt>
                <c:pt idx="2362">
                  <c:v>2239.1590000000001</c:v>
                </c:pt>
                <c:pt idx="2363">
                  <c:v>2239.6410000000001</c:v>
                </c:pt>
                <c:pt idx="2364">
                  <c:v>2240.1239999999998</c:v>
                </c:pt>
                <c:pt idx="2365">
                  <c:v>2240.6060000000002</c:v>
                </c:pt>
                <c:pt idx="2366">
                  <c:v>2241.0880000000002</c:v>
                </c:pt>
                <c:pt idx="2367">
                  <c:v>2241.5700000000002</c:v>
                </c:pt>
                <c:pt idx="2368">
                  <c:v>2242.0520000000001</c:v>
                </c:pt>
                <c:pt idx="2369">
                  <c:v>2242.5340000000001</c:v>
                </c:pt>
                <c:pt idx="2370">
                  <c:v>2243.0160000000001</c:v>
                </c:pt>
                <c:pt idx="2371">
                  <c:v>2243.498</c:v>
                </c:pt>
                <c:pt idx="2372">
                  <c:v>2243.98</c:v>
                </c:pt>
                <c:pt idx="2373">
                  <c:v>2244.4630000000002</c:v>
                </c:pt>
                <c:pt idx="2374">
                  <c:v>2244.9450000000002</c:v>
                </c:pt>
                <c:pt idx="2375">
                  <c:v>2245.4270000000001</c:v>
                </c:pt>
                <c:pt idx="2376">
                  <c:v>2245.9090000000001</c:v>
                </c:pt>
                <c:pt idx="2377">
                  <c:v>2246.3910000000001</c:v>
                </c:pt>
                <c:pt idx="2378">
                  <c:v>2246.873</c:v>
                </c:pt>
                <c:pt idx="2379">
                  <c:v>2247.355</c:v>
                </c:pt>
                <c:pt idx="2380">
                  <c:v>2247.837</c:v>
                </c:pt>
                <c:pt idx="2381">
                  <c:v>2248.3200000000002</c:v>
                </c:pt>
                <c:pt idx="2382">
                  <c:v>2248.8020000000001</c:v>
                </c:pt>
                <c:pt idx="2383">
                  <c:v>2249.2840000000001</c:v>
                </c:pt>
                <c:pt idx="2384">
                  <c:v>2249.7660000000001</c:v>
                </c:pt>
                <c:pt idx="2385">
                  <c:v>2250.248</c:v>
                </c:pt>
                <c:pt idx="2386">
                  <c:v>2250.73</c:v>
                </c:pt>
                <c:pt idx="2387">
                  <c:v>2251.212</c:v>
                </c:pt>
                <c:pt idx="2388">
                  <c:v>2251.694</c:v>
                </c:pt>
                <c:pt idx="2389">
                  <c:v>2252.1770000000001</c:v>
                </c:pt>
                <c:pt idx="2390">
                  <c:v>2252.6590000000001</c:v>
                </c:pt>
                <c:pt idx="2391">
                  <c:v>2253.1410000000001</c:v>
                </c:pt>
                <c:pt idx="2392">
                  <c:v>2253.623</c:v>
                </c:pt>
                <c:pt idx="2393">
                  <c:v>2254.105</c:v>
                </c:pt>
                <c:pt idx="2394">
                  <c:v>2254.587</c:v>
                </c:pt>
                <c:pt idx="2395">
                  <c:v>2255.069</c:v>
                </c:pt>
                <c:pt idx="2396">
                  <c:v>2255.5509999999999</c:v>
                </c:pt>
                <c:pt idx="2397">
                  <c:v>2256.0329999999999</c:v>
                </c:pt>
                <c:pt idx="2398">
                  <c:v>2256.5160000000001</c:v>
                </c:pt>
                <c:pt idx="2399">
                  <c:v>2256.998</c:v>
                </c:pt>
                <c:pt idx="2400">
                  <c:v>2257.48</c:v>
                </c:pt>
                <c:pt idx="2401">
                  <c:v>2257.962</c:v>
                </c:pt>
                <c:pt idx="2402">
                  <c:v>2258.444</c:v>
                </c:pt>
                <c:pt idx="2403">
                  <c:v>2258.9259999999999</c:v>
                </c:pt>
                <c:pt idx="2404">
                  <c:v>2259.4079999999999</c:v>
                </c:pt>
                <c:pt idx="2405">
                  <c:v>2259.89</c:v>
                </c:pt>
                <c:pt idx="2406">
                  <c:v>2260.373</c:v>
                </c:pt>
                <c:pt idx="2407">
                  <c:v>2260.8539999999998</c:v>
                </c:pt>
                <c:pt idx="2408">
                  <c:v>2261.337</c:v>
                </c:pt>
                <c:pt idx="2409">
                  <c:v>2261.819</c:v>
                </c:pt>
                <c:pt idx="2410">
                  <c:v>2262.3009999999999</c:v>
                </c:pt>
                <c:pt idx="2411">
                  <c:v>2262.782999999999</c:v>
                </c:pt>
                <c:pt idx="2412">
                  <c:v>2263.264999999999</c:v>
                </c:pt>
                <c:pt idx="2413">
                  <c:v>2263.7469999999989</c:v>
                </c:pt>
                <c:pt idx="2414">
                  <c:v>2264.2289999999989</c:v>
                </c:pt>
                <c:pt idx="2415">
                  <c:v>2264.7109999999998</c:v>
                </c:pt>
                <c:pt idx="2416">
                  <c:v>2265.194</c:v>
                </c:pt>
                <c:pt idx="2417">
                  <c:v>2265.6759999999999</c:v>
                </c:pt>
                <c:pt idx="2418">
                  <c:v>2266.1579999999999</c:v>
                </c:pt>
                <c:pt idx="2419">
                  <c:v>2266.64</c:v>
                </c:pt>
                <c:pt idx="2420">
                  <c:v>2267.1219999999998</c:v>
                </c:pt>
                <c:pt idx="2421">
                  <c:v>2267.6039999999998</c:v>
                </c:pt>
                <c:pt idx="2422">
                  <c:v>2268.0859999999998</c:v>
                </c:pt>
                <c:pt idx="2423">
                  <c:v>2268.5680000000002</c:v>
                </c:pt>
                <c:pt idx="2424">
                  <c:v>2269.0509999999999</c:v>
                </c:pt>
                <c:pt idx="2425">
                  <c:v>2269.5329999999999</c:v>
                </c:pt>
                <c:pt idx="2426">
                  <c:v>2270.0149999999999</c:v>
                </c:pt>
                <c:pt idx="2427">
                  <c:v>2270.4969999999998</c:v>
                </c:pt>
                <c:pt idx="2428">
                  <c:v>2270.9789999999998</c:v>
                </c:pt>
                <c:pt idx="2429">
                  <c:v>2271.4609999999998</c:v>
                </c:pt>
                <c:pt idx="2430">
                  <c:v>2271.9430000000002</c:v>
                </c:pt>
                <c:pt idx="2431">
                  <c:v>2272.4250000000002</c:v>
                </c:pt>
                <c:pt idx="2432">
                  <c:v>2272.9070000000002</c:v>
                </c:pt>
                <c:pt idx="2433">
                  <c:v>2273.39</c:v>
                </c:pt>
                <c:pt idx="2434">
                  <c:v>2273.8719999999998</c:v>
                </c:pt>
                <c:pt idx="2435">
                  <c:v>2274.3539999999998</c:v>
                </c:pt>
                <c:pt idx="2436">
                  <c:v>2274.8359999999998</c:v>
                </c:pt>
                <c:pt idx="2437">
                  <c:v>2275.3180000000002</c:v>
                </c:pt>
                <c:pt idx="2438">
                  <c:v>2275.8000000000002</c:v>
                </c:pt>
                <c:pt idx="2439">
                  <c:v>2276.2820000000002</c:v>
                </c:pt>
                <c:pt idx="2440">
                  <c:v>2276.7640000000001</c:v>
                </c:pt>
                <c:pt idx="2441">
                  <c:v>2277.2469999999989</c:v>
                </c:pt>
                <c:pt idx="2442">
                  <c:v>2277.7289999999989</c:v>
                </c:pt>
                <c:pt idx="2443">
                  <c:v>2278.2109999999998</c:v>
                </c:pt>
                <c:pt idx="2444">
                  <c:v>2278.6930000000002</c:v>
                </c:pt>
                <c:pt idx="2445">
                  <c:v>2279.1750000000002</c:v>
                </c:pt>
                <c:pt idx="2446">
                  <c:v>2279.6570000000002</c:v>
                </c:pt>
                <c:pt idx="2447">
                  <c:v>2280.1390000000001</c:v>
                </c:pt>
                <c:pt idx="2448">
                  <c:v>2280.6210000000001</c:v>
                </c:pt>
                <c:pt idx="2449">
                  <c:v>2281.1039999999998</c:v>
                </c:pt>
                <c:pt idx="2450">
                  <c:v>2281.5859999999998</c:v>
                </c:pt>
                <c:pt idx="2451">
                  <c:v>2282.0680000000002</c:v>
                </c:pt>
                <c:pt idx="2452">
                  <c:v>2282.5500000000002</c:v>
                </c:pt>
                <c:pt idx="2453">
                  <c:v>2283.0320000000002</c:v>
                </c:pt>
                <c:pt idx="2454">
                  <c:v>2283.5140000000001</c:v>
                </c:pt>
                <c:pt idx="2455">
                  <c:v>2283.9960000000001</c:v>
                </c:pt>
                <c:pt idx="2456">
                  <c:v>2284.4780000000001</c:v>
                </c:pt>
                <c:pt idx="2457">
                  <c:v>2284.96</c:v>
                </c:pt>
                <c:pt idx="2458">
                  <c:v>2285.4430000000002</c:v>
                </c:pt>
                <c:pt idx="2459">
                  <c:v>2285.9250000000002</c:v>
                </c:pt>
                <c:pt idx="2460">
                  <c:v>2286.4070000000002</c:v>
                </c:pt>
                <c:pt idx="2461">
                  <c:v>2286.8890000000001</c:v>
                </c:pt>
                <c:pt idx="2462">
                  <c:v>2287.3710000000001</c:v>
                </c:pt>
                <c:pt idx="2463">
                  <c:v>2287.8530000000001</c:v>
                </c:pt>
                <c:pt idx="2464">
                  <c:v>2288.335</c:v>
                </c:pt>
                <c:pt idx="2465">
                  <c:v>2288.817</c:v>
                </c:pt>
                <c:pt idx="2466">
                  <c:v>2289.3000000000002</c:v>
                </c:pt>
                <c:pt idx="2467">
                  <c:v>2289.780999999999</c:v>
                </c:pt>
                <c:pt idx="2468">
                  <c:v>2290.2640000000001</c:v>
                </c:pt>
                <c:pt idx="2469">
                  <c:v>2290.7460000000001</c:v>
                </c:pt>
                <c:pt idx="2470">
                  <c:v>2291.2280000000001</c:v>
                </c:pt>
                <c:pt idx="2471">
                  <c:v>2291.71</c:v>
                </c:pt>
                <c:pt idx="2472">
                  <c:v>2292.192</c:v>
                </c:pt>
                <c:pt idx="2473">
                  <c:v>2292.674</c:v>
                </c:pt>
                <c:pt idx="2474">
                  <c:v>2293.1559999999999</c:v>
                </c:pt>
                <c:pt idx="2475">
                  <c:v>2293.6379999999999</c:v>
                </c:pt>
                <c:pt idx="2476">
                  <c:v>2294.1210000000001</c:v>
                </c:pt>
                <c:pt idx="2477">
                  <c:v>2294.6030000000001</c:v>
                </c:pt>
                <c:pt idx="2478">
                  <c:v>2295.085</c:v>
                </c:pt>
                <c:pt idx="2479">
                  <c:v>2295.567</c:v>
                </c:pt>
                <c:pt idx="2480">
                  <c:v>2296.049</c:v>
                </c:pt>
                <c:pt idx="2481">
                  <c:v>2296.5309999999999</c:v>
                </c:pt>
                <c:pt idx="2482">
                  <c:v>2297.0129999999999</c:v>
                </c:pt>
                <c:pt idx="2483">
                  <c:v>2297.4949999999999</c:v>
                </c:pt>
                <c:pt idx="2484">
                  <c:v>2297.9780000000001</c:v>
                </c:pt>
                <c:pt idx="2485">
                  <c:v>2298.46</c:v>
                </c:pt>
                <c:pt idx="2486">
                  <c:v>2298.942</c:v>
                </c:pt>
                <c:pt idx="2487">
                  <c:v>2299.424</c:v>
                </c:pt>
                <c:pt idx="2488">
                  <c:v>2299.9059999999999</c:v>
                </c:pt>
                <c:pt idx="2489">
                  <c:v>2300.3879999999999</c:v>
                </c:pt>
                <c:pt idx="2490">
                  <c:v>2300.87</c:v>
                </c:pt>
                <c:pt idx="2491">
                  <c:v>2301.3519999999999</c:v>
                </c:pt>
                <c:pt idx="2492">
                  <c:v>2301.8339999999998</c:v>
                </c:pt>
                <c:pt idx="2493">
                  <c:v>2302.317</c:v>
                </c:pt>
                <c:pt idx="2494">
                  <c:v>2302.799</c:v>
                </c:pt>
                <c:pt idx="2495">
                  <c:v>2303.280999999999</c:v>
                </c:pt>
                <c:pt idx="2496">
                  <c:v>2303.762999999999</c:v>
                </c:pt>
                <c:pt idx="2497">
                  <c:v>2304.244999999999</c:v>
                </c:pt>
                <c:pt idx="2498">
                  <c:v>2304.726999999999</c:v>
                </c:pt>
                <c:pt idx="2499">
                  <c:v>2305.2089999999989</c:v>
                </c:pt>
                <c:pt idx="2500">
                  <c:v>2305.6909999999998</c:v>
                </c:pt>
                <c:pt idx="2501">
                  <c:v>2306.174</c:v>
                </c:pt>
                <c:pt idx="2502">
                  <c:v>2306.6559999999999</c:v>
                </c:pt>
                <c:pt idx="2503">
                  <c:v>2307.1379999999999</c:v>
                </c:pt>
                <c:pt idx="2504">
                  <c:v>2307.62</c:v>
                </c:pt>
                <c:pt idx="2505">
                  <c:v>2308.1019999999999</c:v>
                </c:pt>
                <c:pt idx="2506">
                  <c:v>2308.5839999999998</c:v>
                </c:pt>
                <c:pt idx="2507">
                  <c:v>2309.0659999999998</c:v>
                </c:pt>
                <c:pt idx="2508">
                  <c:v>2309.5479999999998</c:v>
                </c:pt>
                <c:pt idx="2509">
                  <c:v>2310.0309999999999</c:v>
                </c:pt>
                <c:pt idx="2510">
                  <c:v>2310.5129999999999</c:v>
                </c:pt>
                <c:pt idx="2511">
                  <c:v>2310.9949999999999</c:v>
                </c:pt>
                <c:pt idx="2512">
                  <c:v>2311.4769999999999</c:v>
                </c:pt>
                <c:pt idx="2513">
                  <c:v>2311.9589999999998</c:v>
                </c:pt>
                <c:pt idx="2514">
                  <c:v>2312.4409999999998</c:v>
                </c:pt>
                <c:pt idx="2515">
                  <c:v>2312.9229999999998</c:v>
                </c:pt>
                <c:pt idx="2516">
                  <c:v>2313.4050000000002</c:v>
                </c:pt>
                <c:pt idx="2517">
                  <c:v>2313.8870000000002</c:v>
                </c:pt>
                <c:pt idx="2518">
                  <c:v>2314.37</c:v>
                </c:pt>
                <c:pt idx="2519">
                  <c:v>2314.8519999999999</c:v>
                </c:pt>
                <c:pt idx="2520">
                  <c:v>2315.3339999999998</c:v>
                </c:pt>
                <c:pt idx="2521">
                  <c:v>2315.8159999999998</c:v>
                </c:pt>
                <c:pt idx="2522">
                  <c:v>2316.2979999999998</c:v>
                </c:pt>
                <c:pt idx="2523">
                  <c:v>2316.7800000000002</c:v>
                </c:pt>
                <c:pt idx="2524">
                  <c:v>2317.2620000000002</c:v>
                </c:pt>
                <c:pt idx="2525">
                  <c:v>2317.7440000000001</c:v>
                </c:pt>
                <c:pt idx="2526">
                  <c:v>2318.226999999999</c:v>
                </c:pt>
                <c:pt idx="2527">
                  <c:v>2318.7080000000001</c:v>
                </c:pt>
                <c:pt idx="2528">
                  <c:v>2319.1909999999998</c:v>
                </c:pt>
                <c:pt idx="2529">
                  <c:v>2319.6729999999998</c:v>
                </c:pt>
                <c:pt idx="2530">
                  <c:v>2320.1550000000002</c:v>
                </c:pt>
                <c:pt idx="2531">
                  <c:v>2320.6370000000002</c:v>
                </c:pt>
                <c:pt idx="2532">
                  <c:v>2321.1190000000001</c:v>
                </c:pt>
                <c:pt idx="2533">
                  <c:v>2321.6010000000001</c:v>
                </c:pt>
                <c:pt idx="2534">
                  <c:v>2322.0830000000001</c:v>
                </c:pt>
                <c:pt idx="2535">
                  <c:v>2322.5650000000001</c:v>
                </c:pt>
                <c:pt idx="2536">
                  <c:v>2323.0479999999998</c:v>
                </c:pt>
                <c:pt idx="2537">
                  <c:v>2323.5300000000002</c:v>
                </c:pt>
                <c:pt idx="2538">
                  <c:v>2324.0120000000002</c:v>
                </c:pt>
                <c:pt idx="2539">
                  <c:v>2324.4940000000001</c:v>
                </c:pt>
                <c:pt idx="2540">
                  <c:v>2324.9760000000001</c:v>
                </c:pt>
                <c:pt idx="2541">
                  <c:v>2325.4580000000001</c:v>
                </c:pt>
                <c:pt idx="2542">
                  <c:v>2325.94</c:v>
                </c:pt>
                <c:pt idx="2543">
                  <c:v>2326.422</c:v>
                </c:pt>
                <c:pt idx="2544">
                  <c:v>2326.9050000000002</c:v>
                </c:pt>
                <c:pt idx="2545">
                  <c:v>2327.3870000000002</c:v>
                </c:pt>
                <c:pt idx="2546">
                  <c:v>2327.8690000000001</c:v>
                </c:pt>
                <c:pt idx="2547">
                  <c:v>2328.3510000000001</c:v>
                </c:pt>
                <c:pt idx="2548">
                  <c:v>2328.8330000000001</c:v>
                </c:pt>
                <c:pt idx="2549">
                  <c:v>2329.3150000000001</c:v>
                </c:pt>
                <c:pt idx="2550">
                  <c:v>2329.797</c:v>
                </c:pt>
                <c:pt idx="2551">
                  <c:v>2330.279</c:v>
                </c:pt>
                <c:pt idx="2552">
                  <c:v>2330.761</c:v>
                </c:pt>
                <c:pt idx="2553">
                  <c:v>2331.2440000000001</c:v>
                </c:pt>
                <c:pt idx="2554">
                  <c:v>2331.7260000000001</c:v>
                </c:pt>
                <c:pt idx="2555">
                  <c:v>2332.2080000000001</c:v>
                </c:pt>
                <c:pt idx="2556">
                  <c:v>2332.69</c:v>
                </c:pt>
                <c:pt idx="2557">
                  <c:v>2333.172</c:v>
                </c:pt>
                <c:pt idx="2558">
                  <c:v>2333.654</c:v>
                </c:pt>
                <c:pt idx="2559">
                  <c:v>2334.136</c:v>
                </c:pt>
                <c:pt idx="2560">
                  <c:v>2334.6179999999999</c:v>
                </c:pt>
                <c:pt idx="2561">
                  <c:v>2335.1010000000001</c:v>
                </c:pt>
                <c:pt idx="2562">
                  <c:v>2335.5830000000001</c:v>
                </c:pt>
                <c:pt idx="2563">
                  <c:v>2336.0650000000001</c:v>
                </c:pt>
                <c:pt idx="2564">
                  <c:v>2336.547</c:v>
                </c:pt>
                <c:pt idx="2565">
                  <c:v>2337.029</c:v>
                </c:pt>
                <c:pt idx="2566">
                  <c:v>2337.511</c:v>
                </c:pt>
                <c:pt idx="2567">
                  <c:v>2337.9929999999999</c:v>
                </c:pt>
                <c:pt idx="2568">
                  <c:v>2338.4749999999999</c:v>
                </c:pt>
                <c:pt idx="2569">
                  <c:v>2338.9580000000001</c:v>
                </c:pt>
                <c:pt idx="2570">
                  <c:v>2339.44</c:v>
                </c:pt>
                <c:pt idx="2571">
                  <c:v>2339.922</c:v>
                </c:pt>
                <c:pt idx="2572">
                  <c:v>2340.404</c:v>
                </c:pt>
                <c:pt idx="2573">
                  <c:v>2340.886</c:v>
                </c:pt>
                <c:pt idx="2574">
                  <c:v>2341.3679999999999</c:v>
                </c:pt>
                <c:pt idx="2575">
                  <c:v>2341.85</c:v>
                </c:pt>
                <c:pt idx="2576">
                  <c:v>2342.3319999999999</c:v>
                </c:pt>
                <c:pt idx="2577">
                  <c:v>2342.8139999999999</c:v>
                </c:pt>
                <c:pt idx="2578">
                  <c:v>2343.297</c:v>
                </c:pt>
                <c:pt idx="2579">
                  <c:v>2343.779</c:v>
                </c:pt>
                <c:pt idx="2580">
                  <c:v>2344.261</c:v>
                </c:pt>
                <c:pt idx="2581">
                  <c:v>2344.742999999999</c:v>
                </c:pt>
                <c:pt idx="2582">
                  <c:v>2345.224999999999</c:v>
                </c:pt>
                <c:pt idx="2583">
                  <c:v>2345.706999999999</c:v>
                </c:pt>
                <c:pt idx="2584">
                  <c:v>2346.1889999999989</c:v>
                </c:pt>
                <c:pt idx="2585">
                  <c:v>2346.6709999999998</c:v>
                </c:pt>
                <c:pt idx="2586">
                  <c:v>2347.154</c:v>
                </c:pt>
                <c:pt idx="2587">
                  <c:v>2347.6350000000002</c:v>
                </c:pt>
                <c:pt idx="2588">
                  <c:v>2348.1179999999999</c:v>
                </c:pt>
                <c:pt idx="2589">
                  <c:v>2348.6</c:v>
                </c:pt>
                <c:pt idx="2590">
                  <c:v>2349.0819999999999</c:v>
                </c:pt>
                <c:pt idx="2591">
                  <c:v>2349.5639999999999</c:v>
                </c:pt>
                <c:pt idx="2592">
                  <c:v>2350.0459999999998</c:v>
                </c:pt>
                <c:pt idx="2593">
                  <c:v>2350.5279999999998</c:v>
                </c:pt>
                <c:pt idx="2594">
                  <c:v>2351.0100000000002</c:v>
                </c:pt>
                <c:pt idx="2595">
                  <c:v>2351.4920000000002</c:v>
                </c:pt>
                <c:pt idx="2596">
                  <c:v>2351.9749999999999</c:v>
                </c:pt>
                <c:pt idx="2597">
                  <c:v>2352.4569999999999</c:v>
                </c:pt>
                <c:pt idx="2598">
                  <c:v>2352.9389999999999</c:v>
                </c:pt>
                <c:pt idx="2599">
                  <c:v>2353.4209999999998</c:v>
                </c:pt>
                <c:pt idx="2600">
                  <c:v>2353.9029999999998</c:v>
                </c:pt>
                <c:pt idx="2601">
                  <c:v>2354.3850000000002</c:v>
                </c:pt>
                <c:pt idx="2602">
                  <c:v>2354.8670000000002</c:v>
                </c:pt>
                <c:pt idx="2603">
                  <c:v>2355.3490000000002</c:v>
                </c:pt>
                <c:pt idx="2604">
                  <c:v>2355.8319999999999</c:v>
                </c:pt>
                <c:pt idx="2605">
                  <c:v>2356.3139999999999</c:v>
                </c:pt>
                <c:pt idx="2606">
                  <c:v>2356.7959999999998</c:v>
                </c:pt>
                <c:pt idx="2607">
                  <c:v>2357.2779999999998</c:v>
                </c:pt>
                <c:pt idx="2608">
                  <c:v>2357.7600000000002</c:v>
                </c:pt>
                <c:pt idx="2609">
                  <c:v>2358.2420000000002</c:v>
                </c:pt>
                <c:pt idx="2610">
                  <c:v>2358.7240000000002</c:v>
                </c:pt>
                <c:pt idx="2611">
                  <c:v>2359.2060000000001</c:v>
                </c:pt>
                <c:pt idx="2612">
                  <c:v>2359.6880000000001</c:v>
                </c:pt>
                <c:pt idx="2613">
                  <c:v>2360.1709999999998</c:v>
                </c:pt>
                <c:pt idx="2614">
                  <c:v>2360.6529999999998</c:v>
                </c:pt>
                <c:pt idx="2615">
                  <c:v>2361.1350000000002</c:v>
                </c:pt>
                <c:pt idx="2616">
                  <c:v>2361.6170000000002</c:v>
                </c:pt>
                <c:pt idx="2617">
                  <c:v>2362.0990000000002</c:v>
                </c:pt>
                <c:pt idx="2618">
                  <c:v>2362.5810000000001</c:v>
                </c:pt>
                <c:pt idx="2619">
                  <c:v>2363.0630000000001</c:v>
                </c:pt>
                <c:pt idx="2620">
                  <c:v>2363.5450000000001</c:v>
                </c:pt>
                <c:pt idx="2621">
                  <c:v>2364.0279999999998</c:v>
                </c:pt>
                <c:pt idx="2622">
                  <c:v>2364.5100000000002</c:v>
                </c:pt>
                <c:pt idx="2623">
                  <c:v>2364.9920000000002</c:v>
                </c:pt>
                <c:pt idx="2624">
                  <c:v>2365.4740000000002</c:v>
                </c:pt>
                <c:pt idx="2625">
                  <c:v>2365.9560000000001</c:v>
                </c:pt>
                <c:pt idx="2626">
                  <c:v>2366.4380000000001</c:v>
                </c:pt>
                <c:pt idx="2627">
                  <c:v>2366.92</c:v>
                </c:pt>
                <c:pt idx="2628">
                  <c:v>2367.402</c:v>
                </c:pt>
                <c:pt idx="2629">
                  <c:v>2367.8850000000002</c:v>
                </c:pt>
                <c:pt idx="2630">
                  <c:v>2368.3670000000002</c:v>
                </c:pt>
                <c:pt idx="2631">
                  <c:v>2368.8490000000002</c:v>
                </c:pt>
                <c:pt idx="2632">
                  <c:v>2369.3310000000001</c:v>
                </c:pt>
                <c:pt idx="2633">
                  <c:v>2369.8130000000001</c:v>
                </c:pt>
                <c:pt idx="2634">
                  <c:v>2370.2950000000001</c:v>
                </c:pt>
                <c:pt idx="2635">
                  <c:v>2370.777</c:v>
                </c:pt>
                <c:pt idx="2636">
                  <c:v>2371.259</c:v>
                </c:pt>
                <c:pt idx="2637">
                  <c:v>2371.741</c:v>
                </c:pt>
                <c:pt idx="2638">
                  <c:v>2372.2240000000002</c:v>
                </c:pt>
                <c:pt idx="2639">
                  <c:v>2372.7060000000001</c:v>
                </c:pt>
                <c:pt idx="2640">
                  <c:v>2373.1880000000001</c:v>
                </c:pt>
                <c:pt idx="2641">
                  <c:v>2373.67</c:v>
                </c:pt>
                <c:pt idx="2642">
                  <c:v>2374.152</c:v>
                </c:pt>
                <c:pt idx="2643">
                  <c:v>2374.634</c:v>
                </c:pt>
                <c:pt idx="2644">
                  <c:v>2375.116</c:v>
                </c:pt>
                <c:pt idx="2645">
                  <c:v>2375.598</c:v>
                </c:pt>
                <c:pt idx="2646">
                  <c:v>2376.0810000000001</c:v>
                </c:pt>
                <c:pt idx="2647">
                  <c:v>2376.5630000000001</c:v>
                </c:pt>
                <c:pt idx="2648">
                  <c:v>2377.0450000000001</c:v>
                </c:pt>
                <c:pt idx="2649">
                  <c:v>2377.527</c:v>
                </c:pt>
                <c:pt idx="2650">
                  <c:v>2378.009</c:v>
                </c:pt>
                <c:pt idx="2651">
                  <c:v>2378.491</c:v>
                </c:pt>
                <c:pt idx="2652">
                  <c:v>2378.973</c:v>
                </c:pt>
                <c:pt idx="2653">
                  <c:v>2379.4549999999999</c:v>
                </c:pt>
                <c:pt idx="2654">
                  <c:v>2379.9380000000001</c:v>
                </c:pt>
                <c:pt idx="2655">
                  <c:v>2380.4189999999999</c:v>
                </c:pt>
                <c:pt idx="2656">
                  <c:v>2380.902</c:v>
                </c:pt>
                <c:pt idx="2657">
                  <c:v>2381.384</c:v>
                </c:pt>
                <c:pt idx="2658">
                  <c:v>2381.866</c:v>
                </c:pt>
                <c:pt idx="2659">
                  <c:v>2382.348</c:v>
                </c:pt>
                <c:pt idx="2660">
                  <c:v>2382.83</c:v>
                </c:pt>
                <c:pt idx="2661">
                  <c:v>2383.3119999999999</c:v>
                </c:pt>
                <c:pt idx="2662">
                  <c:v>2383.7939999999999</c:v>
                </c:pt>
                <c:pt idx="2663">
                  <c:v>2384.2759999999998</c:v>
                </c:pt>
                <c:pt idx="2664">
                  <c:v>2384.759</c:v>
                </c:pt>
                <c:pt idx="2665">
                  <c:v>2385.241</c:v>
                </c:pt>
                <c:pt idx="2666">
                  <c:v>2385.723</c:v>
                </c:pt>
                <c:pt idx="2667">
                  <c:v>2386.204999999999</c:v>
                </c:pt>
                <c:pt idx="2668">
                  <c:v>2386.686999999999</c:v>
                </c:pt>
                <c:pt idx="2669">
                  <c:v>2387.168999999999</c:v>
                </c:pt>
                <c:pt idx="2670">
                  <c:v>2387.6509999999998</c:v>
                </c:pt>
                <c:pt idx="2671">
                  <c:v>2388.1329999999998</c:v>
                </c:pt>
                <c:pt idx="2672">
                  <c:v>2388.6149999999998</c:v>
                </c:pt>
                <c:pt idx="2673">
                  <c:v>2389.098</c:v>
                </c:pt>
                <c:pt idx="2674">
                  <c:v>2389.58</c:v>
                </c:pt>
                <c:pt idx="2675">
                  <c:v>2390.0619999999999</c:v>
                </c:pt>
                <c:pt idx="2676">
                  <c:v>2390.5439999999999</c:v>
                </c:pt>
                <c:pt idx="2677">
                  <c:v>2391.0259999999998</c:v>
                </c:pt>
                <c:pt idx="2678">
                  <c:v>2391.5079999999998</c:v>
                </c:pt>
                <c:pt idx="2679">
                  <c:v>2391.9899999999998</c:v>
                </c:pt>
                <c:pt idx="2680">
                  <c:v>2392.4720000000002</c:v>
                </c:pt>
                <c:pt idx="2681">
                  <c:v>2392.9549999999999</c:v>
                </c:pt>
                <c:pt idx="2682">
                  <c:v>2393.4369999999999</c:v>
                </c:pt>
                <c:pt idx="2683">
                  <c:v>2393.9189999999999</c:v>
                </c:pt>
                <c:pt idx="2684">
                  <c:v>2394.4009999999998</c:v>
                </c:pt>
                <c:pt idx="2685">
                  <c:v>2394.8829999999998</c:v>
                </c:pt>
                <c:pt idx="2686">
                  <c:v>2395.3649999999998</c:v>
                </c:pt>
                <c:pt idx="2687">
                  <c:v>2395.8470000000002</c:v>
                </c:pt>
                <c:pt idx="2688">
                  <c:v>2396.3290000000002</c:v>
                </c:pt>
                <c:pt idx="2689">
                  <c:v>2396.8119999999999</c:v>
                </c:pt>
                <c:pt idx="2690">
                  <c:v>2397.2939999999999</c:v>
                </c:pt>
                <c:pt idx="2691">
                  <c:v>2397.7759999999998</c:v>
                </c:pt>
                <c:pt idx="2692">
                  <c:v>2398.2579999999998</c:v>
                </c:pt>
                <c:pt idx="2693">
                  <c:v>2398.7399999999998</c:v>
                </c:pt>
                <c:pt idx="2694">
                  <c:v>2399.2220000000002</c:v>
                </c:pt>
                <c:pt idx="2695">
                  <c:v>2399.7040000000002</c:v>
                </c:pt>
                <c:pt idx="2696">
                  <c:v>2400.1860000000001</c:v>
                </c:pt>
                <c:pt idx="2697">
                  <c:v>2400.6680000000001</c:v>
                </c:pt>
                <c:pt idx="2698">
                  <c:v>2401.1509999999998</c:v>
                </c:pt>
                <c:pt idx="2699">
                  <c:v>2401.6329999999998</c:v>
                </c:pt>
                <c:pt idx="2700">
                  <c:v>2402.1149999999998</c:v>
                </c:pt>
                <c:pt idx="2701">
                  <c:v>2402.5970000000002</c:v>
                </c:pt>
                <c:pt idx="2702">
                  <c:v>2403.0790000000002</c:v>
                </c:pt>
                <c:pt idx="2703">
                  <c:v>2403.5610000000001</c:v>
                </c:pt>
                <c:pt idx="2704">
                  <c:v>2404.0430000000001</c:v>
                </c:pt>
                <c:pt idx="2705">
                  <c:v>2404.5250000000001</c:v>
                </c:pt>
                <c:pt idx="2706">
                  <c:v>2405.0079999999998</c:v>
                </c:pt>
                <c:pt idx="2707">
                  <c:v>2405.4899999999998</c:v>
                </c:pt>
                <c:pt idx="2708">
                  <c:v>2405.9720000000002</c:v>
                </c:pt>
                <c:pt idx="2709">
                  <c:v>2406.4540000000002</c:v>
                </c:pt>
                <c:pt idx="2710">
                  <c:v>2406.9360000000001</c:v>
                </c:pt>
                <c:pt idx="2711">
                  <c:v>2407.4180000000001</c:v>
                </c:pt>
                <c:pt idx="2712">
                  <c:v>2407.9</c:v>
                </c:pt>
                <c:pt idx="2713">
                  <c:v>2408.3820000000001</c:v>
                </c:pt>
                <c:pt idx="2714">
                  <c:v>2408.8649999999998</c:v>
                </c:pt>
                <c:pt idx="2715">
                  <c:v>2409.346</c:v>
                </c:pt>
                <c:pt idx="2716">
                  <c:v>2409.8290000000002</c:v>
                </c:pt>
                <c:pt idx="2717">
                  <c:v>2410.3110000000001</c:v>
                </c:pt>
                <c:pt idx="2718">
                  <c:v>2410.7930000000001</c:v>
                </c:pt>
                <c:pt idx="2719">
                  <c:v>2411.2750000000001</c:v>
                </c:pt>
                <c:pt idx="2720">
                  <c:v>2411.7570000000001</c:v>
                </c:pt>
                <c:pt idx="2721">
                  <c:v>2412.239</c:v>
                </c:pt>
                <c:pt idx="2722">
                  <c:v>2412.721</c:v>
                </c:pt>
                <c:pt idx="2723">
                  <c:v>2413.203</c:v>
                </c:pt>
                <c:pt idx="2724">
                  <c:v>2413.6860000000001</c:v>
                </c:pt>
                <c:pt idx="2725">
                  <c:v>2414.1680000000001</c:v>
                </c:pt>
                <c:pt idx="2726">
                  <c:v>2414.65</c:v>
                </c:pt>
                <c:pt idx="2727">
                  <c:v>2415.1320000000001</c:v>
                </c:pt>
                <c:pt idx="2728">
                  <c:v>2415.614</c:v>
                </c:pt>
                <c:pt idx="2729">
                  <c:v>2416.096</c:v>
                </c:pt>
                <c:pt idx="2730">
                  <c:v>2416.578</c:v>
                </c:pt>
                <c:pt idx="2731">
                  <c:v>2417.06</c:v>
                </c:pt>
                <c:pt idx="2732">
                  <c:v>2417.5419999999999</c:v>
                </c:pt>
                <c:pt idx="2733">
                  <c:v>2418.0250000000001</c:v>
                </c:pt>
                <c:pt idx="2734">
                  <c:v>2418.5070000000001</c:v>
                </c:pt>
                <c:pt idx="2735">
                  <c:v>2418.989</c:v>
                </c:pt>
                <c:pt idx="2736">
                  <c:v>2419.471</c:v>
                </c:pt>
                <c:pt idx="2737">
                  <c:v>2419.953</c:v>
                </c:pt>
                <c:pt idx="2738">
                  <c:v>2420.4349999999999</c:v>
                </c:pt>
                <c:pt idx="2739">
                  <c:v>2420.9169999999999</c:v>
                </c:pt>
                <c:pt idx="2740">
                  <c:v>2421.3989999999999</c:v>
                </c:pt>
                <c:pt idx="2741">
                  <c:v>2421.8820000000001</c:v>
                </c:pt>
                <c:pt idx="2742">
                  <c:v>2422.364</c:v>
                </c:pt>
                <c:pt idx="2743">
                  <c:v>2422.846</c:v>
                </c:pt>
                <c:pt idx="2744">
                  <c:v>2423.328</c:v>
                </c:pt>
                <c:pt idx="2745">
                  <c:v>2423.81</c:v>
                </c:pt>
                <c:pt idx="2746">
                  <c:v>2424.2919999999999</c:v>
                </c:pt>
                <c:pt idx="2747">
                  <c:v>2424.7739999999999</c:v>
                </c:pt>
                <c:pt idx="2748">
                  <c:v>2425.2559999999999</c:v>
                </c:pt>
                <c:pt idx="2749">
                  <c:v>2425.739</c:v>
                </c:pt>
                <c:pt idx="2750">
                  <c:v>2426.221</c:v>
                </c:pt>
                <c:pt idx="2751">
                  <c:v>2426.703</c:v>
                </c:pt>
                <c:pt idx="2752">
                  <c:v>2427.184999999999</c:v>
                </c:pt>
                <c:pt idx="2753">
                  <c:v>2427.666999999999</c:v>
                </c:pt>
                <c:pt idx="2754">
                  <c:v>2428.148999999999</c:v>
                </c:pt>
                <c:pt idx="2755">
                  <c:v>2428.6309999999999</c:v>
                </c:pt>
                <c:pt idx="2756">
                  <c:v>2429.1129999999998</c:v>
                </c:pt>
                <c:pt idx="2757">
                  <c:v>2429.5949999999998</c:v>
                </c:pt>
                <c:pt idx="2758">
                  <c:v>2430.078</c:v>
                </c:pt>
                <c:pt idx="2759">
                  <c:v>2430.56</c:v>
                </c:pt>
                <c:pt idx="2760">
                  <c:v>2431.0419999999999</c:v>
                </c:pt>
                <c:pt idx="2761">
                  <c:v>2431.5239999999999</c:v>
                </c:pt>
                <c:pt idx="2762">
                  <c:v>2432.0059999999999</c:v>
                </c:pt>
                <c:pt idx="2763">
                  <c:v>2432.4879999999998</c:v>
                </c:pt>
                <c:pt idx="2764">
                  <c:v>2432.9699999999998</c:v>
                </c:pt>
                <c:pt idx="2765">
                  <c:v>2433.4520000000002</c:v>
                </c:pt>
                <c:pt idx="2766">
                  <c:v>2433.9349999999999</c:v>
                </c:pt>
                <c:pt idx="2767">
                  <c:v>2434.4169999999999</c:v>
                </c:pt>
                <c:pt idx="2768">
                  <c:v>2434.8989999999999</c:v>
                </c:pt>
                <c:pt idx="2769">
                  <c:v>2435.3809999999999</c:v>
                </c:pt>
                <c:pt idx="2770">
                  <c:v>2435.8629999999998</c:v>
                </c:pt>
                <c:pt idx="2771">
                  <c:v>2436.3449999999998</c:v>
                </c:pt>
                <c:pt idx="2772">
                  <c:v>2436.8270000000002</c:v>
                </c:pt>
                <c:pt idx="2773">
                  <c:v>2437.3090000000002</c:v>
                </c:pt>
                <c:pt idx="2774">
                  <c:v>2437.7919999999999</c:v>
                </c:pt>
                <c:pt idx="2775">
                  <c:v>2438.2730000000001</c:v>
                </c:pt>
                <c:pt idx="2776">
                  <c:v>2438.7559999999999</c:v>
                </c:pt>
                <c:pt idx="2777">
                  <c:v>2439.2379999999998</c:v>
                </c:pt>
                <c:pt idx="2778">
                  <c:v>2439.7199999999998</c:v>
                </c:pt>
                <c:pt idx="2779">
                  <c:v>2440.2020000000002</c:v>
                </c:pt>
                <c:pt idx="2780">
                  <c:v>2440.6840000000002</c:v>
                </c:pt>
                <c:pt idx="2781">
                  <c:v>2441.1660000000002</c:v>
                </c:pt>
                <c:pt idx="2782">
                  <c:v>2441.6480000000001</c:v>
                </c:pt>
                <c:pt idx="2783">
                  <c:v>2442.13</c:v>
                </c:pt>
                <c:pt idx="2784">
                  <c:v>2442.6129999999998</c:v>
                </c:pt>
                <c:pt idx="2785">
                  <c:v>2443.0949999999998</c:v>
                </c:pt>
                <c:pt idx="2786">
                  <c:v>2443.5770000000002</c:v>
                </c:pt>
                <c:pt idx="2787">
                  <c:v>2444.0590000000002</c:v>
                </c:pt>
                <c:pt idx="2788">
                  <c:v>2444.5410000000002</c:v>
                </c:pt>
                <c:pt idx="2789">
                  <c:v>2445.0230000000001</c:v>
                </c:pt>
                <c:pt idx="2790">
                  <c:v>2445.5050000000001</c:v>
                </c:pt>
                <c:pt idx="2791">
                  <c:v>2445.9870000000001</c:v>
                </c:pt>
                <c:pt idx="2792">
                  <c:v>2446.4690000000001</c:v>
                </c:pt>
                <c:pt idx="2793">
                  <c:v>2446.9520000000002</c:v>
                </c:pt>
                <c:pt idx="2794">
                  <c:v>2447.4340000000002</c:v>
                </c:pt>
                <c:pt idx="2795">
                  <c:v>2447.9160000000002</c:v>
                </c:pt>
                <c:pt idx="2796">
                  <c:v>2448.3980000000001</c:v>
                </c:pt>
                <c:pt idx="2797">
                  <c:v>2448.88</c:v>
                </c:pt>
                <c:pt idx="2798">
                  <c:v>2449.3620000000001</c:v>
                </c:pt>
                <c:pt idx="2799">
                  <c:v>2449.8440000000001</c:v>
                </c:pt>
                <c:pt idx="2800">
                  <c:v>2450.326</c:v>
                </c:pt>
                <c:pt idx="2801">
                  <c:v>2450.8090000000002</c:v>
                </c:pt>
                <c:pt idx="2802">
                  <c:v>2451.2910000000002</c:v>
                </c:pt>
                <c:pt idx="2803">
                  <c:v>2451.7730000000001</c:v>
                </c:pt>
                <c:pt idx="2804">
                  <c:v>2452.2550000000001</c:v>
                </c:pt>
                <c:pt idx="2805">
                  <c:v>2452.7370000000001</c:v>
                </c:pt>
                <c:pt idx="2806">
                  <c:v>2453.2190000000001</c:v>
                </c:pt>
                <c:pt idx="2807">
                  <c:v>2453.701</c:v>
                </c:pt>
                <c:pt idx="2808">
                  <c:v>2454.183</c:v>
                </c:pt>
                <c:pt idx="2809">
                  <c:v>2454.6660000000002</c:v>
                </c:pt>
                <c:pt idx="2810">
                  <c:v>2455.1480000000001</c:v>
                </c:pt>
                <c:pt idx="2811">
                  <c:v>2455.63</c:v>
                </c:pt>
                <c:pt idx="2812">
                  <c:v>2456.1120000000001</c:v>
                </c:pt>
                <c:pt idx="2813">
                  <c:v>2456.5940000000001</c:v>
                </c:pt>
                <c:pt idx="2814">
                  <c:v>2457.076</c:v>
                </c:pt>
                <c:pt idx="2815">
                  <c:v>2457.558</c:v>
                </c:pt>
                <c:pt idx="2816">
                  <c:v>2458.04</c:v>
                </c:pt>
                <c:pt idx="2817">
                  <c:v>2458.5219999999999</c:v>
                </c:pt>
                <c:pt idx="2818">
                  <c:v>2459.0050000000001</c:v>
                </c:pt>
                <c:pt idx="2819">
                  <c:v>2459.4870000000001</c:v>
                </c:pt>
                <c:pt idx="2820">
                  <c:v>2459.9690000000001</c:v>
                </c:pt>
                <c:pt idx="2821">
                  <c:v>2460.451</c:v>
                </c:pt>
                <c:pt idx="2822">
                  <c:v>2460.933</c:v>
                </c:pt>
                <c:pt idx="2823">
                  <c:v>2461.415</c:v>
                </c:pt>
                <c:pt idx="2824">
                  <c:v>2461.8969999999999</c:v>
                </c:pt>
                <c:pt idx="2825">
                  <c:v>2462.3789999999999</c:v>
                </c:pt>
                <c:pt idx="2826">
                  <c:v>2462.8620000000001</c:v>
                </c:pt>
                <c:pt idx="2827">
                  <c:v>2463.3440000000001</c:v>
                </c:pt>
                <c:pt idx="2828">
                  <c:v>2463.826</c:v>
                </c:pt>
                <c:pt idx="2829">
                  <c:v>2464.308</c:v>
                </c:pt>
                <c:pt idx="2830">
                  <c:v>2464.79</c:v>
                </c:pt>
                <c:pt idx="2831">
                  <c:v>2465.2719999999999</c:v>
                </c:pt>
                <c:pt idx="2832">
                  <c:v>2465.7539999999999</c:v>
                </c:pt>
                <c:pt idx="2833">
                  <c:v>2466.2359999999999</c:v>
                </c:pt>
                <c:pt idx="2834">
                  <c:v>2466.7190000000001</c:v>
                </c:pt>
                <c:pt idx="2835">
                  <c:v>2467.1999999999998</c:v>
                </c:pt>
                <c:pt idx="2836">
                  <c:v>2467.683</c:v>
                </c:pt>
                <c:pt idx="2837">
                  <c:v>2468.165</c:v>
                </c:pt>
                <c:pt idx="2838">
                  <c:v>2468.646999999999</c:v>
                </c:pt>
                <c:pt idx="2839">
                  <c:v>2469.128999999999</c:v>
                </c:pt>
                <c:pt idx="2840">
                  <c:v>2469.6109999999999</c:v>
                </c:pt>
                <c:pt idx="2841">
                  <c:v>2470.0929999999998</c:v>
                </c:pt>
                <c:pt idx="2842">
                  <c:v>2470.5749999999998</c:v>
                </c:pt>
                <c:pt idx="2843">
                  <c:v>2471.0569999999998</c:v>
                </c:pt>
                <c:pt idx="2844">
                  <c:v>2471.54</c:v>
                </c:pt>
                <c:pt idx="2845">
                  <c:v>2472.0219999999999</c:v>
                </c:pt>
                <c:pt idx="2846">
                  <c:v>2472.5039999999999</c:v>
                </c:pt>
                <c:pt idx="2847">
                  <c:v>2472.9859999999999</c:v>
                </c:pt>
                <c:pt idx="2848">
                  <c:v>2473.4679999999998</c:v>
                </c:pt>
                <c:pt idx="2849">
                  <c:v>2473.9499999999998</c:v>
                </c:pt>
                <c:pt idx="2850">
                  <c:v>2474.4319999999998</c:v>
                </c:pt>
                <c:pt idx="2851">
                  <c:v>2474.9140000000002</c:v>
                </c:pt>
                <c:pt idx="2852">
                  <c:v>2475.3960000000002</c:v>
                </c:pt>
                <c:pt idx="2853">
                  <c:v>2475.8789999999999</c:v>
                </c:pt>
                <c:pt idx="2854">
                  <c:v>2476.3609999999999</c:v>
                </c:pt>
                <c:pt idx="2855">
                  <c:v>2476.8429999999998</c:v>
                </c:pt>
                <c:pt idx="2856">
                  <c:v>2477.3249999999998</c:v>
                </c:pt>
                <c:pt idx="2857">
                  <c:v>2477.8069999999998</c:v>
                </c:pt>
                <c:pt idx="2858">
                  <c:v>2478.2890000000002</c:v>
                </c:pt>
                <c:pt idx="2859">
                  <c:v>2478.7710000000002</c:v>
                </c:pt>
                <c:pt idx="2860">
                  <c:v>2479.2530000000002</c:v>
                </c:pt>
                <c:pt idx="2861">
                  <c:v>2479.7359999999999</c:v>
                </c:pt>
                <c:pt idx="2862">
                  <c:v>2480.2179999999998</c:v>
                </c:pt>
                <c:pt idx="2863">
                  <c:v>2480.6999999999998</c:v>
                </c:pt>
                <c:pt idx="2864">
                  <c:v>2481.1819999999998</c:v>
                </c:pt>
                <c:pt idx="2865">
                  <c:v>2481.6640000000002</c:v>
                </c:pt>
                <c:pt idx="2866">
                  <c:v>2482.1460000000002</c:v>
                </c:pt>
                <c:pt idx="2867">
                  <c:v>2482.6280000000002</c:v>
                </c:pt>
                <c:pt idx="2868">
                  <c:v>2483.11</c:v>
                </c:pt>
                <c:pt idx="2869">
                  <c:v>2483.5929999999998</c:v>
                </c:pt>
                <c:pt idx="2870">
                  <c:v>2484.0749999999998</c:v>
                </c:pt>
                <c:pt idx="2871">
                  <c:v>2484.5569999999998</c:v>
                </c:pt>
                <c:pt idx="2872">
                  <c:v>2485.0390000000002</c:v>
                </c:pt>
                <c:pt idx="2873">
                  <c:v>2485.5210000000002</c:v>
                </c:pt>
                <c:pt idx="2874">
                  <c:v>2486.0030000000002</c:v>
                </c:pt>
                <c:pt idx="2875">
                  <c:v>2486.4850000000001</c:v>
                </c:pt>
                <c:pt idx="2876">
                  <c:v>2486.9670000000001</c:v>
                </c:pt>
                <c:pt idx="2877">
                  <c:v>2487.4490000000001</c:v>
                </c:pt>
                <c:pt idx="2878">
                  <c:v>2487.9319999999998</c:v>
                </c:pt>
                <c:pt idx="2879">
                  <c:v>2488.4140000000002</c:v>
                </c:pt>
                <c:pt idx="2880">
                  <c:v>2488.8960000000002</c:v>
                </c:pt>
                <c:pt idx="2881">
                  <c:v>2489.3780000000002</c:v>
                </c:pt>
                <c:pt idx="2882">
                  <c:v>2489.86</c:v>
                </c:pt>
                <c:pt idx="2883">
                  <c:v>2490.3420000000001</c:v>
                </c:pt>
                <c:pt idx="2884">
                  <c:v>2490.8240000000001</c:v>
                </c:pt>
                <c:pt idx="2885">
                  <c:v>2491.306</c:v>
                </c:pt>
                <c:pt idx="2886">
                  <c:v>2491.7890000000002</c:v>
                </c:pt>
                <c:pt idx="2887">
                  <c:v>2492.2710000000002</c:v>
                </c:pt>
                <c:pt idx="2888">
                  <c:v>2492.7530000000002</c:v>
                </c:pt>
                <c:pt idx="2889">
                  <c:v>2493.2350000000001</c:v>
                </c:pt>
                <c:pt idx="2890">
                  <c:v>2493.7170000000001</c:v>
                </c:pt>
                <c:pt idx="2891">
                  <c:v>2494.1990000000001</c:v>
                </c:pt>
                <c:pt idx="2892">
                  <c:v>2494.681</c:v>
                </c:pt>
                <c:pt idx="2893">
                  <c:v>2495.163</c:v>
                </c:pt>
                <c:pt idx="2894">
                  <c:v>2495.6460000000002</c:v>
                </c:pt>
                <c:pt idx="2895">
                  <c:v>2496.127</c:v>
                </c:pt>
                <c:pt idx="2896">
                  <c:v>2496.61</c:v>
                </c:pt>
                <c:pt idx="2897">
                  <c:v>2497.0920000000001</c:v>
                </c:pt>
                <c:pt idx="2898">
                  <c:v>2497.5740000000001</c:v>
                </c:pt>
                <c:pt idx="2899">
                  <c:v>2498.056</c:v>
                </c:pt>
                <c:pt idx="2900">
                  <c:v>2498.538</c:v>
                </c:pt>
                <c:pt idx="2901">
                  <c:v>2499.02</c:v>
                </c:pt>
                <c:pt idx="2902">
                  <c:v>2499.502</c:v>
                </c:pt>
                <c:pt idx="2903">
                  <c:v>2499.9839999999999</c:v>
                </c:pt>
                <c:pt idx="2904">
                  <c:v>2500.4670000000001</c:v>
                </c:pt>
                <c:pt idx="2905">
                  <c:v>2500.9490000000001</c:v>
                </c:pt>
                <c:pt idx="2906">
                  <c:v>2501.431</c:v>
                </c:pt>
                <c:pt idx="2907">
                  <c:v>2501.913</c:v>
                </c:pt>
                <c:pt idx="2908">
                  <c:v>2502.395</c:v>
                </c:pt>
                <c:pt idx="2909">
                  <c:v>2502.877</c:v>
                </c:pt>
                <c:pt idx="2910">
                  <c:v>2503.3589999999999</c:v>
                </c:pt>
                <c:pt idx="2911">
                  <c:v>2503.8409999999999</c:v>
                </c:pt>
                <c:pt idx="2912">
                  <c:v>2504.3229999999999</c:v>
                </c:pt>
                <c:pt idx="2913">
                  <c:v>2504.806</c:v>
                </c:pt>
                <c:pt idx="2914">
                  <c:v>2505.288</c:v>
                </c:pt>
                <c:pt idx="2915">
                  <c:v>2505.77</c:v>
                </c:pt>
                <c:pt idx="2916">
                  <c:v>2506.252</c:v>
                </c:pt>
                <c:pt idx="2917">
                  <c:v>2506.7339999999999</c:v>
                </c:pt>
                <c:pt idx="2918">
                  <c:v>2507.2159999999999</c:v>
                </c:pt>
                <c:pt idx="2919">
                  <c:v>2507.6979999999999</c:v>
                </c:pt>
                <c:pt idx="2920">
                  <c:v>2508.1799999999998</c:v>
                </c:pt>
                <c:pt idx="2921">
                  <c:v>2508.663</c:v>
                </c:pt>
                <c:pt idx="2922">
                  <c:v>2509.145</c:v>
                </c:pt>
                <c:pt idx="2923">
                  <c:v>2509.627</c:v>
                </c:pt>
                <c:pt idx="2924">
                  <c:v>2510.108999999999</c:v>
                </c:pt>
                <c:pt idx="2925">
                  <c:v>2510.5909999999999</c:v>
                </c:pt>
                <c:pt idx="2926">
                  <c:v>2511.0729999999999</c:v>
                </c:pt>
                <c:pt idx="2927">
                  <c:v>2511.5549999999998</c:v>
                </c:pt>
                <c:pt idx="2928">
                  <c:v>2512.0369999999998</c:v>
                </c:pt>
                <c:pt idx="2929">
                  <c:v>2512.52</c:v>
                </c:pt>
                <c:pt idx="2930">
                  <c:v>2513.002</c:v>
                </c:pt>
                <c:pt idx="2931">
                  <c:v>2513.4839999999999</c:v>
                </c:pt>
                <c:pt idx="2932">
                  <c:v>2513.9659999999999</c:v>
                </c:pt>
                <c:pt idx="2933">
                  <c:v>2514.4479999999999</c:v>
                </c:pt>
                <c:pt idx="2934">
                  <c:v>2514.9299999999998</c:v>
                </c:pt>
                <c:pt idx="2935">
                  <c:v>2515.4119999999998</c:v>
                </c:pt>
                <c:pt idx="2936">
                  <c:v>2515.8939999999998</c:v>
                </c:pt>
                <c:pt idx="2937">
                  <c:v>2516.3760000000002</c:v>
                </c:pt>
                <c:pt idx="2938">
                  <c:v>2516.8589999999999</c:v>
                </c:pt>
                <c:pt idx="2939">
                  <c:v>2517.3409999999999</c:v>
                </c:pt>
                <c:pt idx="2940">
                  <c:v>2517.8229999999999</c:v>
                </c:pt>
                <c:pt idx="2941">
                  <c:v>2518.3049999999998</c:v>
                </c:pt>
                <c:pt idx="2942">
                  <c:v>2518.7869999999989</c:v>
                </c:pt>
                <c:pt idx="2943">
                  <c:v>2519.2689999999989</c:v>
                </c:pt>
                <c:pt idx="2944">
                  <c:v>2519.7510000000002</c:v>
                </c:pt>
                <c:pt idx="2945">
                  <c:v>2520.2330000000002</c:v>
                </c:pt>
                <c:pt idx="2946">
                  <c:v>2520.7159999999999</c:v>
                </c:pt>
                <c:pt idx="2947">
                  <c:v>2521.1979999999999</c:v>
                </c:pt>
                <c:pt idx="2948">
                  <c:v>2521.6799999999998</c:v>
                </c:pt>
                <c:pt idx="2949">
                  <c:v>2522.1619999999998</c:v>
                </c:pt>
                <c:pt idx="2950">
                  <c:v>2522.6439999999998</c:v>
                </c:pt>
                <c:pt idx="2951">
                  <c:v>2523.1260000000002</c:v>
                </c:pt>
                <c:pt idx="2952">
                  <c:v>2523.6080000000002</c:v>
                </c:pt>
                <c:pt idx="2953">
                  <c:v>2524.09</c:v>
                </c:pt>
                <c:pt idx="2954">
                  <c:v>2524.5729999999999</c:v>
                </c:pt>
                <c:pt idx="2955">
                  <c:v>2525.0540000000001</c:v>
                </c:pt>
                <c:pt idx="2956">
                  <c:v>2525.5369999999998</c:v>
                </c:pt>
                <c:pt idx="2957">
                  <c:v>2526.0189999999998</c:v>
                </c:pt>
                <c:pt idx="2958">
                  <c:v>2526.5010000000002</c:v>
                </c:pt>
                <c:pt idx="2959">
                  <c:v>2526.9830000000002</c:v>
                </c:pt>
                <c:pt idx="2960">
                  <c:v>2527.4650000000001</c:v>
                </c:pt>
                <c:pt idx="2961">
                  <c:v>2527.9470000000001</c:v>
                </c:pt>
                <c:pt idx="2962">
                  <c:v>2528.4290000000001</c:v>
                </c:pt>
                <c:pt idx="2963">
                  <c:v>2528.9110000000001</c:v>
                </c:pt>
                <c:pt idx="2964">
                  <c:v>2529.3939999999998</c:v>
                </c:pt>
                <c:pt idx="2965">
                  <c:v>2529.8760000000002</c:v>
                </c:pt>
                <c:pt idx="2966">
                  <c:v>2530.3580000000002</c:v>
                </c:pt>
                <c:pt idx="2967">
                  <c:v>2530.84</c:v>
                </c:pt>
                <c:pt idx="2968">
                  <c:v>2531.3220000000001</c:v>
                </c:pt>
                <c:pt idx="2969">
                  <c:v>2531.8040000000001</c:v>
                </c:pt>
                <c:pt idx="2970">
                  <c:v>2532.2860000000001</c:v>
                </c:pt>
                <c:pt idx="2971">
                  <c:v>2532.768</c:v>
                </c:pt>
                <c:pt idx="2972">
                  <c:v>2533.25</c:v>
                </c:pt>
                <c:pt idx="2973">
                  <c:v>2533.7330000000002</c:v>
                </c:pt>
                <c:pt idx="2974">
                  <c:v>2534.2150000000001</c:v>
                </c:pt>
                <c:pt idx="2975">
                  <c:v>2534.6970000000001</c:v>
                </c:pt>
                <c:pt idx="2976">
                  <c:v>2535.1790000000001</c:v>
                </c:pt>
                <c:pt idx="2977">
                  <c:v>2535.6610000000001</c:v>
                </c:pt>
                <c:pt idx="2978">
                  <c:v>2536.143</c:v>
                </c:pt>
                <c:pt idx="2979">
                  <c:v>2536.625</c:v>
                </c:pt>
                <c:pt idx="2980">
                  <c:v>2537.107</c:v>
                </c:pt>
                <c:pt idx="2981">
                  <c:v>2537.59</c:v>
                </c:pt>
                <c:pt idx="2982">
                  <c:v>2538.0720000000001</c:v>
                </c:pt>
                <c:pt idx="2983">
                  <c:v>2538.5540000000001</c:v>
                </c:pt>
                <c:pt idx="2984">
                  <c:v>2539.0360000000001</c:v>
                </c:pt>
                <c:pt idx="2985">
                  <c:v>2539.518</c:v>
                </c:pt>
                <c:pt idx="2986">
                  <c:v>2540</c:v>
                </c:pt>
                <c:pt idx="2987">
                  <c:v>2540.482</c:v>
                </c:pt>
                <c:pt idx="2988">
                  <c:v>2540.9639999999999</c:v>
                </c:pt>
                <c:pt idx="2989">
                  <c:v>2541.4470000000001</c:v>
                </c:pt>
                <c:pt idx="2990">
                  <c:v>2541.9290000000001</c:v>
                </c:pt>
                <c:pt idx="2991">
                  <c:v>2542.4110000000001</c:v>
                </c:pt>
                <c:pt idx="2992">
                  <c:v>2542.893</c:v>
                </c:pt>
                <c:pt idx="2993">
                  <c:v>2543.375</c:v>
                </c:pt>
                <c:pt idx="2994">
                  <c:v>2543.857</c:v>
                </c:pt>
                <c:pt idx="2995">
                  <c:v>2544.3389999999999</c:v>
                </c:pt>
                <c:pt idx="2996">
                  <c:v>2544.8209999999999</c:v>
                </c:pt>
                <c:pt idx="2997">
                  <c:v>2545.3029999999999</c:v>
                </c:pt>
                <c:pt idx="2998">
                  <c:v>2545.7860000000001</c:v>
                </c:pt>
                <c:pt idx="2999">
                  <c:v>2546.268</c:v>
                </c:pt>
                <c:pt idx="3000">
                  <c:v>2546.75</c:v>
                </c:pt>
                <c:pt idx="3001">
                  <c:v>2547.232</c:v>
                </c:pt>
                <c:pt idx="3002">
                  <c:v>2547.7139999999999</c:v>
                </c:pt>
                <c:pt idx="3003">
                  <c:v>2548.1959999999999</c:v>
                </c:pt>
                <c:pt idx="3004">
                  <c:v>2548.6779999999999</c:v>
                </c:pt>
                <c:pt idx="3005">
                  <c:v>2549.16</c:v>
                </c:pt>
                <c:pt idx="3006">
                  <c:v>2549.643</c:v>
                </c:pt>
                <c:pt idx="3007">
                  <c:v>2550.125</c:v>
                </c:pt>
                <c:pt idx="3008">
                  <c:v>2550.607</c:v>
                </c:pt>
                <c:pt idx="3009">
                  <c:v>2551.088999999999</c:v>
                </c:pt>
                <c:pt idx="3010">
                  <c:v>2551.5709999999999</c:v>
                </c:pt>
                <c:pt idx="3011">
                  <c:v>2552.0529999999999</c:v>
                </c:pt>
                <c:pt idx="3012">
                  <c:v>2552.5349999999999</c:v>
                </c:pt>
                <c:pt idx="3013">
                  <c:v>2553.0169999999998</c:v>
                </c:pt>
                <c:pt idx="3014">
                  <c:v>2553.5</c:v>
                </c:pt>
                <c:pt idx="3015">
                  <c:v>2553.9810000000002</c:v>
                </c:pt>
                <c:pt idx="3016">
                  <c:v>2554.4639999999999</c:v>
                </c:pt>
                <c:pt idx="3017">
                  <c:v>2554.9459999999999</c:v>
                </c:pt>
                <c:pt idx="3018">
                  <c:v>2555.4279999999999</c:v>
                </c:pt>
                <c:pt idx="3019">
                  <c:v>2555.91</c:v>
                </c:pt>
                <c:pt idx="3020">
                  <c:v>2556.3919999999998</c:v>
                </c:pt>
                <c:pt idx="3021">
                  <c:v>2556.8739999999998</c:v>
                </c:pt>
                <c:pt idx="3022">
                  <c:v>2557.3560000000002</c:v>
                </c:pt>
                <c:pt idx="3023">
                  <c:v>2557.8380000000002</c:v>
                </c:pt>
                <c:pt idx="3024">
                  <c:v>2558.3209999999999</c:v>
                </c:pt>
                <c:pt idx="3025">
                  <c:v>2558.8029999999999</c:v>
                </c:pt>
                <c:pt idx="3026">
                  <c:v>2559.2849999999989</c:v>
                </c:pt>
                <c:pt idx="3027">
                  <c:v>2559.7669999999989</c:v>
                </c:pt>
                <c:pt idx="3028">
                  <c:v>2560.2489999999989</c:v>
                </c:pt>
                <c:pt idx="3029">
                  <c:v>2560.7310000000002</c:v>
                </c:pt>
                <c:pt idx="3030">
                  <c:v>2561.2130000000002</c:v>
                </c:pt>
                <c:pt idx="3031">
                  <c:v>2561.6950000000002</c:v>
                </c:pt>
                <c:pt idx="3032">
                  <c:v>2562.1770000000001</c:v>
                </c:pt>
                <c:pt idx="3033">
                  <c:v>2562.66</c:v>
                </c:pt>
                <c:pt idx="3034">
                  <c:v>2563.1419999999998</c:v>
                </c:pt>
                <c:pt idx="3035">
                  <c:v>2563.6239999999998</c:v>
                </c:pt>
                <c:pt idx="3036">
                  <c:v>2564.1060000000002</c:v>
                </c:pt>
                <c:pt idx="3037">
                  <c:v>2564.5880000000002</c:v>
                </c:pt>
                <c:pt idx="3038">
                  <c:v>2565.0700000000002</c:v>
                </c:pt>
                <c:pt idx="3039">
                  <c:v>2565.5520000000001</c:v>
                </c:pt>
                <c:pt idx="3040">
                  <c:v>2566.0340000000001</c:v>
                </c:pt>
                <c:pt idx="3041">
                  <c:v>2566.5169999999998</c:v>
                </c:pt>
                <c:pt idx="3042">
                  <c:v>2566.9989999999998</c:v>
                </c:pt>
                <c:pt idx="3043">
                  <c:v>2567.4810000000002</c:v>
                </c:pt>
                <c:pt idx="3044">
                  <c:v>2567.9630000000002</c:v>
                </c:pt>
                <c:pt idx="3045">
                  <c:v>2568.4450000000002</c:v>
                </c:pt>
                <c:pt idx="3046">
                  <c:v>2568.9270000000001</c:v>
                </c:pt>
                <c:pt idx="3047">
                  <c:v>2569.4090000000001</c:v>
                </c:pt>
                <c:pt idx="3048">
                  <c:v>2569.8910000000001</c:v>
                </c:pt>
                <c:pt idx="3049">
                  <c:v>2570.3739999999998</c:v>
                </c:pt>
                <c:pt idx="3050">
                  <c:v>2570.8560000000002</c:v>
                </c:pt>
                <c:pt idx="3051">
                  <c:v>2571.3380000000002</c:v>
                </c:pt>
                <c:pt idx="3052">
                  <c:v>2571.8200000000002</c:v>
                </c:pt>
                <c:pt idx="3053">
                  <c:v>2572.3020000000001</c:v>
                </c:pt>
                <c:pt idx="3054">
                  <c:v>2572.7840000000001</c:v>
                </c:pt>
                <c:pt idx="3055">
                  <c:v>2573.2660000000001</c:v>
                </c:pt>
                <c:pt idx="3056">
                  <c:v>2573.748</c:v>
                </c:pt>
                <c:pt idx="3057">
                  <c:v>2574.23</c:v>
                </c:pt>
                <c:pt idx="3058">
                  <c:v>2574.7130000000002</c:v>
                </c:pt>
                <c:pt idx="3059">
                  <c:v>2575.1950000000002</c:v>
                </c:pt>
                <c:pt idx="3060">
                  <c:v>2575.6770000000001</c:v>
                </c:pt>
                <c:pt idx="3061">
                  <c:v>2576.1590000000001</c:v>
                </c:pt>
                <c:pt idx="3062">
                  <c:v>2576.6410000000001</c:v>
                </c:pt>
                <c:pt idx="3063">
                  <c:v>2577.123</c:v>
                </c:pt>
                <c:pt idx="3064">
                  <c:v>2577.605</c:v>
                </c:pt>
                <c:pt idx="3065">
                  <c:v>2578.087</c:v>
                </c:pt>
                <c:pt idx="3066">
                  <c:v>2578.5700000000002</c:v>
                </c:pt>
                <c:pt idx="3067">
                  <c:v>2579.0520000000001</c:v>
                </c:pt>
                <c:pt idx="3068">
                  <c:v>2579.5340000000001</c:v>
                </c:pt>
                <c:pt idx="3069">
                  <c:v>2580.0160000000001</c:v>
                </c:pt>
                <c:pt idx="3070">
                  <c:v>2580.498</c:v>
                </c:pt>
                <c:pt idx="3071">
                  <c:v>2580.98</c:v>
                </c:pt>
                <c:pt idx="3072">
                  <c:v>2581.462</c:v>
                </c:pt>
                <c:pt idx="3073">
                  <c:v>2581.944</c:v>
                </c:pt>
                <c:pt idx="3074">
                  <c:v>2582.4270000000001</c:v>
                </c:pt>
                <c:pt idx="3075">
                  <c:v>2582.9090000000001</c:v>
                </c:pt>
                <c:pt idx="3076">
                  <c:v>2583.3910000000001</c:v>
                </c:pt>
                <c:pt idx="3077">
                  <c:v>2583.873</c:v>
                </c:pt>
                <c:pt idx="3078">
                  <c:v>2584.355</c:v>
                </c:pt>
                <c:pt idx="3079">
                  <c:v>2584.837</c:v>
                </c:pt>
                <c:pt idx="3080">
                  <c:v>2585.319</c:v>
                </c:pt>
                <c:pt idx="3081">
                  <c:v>2585.8009999999999</c:v>
                </c:pt>
                <c:pt idx="3082">
                  <c:v>2586.282999999999</c:v>
                </c:pt>
                <c:pt idx="3083">
                  <c:v>2586.7660000000001</c:v>
                </c:pt>
                <c:pt idx="3084">
                  <c:v>2587.248</c:v>
                </c:pt>
                <c:pt idx="3085">
                  <c:v>2587.73</c:v>
                </c:pt>
                <c:pt idx="3086">
                  <c:v>2588.212</c:v>
                </c:pt>
                <c:pt idx="3087">
                  <c:v>2588.694</c:v>
                </c:pt>
                <c:pt idx="3088">
                  <c:v>2589.1759999999999</c:v>
                </c:pt>
                <c:pt idx="3089">
                  <c:v>2589.6579999999999</c:v>
                </c:pt>
                <c:pt idx="3090">
                  <c:v>2590.14</c:v>
                </c:pt>
                <c:pt idx="3091">
                  <c:v>2590.623</c:v>
                </c:pt>
                <c:pt idx="3092">
                  <c:v>2591.1039999999998</c:v>
                </c:pt>
                <c:pt idx="3093">
                  <c:v>2591.587</c:v>
                </c:pt>
                <c:pt idx="3094">
                  <c:v>2592.069</c:v>
                </c:pt>
                <c:pt idx="3095">
                  <c:v>2592.5509999999999</c:v>
                </c:pt>
                <c:pt idx="3096">
                  <c:v>2593.0329999999999</c:v>
                </c:pt>
                <c:pt idx="3097">
                  <c:v>2593.5149999999999</c:v>
                </c:pt>
                <c:pt idx="3098">
                  <c:v>2593.9969999999998</c:v>
                </c:pt>
                <c:pt idx="3099">
                  <c:v>2594.4789999999998</c:v>
                </c:pt>
                <c:pt idx="3100">
                  <c:v>2594.9609999999998</c:v>
                </c:pt>
                <c:pt idx="3101">
                  <c:v>2595.444</c:v>
                </c:pt>
                <c:pt idx="3102">
                  <c:v>2595.9259999999999</c:v>
                </c:pt>
                <c:pt idx="3103">
                  <c:v>2596.4079999999999</c:v>
                </c:pt>
                <c:pt idx="3104">
                  <c:v>2596.89</c:v>
                </c:pt>
                <c:pt idx="3105">
                  <c:v>2597.3719999999998</c:v>
                </c:pt>
                <c:pt idx="3106">
                  <c:v>2597.8539999999998</c:v>
                </c:pt>
                <c:pt idx="3107">
                  <c:v>2598.3359999999998</c:v>
                </c:pt>
                <c:pt idx="3108">
                  <c:v>2598.8180000000002</c:v>
                </c:pt>
                <c:pt idx="3109">
                  <c:v>2599.3009999999999</c:v>
                </c:pt>
                <c:pt idx="3110">
                  <c:v>2599.782999999999</c:v>
                </c:pt>
                <c:pt idx="3111">
                  <c:v>2600.264999999999</c:v>
                </c:pt>
                <c:pt idx="3112">
                  <c:v>2600.7469999999989</c:v>
                </c:pt>
                <c:pt idx="3113">
                  <c:v>2601.2289999999989</c:v>
                </c:pt>
                <c:pt idx="3114">
                  <c:v>2601.7109999999998</c:v>
                </c:pt>
                <c:pt idx="3115">
                  <c:v>2602.1930000000002</c:v>
                </c:pt>
                <c:pt idx="3116">
                  <c:v>2602.6750000000002</c:v>
                </c:pt>
                <c:pt idx="3117">
                  <c:v>2603.1570000000002</c:v>
                </c:pt>
                <c:pt idx="3118">
                  <c:v>2603.64</c:v>
                </c:pt>
                <c:pt idx="3119">
                  <c:v>2604.1219999999998</c:v>
                </c:pt>
                <c:pt idx="3120">
                  <c:v>2604.6039999999998</c:v>
                </c:pt>
                <c:pt idx="3121">
                  <c:v>2605.0859999999998</c:v>
                </c:pt>
                <c:pt idx="3122">
                  <c:v>2605.5680000000002</c:v>
                </c:pt>
                <c:pt idx="3123">
                  <c:v>2606.0500000000002</c:v>
                </c:pt>
                <c:pt idx="3124">
                  <c:v>2606.5320000000002</c:v>
                </c:pt>
                <c:pt idx="3125">
                  <c:v>2607.0140000000001</c:v>
                </c:pt>
                <c:pt idx="3126">
                  <c:v>2607.4969999999998</c:v>
                </c:pt>
                <c:pt idx="3127">
                  <c:v>2607.9789999999998</c:v>
                </c:pt>
                <c:pt idx="3128">
                  <c:v>2608.4609999999998</c:v>
                </c:pt>
                <c:pt idx="3129">
                  <c:v>2608.9430000000002</c:v>
                </c:pt>
                <c:pt idx="3130">
                  <c:v>2609.4250000000002</c:v>
                </c:pt>
                <c:pt idx="3131">
                  <c:v>2609.9070000000002</c:v>
                </c:pt>
                <c:pt idx="3132">
                  <c:v>2610.3890000000001</c:v>
                </c:pt>
                <c:pt idx="3133">
                  <c:v>2610.8710000000001</c:v>
                </c:pt>
                <c:pt idx="3134">
                  <c:v>2611.3539999999998</c:v>
                </c:pt>
                <c:pt idx="3135">
                  <c:v>2611.8359999999998</c:v>
                </c:pt>
                <c:pt idx="3136">
                  <c:v>2612.3180000000002</c:v>
                </c:pt>
                <c:pt idx="3137">
                  <c:v>2612.8000000000002</c:v>
                </c:pt>
                <c:pt idx="3138">
                  <c:v>2613.2820000000002</c:v>
                </c:pt>
                <c:pt idx="3139">
                  <c:v>2613.7640000000001</c:v>
                </c:pt>
                <c:pt idx="3140">
                  <c:v>2614.2460000000001</c:v>
                </c:pt>
                <c:pt idx="3141">
                  <c:v>2614.7280000000001</c:v>
                </c:pt>
                <c:pt idx="3142">
                  <c:v>2615.21</c:v>
                </c:pt>
                <c:pt idx="3143">
                  <c:v>2615.6930000000002</c:v>
                </c:pt>
                <c:pt idx="3144">
                  <c:v>2616.1750000000002</c:v>
                </c:pt>
                <c:pt idx="3145">
                  <c:v>2616.6570000000002</c:v>
                </c:pt>
                <c:pt idx="3146">
                  <c:v>2617.1390000000001</c:v>
                </c:pt>
                <c:pt idx="3147">
                  <c:v>2617.6210000000001</c:v>
                </c:pt>
                <c:pt idx="3148">
                  <c:v>2618.1030000000001</c:v>
                </c:pt>
                <c:pt idx="3149">
                  <c:v>2618.585</c:v>
                </c:pt>
                <c:pt idx="3150">
                  <c:v>2619.067</c:v>
                </c:pt>
                <c:pt idx="3151">
                  <c:v>2619.5500000000002</c:v>
                </c:pt>
                <c:pt idx="3152">
                  <c:v>2620.0309999999999</c:v>
                </c:pt>
                <c:pt idx="3153">
                  <c:v>2620.5140000000001</c:v>
                </c:pt>
                <c:pt idx="3154">
                  <c:v>2620.9960000000001</c:v>
                </c:pt>
                <c:pt idx="3155">
                  <c:v>2621.4780000000001</c:v>
                </c:pt>
                <c:pt idx="3156">
                  <c:v>2621.96</c:v>
                </c:pt>
                <c:pt idx="3157">
                  <c:v>2622.442</c:v>
                </c:pt>
                <c:pt idx="3158">
                  <c:v>2622.924</c:v>
                </c:pt>
                <c:pt idx="3159">
                  <c:v>2623.4059999999999</c:v>
                </c:pt>
                <c:pt idx="3160">
                  <c:v>2623.8879999999999</c:v>
                </c:pt>
                <c:pt idx="3161">
                  <c:v>2624.3710000000001</c:v>
                </c:pt>
                <c:pt idx="3162">
                  <c:v>2624.8530000000001</c:v>
                </c:pt>
                <c:pt idx="3163">
                  <c:v>2625.335</c:v>
                </c:pt>
                <c:pt idx="3164">
                  <c:v>2625.817</c:v>
                </c:pt>
                <c:pt idx="3165">
                  <c:v>2626.299</c:v>
                </c:pt>
                <c:pt idx="3166">
                  <c:v>2626.780999999999</c:v>
                </c:pt>
                <c:pt idx="3167">
                  <c:v>2627.262999999999</c:v>
                </c:pt>
                <c:pt idx="3168">
                  <c:v>2627.744999999999</c:v>
                </c:pt>
                <c:pt idx="3169">
                  <c:v>2628.2280000000001</c:v>
                </c:pt>
                <c:pt idx="3170">
                  <c:v>2628.71</c:v>
                </c:pt>
                <c:pt idx="3171">
                  <c:v>2629.192</c:v>
                </c:pt>
                <c:pt idx="3172">
                  <c:v>2629.674</c:v>
                </c:pt>
                <c:pt idx="3173">
                  <c:v>2630.1559999999999</c:v>
                </c:pt>
                <c:pt idx="3174">
                  <c:v>2630.6379999999999</c:v>
                </c:pt>
                <c:pt idx="3175">
                  <c:v>2631.12</c:v>
                </c:pt>
                <c:pt idx="3176">
                  <c:v>2631.6019999999999</c:v>
                </c:pt>
                <c:pt idx="3177">
                  <c:v>2632.0839999999998</c:v>
                </c:pt>
                <c:pt idx="3178">
                  <c:v>2632.567</c:v>
                </c:pt>
                <c:pt idx="3179">
                  <c:v>2633.049</c:v>
                </c:pt>
                <c:pt idx="3180">
                  <c:v>2633.5309999999999</c:v>
                </c:pt>
                <c:pt idx="3181">
                  <c:v>2634.0129999999999</c:v>
                </c:pt>
                <c:pt idx="3182">
                  <c:v>2634.4949999999999</c:v>
                </c:pt>
                <c:pt idx="3183">
                  <c:v>2634.9769999999999</c:v>
                </c:pt>
                <c:pt idx="3184">
                  <c:v>2635.4589999999998</c:v>
                </c:pt>
                <c:pt idx="3185">
                  <c:v>2635.9409999999998</c:v>
                </c:pt>
                <c:pt idx="3186">
                  <c:v>2636.424</c:v>
                </c:pt>
                <c:pt idx="3187">
                  <c:v>2636.9059999999999</c:v>
                </c:pt>
                <c:pt idx="3188">
                  <c:v>2637.3879999999999</c:v>
                </c:pt>
                <c:pt idx="3189">
                  <c:v>2637.87</c:v>
                </c:pt>
                <c:pt idx="3190">
                  <c:v>2638.3519999999999</c:v>
                </c:pt>
                <c:pt idx="3191">
                  <c:v>2638.8339999999998</c:v>
                </c:pt>
                <c:pt idx="3192">
                  <c:v>2639.3159999999998</c:v>
                </c:pt>
                <c:pt idx="3193">
                  <c:v>2639.7979999999998</c:v>
                </c:pt>
                <c:pt idx="3194">
                  <c:v>2640.280999999999</c:v>
                </c:pt>
                <c:pt idx="3195">
                  <c:v>2640.762999999999</c:v>
                </c:pt>
                <c:pt idx="3196">
                  <c:v>2641.244999999999</c:v>
                </c:pt>
                <c:pt idx="3197">
                  <c:v>2641.726999999999</c:v>
                </c:pt>
                <c:pt idx="3198">
                  <c:v>2642.2089999999989</c:v>
                </c:pt>
                <c:pt idx="3199">
                  <c:v>2642.6909999999998</c:v>
                </c:pt>
                <c:pt idx="3200">
                  <c:v>2643.1729999999998</c:v>
                </c:pt>
                <c:pt idx="3201">
                  <c:v>2643.6550000000002</c:v>
                </c:pt>
                <c:pt idx="3202">
                  <c:v>2644.1370000000002</c:v>
                </c:pt>
                <c:pt idx="3203">
                  <c:v>2644.62</c:v>
                </c:pt>
                <c:pt idx="3204">
                  <c:v>2645.1019999999999</c:v>
                </c:pt>
                <c:pt idx="3205">
                  <c:v>2645.5839999999998</c:v>
                </c:pt>
                <c:pt idx="3206">
                  <c:v>2646.0659999999998</c:v>
                </c:pt>
                <c:pt idx="3207">
                  <c:v>2646.5479999999998</c:v>
                </c:pt>
                <c:pt idx="3208">
                  <c:v>2647.03</c:v>
                </c:pt>
                <c:pt idx="3209">
                  <c:v>2647.5120000000002</c:v>
                </c:pt>
                <c:pt idx="3210">
                  <c:v>2647.9940000000001</c:v>
                </c:pt>
                <c:pt idx="3211">
                  <c:v>2648.4769999999999</c:v>
                </c:pt>
                <c:pt idx="3212">
                  <c:v>2648.9580000000001</c:v>
                </c:pt>
                <c:pt idx="3213">
                  <c:v>2649.4409999999998</c:v>
                </c:pt>
                <c:pt idx="3214">
                  <c:v>2649.9229999999998</c:v>
                </c:pt>
                <c:pt idx="3215">
                  <c:v>2650.4050000000002</c:v>
                </c:pt>
                <c:pt idx="3216">
                  <c:v>2650.8870000000002</c:v>
                </c:pt>
                <c:pt idx="3217">
                  <c:v>2651.3690000000001</c:v>
                </c:pt>
                <c:pt idx="3218">
                  <c:v>2651.8510000000001</c:v>
                </c:pt>
                <c:pt idx="3219">
                  <c:v>2652.3330000000001</c:v>
                </c:pt>
                <c:pt idx="3220">
                  <c:v>2652.8150000000001</c:v>
                </c:pt>
                <c:pt idx="3221">
                  <c:v>2653.2979999999998</c:v>
                </c:pt>
                <c:pt idx="3222">
                  <c:v>2653.78</c:v>
                </c:pt>
                <c:pt idx="3223">
                  <c:v>2654.2620000000002</c:v>
                </c:pt>
                <c:pt idx="3224">
                  <c:v>2654.7440000000001</c:v>
                </c:pt>
                <c:pt idx="3225">
                  <c:v>2655.2260000000001</c:v>
                </c:pt>
                <c:pt idx="3226">
                  <c:v>2655.7080000000001</c:v>
                </c:pt>
                <c:pt idx="3227">
                  <c:v>2656.19</c:v>
                </c:pt>
                <c:pt idx="3228">
                  <c:v>2656.672</c:v>
                </c:pt>
                <c:pt idx="3229">
                  <c:v>2657.1550000000002</c:v>
                </c:pt>
                <c:pt idx="3230">
                  <c:v>2657.6370000000002</c:v>
                </c:pt>
                <c:pt idx="3231">
                  <c:v>2658.1190000000001</c:v>
                </c:pt>
                <c:pt idx="3232">
                  <c:v>2658.6010000000001</c:v>
                </c:pt>
                <c:pt idx="3233">
                  <c:v>2659.0830000000001</c:v>
                </c:pt>
                <c:pt idx="3234">
                  <c:v>2659.5650000000001</c:v>
                </c:pt>
                <c:pt idx="3235">
                  <c:v>2660.047</c:v>
                </c:pt>
                <c:pt idx="3236">
                  <c:v>2660.529</c:v>
                </c:pt>
                <c:pt idx="3237">
                  <c:v>2661.011</c:v>
                </c:pt>
                <c:pt idx="3238">
                  <c:v>2661.4940000000001</c:v>
                </c:pt>
                <c:pt idx="3239">
                  <c:v>2661.9760000000001</c:v>
                </c:pt>
                <c:pt idx="3240">
                  <c:v>2662.4580000000001</c:v>
                </c:pt>
                <c:pt idx="3241">
                  <c:v>2662.94</c:v>
                </c:pt>
                <c:pt idx="3242">
                  <c:v>2663.422</c:v>
                </c:pt>
                <c:pt idx="3243">
                  <c:v>2663.904</c:v>
                </c:pt>
                <c:pt idx="3244">
                  <c:v>2664.386</c:v>
                </c:pt>
                <c:pt idx="3245">
                  <c:v>2664.8679999999999</c:v>
                </c:pt>
                <c:pt idx="3246">
                  <c:v>2665.3510000000001</c:v>
                </c:pt>
                <c:pt idx="3247">
                  <c:v>2665.8330000000001</c:v>
                </c:pt>
                <c:pt idx="3248">
                  <c:v>2666.3150000000001</c:v>
                </c:pt>
                <c:pt idx="3249">
                  <c:v>2666.797</c:v>
                </c:pt>
                <c:pt idx="3250">
                  <c:v>2667.279</c:v>
                </c:pt>
                <c:pt idx="3251">
                  <c:v>2667.761</c:v>
                </c:pt>
                <c:pt idx="3252">
                  <c:v>2668.242999999999</c:v>
                </c:pt>
                <c:pt idx="3253">
                  <c:v>2668.724999999999</c:v>
                </c:pt>
                <c:pt idx="3254">
                  <c:v>2669.2080000000001</c:v>
                </c:pt>
                <c:pt idx="3255">
                  <c:v>2669.69</c:v>
                </c:pt>
                <c:pt idx="3256">
                  <c:v>2670.172</c:v>
                </c:pt>
                <c:pt idx="3257">
                  <c:v>2670.654</c:v>
                </c:pt>
                <c:pt idx="3258">
                  <c:v>2671.136</c:v>
                </c:pt>
                <c:pt idx="3259">
                  <c:v>2671.6179999999999</c:v>
                </c:pt>
                <c:pt idx="3260">
                  <c:v>2672.1</c:v>
                </c:pt>
                <c:pt idx="3261">
                  <c:v>2672.5819999999999</c:v>
                </c:pt>
                <c:pt idx="3262">
                  <c:v>2673.0639999999999</c:v>
                </c:pt>
                <c:pt idx="3263">
                  <c:v>2673.547</c:v>
                </c:pt>
                <c:pt idx="3264">
                  <c:v>2674.029</c:v>
                </c:pt>
                <c:pt idx="3265">
                  <c:v>2674.511</c:v>
                </c:pt>
                <c:pt idx="3266">
                  <c:v>2674.9929999999999</c:v>
                </c:pt>
                <c:pt idx="3267">
                  <c:v>2675.4749999999999</c:v>
                </c:pt>
                <c:pt idx="3268">
                  <c:v>2675.9569999999999</c:v>
                </c:pt>
                <c:pt idx="3269">
                  <c:v>2676.4389999999999</c:v>
                </c:pt>
                <c:pt idx="3270">
                  <c:v>2676.9209999999998</c:v>
                </c:pt>
                <c:pt idx="3271">
                  <c:v>2677.404</c:v>
                </c:pt>
                <c:pt idx="3272">
                  <c:v>2677.8850000000002</c:v>
                </c:pt>
                <c:pt idx="3273">
                  <c:v>2678.3679999999999</c:v>
                </c:pt>
                <c:pt idx="3274">
                  <c:v>2678.85</c:v>
                </c:pt>
                <c:pt idx="3275">
                  <c:v>2679.3319999999999</c:v>
                </c:pt>
                <c:pt idx="3276">
                  <c:v>2679.8139999999999</c:v>
                </c:pt>
                <c:pt idx="3277">
                  <c:v>2680.2959999999998</c:v>
                </c:pt>
                <c:pt idx="3278">
                  <c:v>2680.7779999999998</c:v>
                </c:pt>
                <c:pt idx="3279">
                  <c:v>2681.26</c:v>
                </c:pt>
                <c:pt idx="3280">
                  <c:v>2681.7420000000002</c:v>
                </c:pt>
                <c:pt idx="3281">
                  <c:v>2682.224999999999</c:v>
                </c:pt>
                <c:pt idx="3282">
                  <c:v>2682.706999999999</c:v>
                </c:pt>
                <c:pt idx="3283">
                  <c:v>2683.1889999999989</c:v>
                </c:pt>
                <c:pt idx="3284">
                  <c:v>2683.6709999999998</c:v>
                </c:pt>
                <c:pt idx="3285">
                  <c:v>2684.1529999999998</c:v>
                </c:pt>
                <c:pt idx="3286">
                  <c:v>2684.6350000000002</c:v>
                </c:pt>
                <c:pt idx="3287">
                  <c:v>2685.1170000000002</c:v>
                </c:pt>
                <c:pt idx="3288">
                  <c:v>2685.5990000000002</c:v>
                </c:pt>
                <c:pt idx="3289">
                  <c:v>2686.0819999999999</c:v>
                </c:pt>
                <c:pt idx="3290">
                  <c:v>2686.5639999999999</c:v>
                </c:pt>
                <c:pt idx="3291">
                  <c:v>2687.0459999999998</c:v>
                </c:pt>
                <c:pt idx="3292">
                  <c:v>2687.5279999999998</c:v>
                </c:pt>
                <c:pt idx="3293">
                  <c:v>2688.01</c:v>
                </c:pt>
                <c:pt idx="3294">
                  <c:v>2688.4920000000002</c:v>
                </c:pt>
                <c:pt idx="3295">
                  <c:v>2688.9740000000002</c:v>
                </c:pt>
                <c:pt idx="3296">
                  <c:v>2689.4560000000001</c:v>
                </c:pt>
                <c:pt idx="3297">
                  <c:v>2689.9380000000001</c:v>
                </c:pt>
                <c:pt idx="3298">
                  <c:v>2690.4209999999998</c:v>
                </c:pt>
                <c:pt idx="3299">
                  <c:v>2690.9029999999998</c:v>
                </c:pt>
                <c:pt idx="3300">
                  <c:v>2691.3850000000002</c:v>
                </c:pt>
                <c:pt idx="3301">
                  <c:v>2691.8670000000002</c:v>
                </c:pt>
                <c:pt idx="3302">
                  <c:v>2692.3490000000002</c:v>
                </c:pt>
                <c:pt idx="3303">
                  <c:v>2692.8310000000001</c:v>
                </c:pt>
                <c:pt idx="3304">
                  <c:v>2693.3130000000001</c:v>
                </c:pt>
                <c:pt idx="3305">
                  <c:v>2693.7950000000001</c:v>
                </c:pt>
                <c:pt idx="3306">
                  <c:v>2694.2779999999998</c:v>
                </c:pt>
                <c:pt idx="3307">
                  <c:v>2694.76</c:v>
                </c:pt>
                <c:pt idx="3308">
                  <c:v>2695.2420000000002</c:v>
                </c:pt>
                <c:pt idx="3309">
                  <c:v>2695.7240000000002</c:v>
                </c:pt>
                <c:pt idx="3310">
                  <c:v>2696.2060000000001</c:v>
                </c:pt>
                <c:pt idx="3311">
                  <c:v>2696.6880000000001</c:v>
                </c:pt>
                <c:pt idx="3312">
                  <c:v>2697.17</c:v>
                </c:pt>
                <c:pt idx="3313">
                  <c:v>2697.652</c:v>
                </c:pt>
                <c:pt idx="3314">
                  <c:v>2698.1350000000002</c:v>
                </c:pt>
                <c:pt idx="3315">
                  <c:v>2698.6170000000002</c:v>
                </c:pt>
                <c:pt idx="3316">
                  <c:v>2699.0990000000002</c:v>
                </c:pt>
                <c:pt idx="3317">
                  <c:v>2699.5810000000001</c:v>
                </c:pt>
                <c:pt idx="3318">
                  <c:v>2700.0630000000001</c:v>
                </c:pt>
                <c:pt idx="3319">
                  <c:v>2700.5450000000001</c:v>
                </c:pt>
                <c:pt idx="3320">
                  <c:v>2701.027</c:v>
                </c:pt>
                <c:pt idx="3321">
                  <c:v>2701.509</c:v>
                </c:pt>
                <c:pt idx="3322">
                  <c:v>2701.991</c:v>
                </c:pt>
                <c:pt idx="3323">
                  <c:v>2702.4740000000002</c:v>
                </c:pt>
                <c:pt idx="3324">
                  <c:v>2702.9560000000001</c:v>
                </c:pt>
                <c:pt idx="3325">
                  <c:v>2703.4380000000001</c:v>
                </c:pt>
                <c:pt idx="3326">
                  <c:v>2703.92</c:v>
                </c:pt>
                <c:pt idx="3327">
                  <c:v>2704.402</c:v>
                </c:pt>
                <c:pt idx="3328">
                  <c:v>2704.884</c:v>
                </c:pt>
                <c:pt idx="3329">
                  <c:v>2705.366</c:v>
                </c:pt>
                <c:pt idx="3330">
                  <c:v>2705.848</c:v>
                </c:pt>
                <c:pt idx="3331">
                  <c:v>2706.3310000000001</c:v>
                </c:pt>
                <c:pt idx="3332">
                  <c:v>2706.8130000000001</c:v>
                </c:pt>
                <c:pt idx="3333">
                  <c:v>2707.2950000000001</c:v>
                </c:pt>
                <c:pt idx="3334">
                  <c:v>2707.777</c:v>
                </c:pt>
                <c:pt idx="3335">
                  <c:v>2708.259</c:v>
                </c:pt>
                <c:pt idx="3336">
                  <c:v>2708.741</c:v>
                </c:pt>
                <c:pt idx="3337">
                  <c:v>2709.223</c:v>
                </c:pt>
                <c:pt idx="3338">
                  <c:v>2709.704999999999</c:v>
                </c:pt>
                <c:pt idx="3339">
                  <c:v>2710.1880000000001</c:v>
                </c:pt>
                <c:pt idx="3340">
                  <c:v>2710.668999999999</c:v>
                </c:pt>
                <c:pt idx="3341">
                  <c:v>2711.152</c:v>
                </c:pt>
                <c:pt idx="3342">
                  <c:v>2711.634</c:v>
                </c:pt>
                <c:pt idx="3343">
                  <c:v>2712.116</c:v>
                </c:pt>
                <c:pt idx="3344">
                  <c:v>2712.598</c:v>
                </c:pt>
                <c:pt idx="3345">
                  <c:v>2713.08</c:v>
                </c:pt>
                <c:pt idx="3346">
                  <c:v>2713.5619999999999</c:v>
                </c:pt>
                <c:pt idx="3347">
                  <c:v>2714.0439999999999</c:v>
                </c:pt>
                <c:pt idx="3348">
                  <c:v>2714.5259999999998</c:v>
                </c:pt>
                <c:pt idx="3349">
                  <c:v>2715.009</c:v>
                </c:pt>
                <c:pt idx="3350">
                  <c:v>2715.491</c:v>
                </c:pt>
                <c:pt idx="3351">
                  <c:v>2715.973</c:v>
                </c:pt>
                <c:pt idx="3352">
                  <c:v>2716.4549999999999</c:v>
                </c:pt>
                <c:pt idx="3353">
                  <c:v>2716.9369999999999</c:v>
                </c:pt>
                <c:pt idx="3354">
                  <c:v>2717.4189999999999</c:v>
                </c:pt>
                <c:pt idx="3355">
                  <c:v>2717.9009999999998</c:v>
                </c:pt>
                <c:pt idx="3356">
                  <c:v>2718.3829999999998</c:v>
                </c:pt>
                <c:pt idx="3357">
                  <c:v>2718.8649999999998</c:v>
                </c:pt>
                <c:pt idx="3358">
                  <c:v>2719.348</c:v>
                </c:pt>
                <c:pt idx="3359">
                  <c:v>2719.83</c:v>
                </c:pt>
                <c:pt idx="3360">
                  <c:v>2720.3119999999999</c:v>
                </c:pt>
                <c:pt idx="3361">
                  <c:v>2720.7939999999999</c:v>
                </c:pt>
                <c:pt idx="3362">
                  <c:v>2721.2759999999998</c:v>
                </c:pt>
                <c:pt idx="3363">
                  <c:v>2721.7579999999998</c:v>
                </c:pt>
                <c:pt idx="3364">
                  <c:v>2722.24</c:v>
                </c:pt>
                <c:pt idx="3365">
                  <c:v>2722.7220000000002</c:v>
                </c:pt>
                <c:pt idx="3366">
                  <c:v>2723.204999999999</c:v>
                </c:pt>
                <c:pt idx="3367">
                  <c:v>2723.686999999999</c:v>
                </c:pt>
                <c:pt idx="3368">
                  <c:v>2724.168999999999</c:v>
                </c:pt>
                <c:pt idx="3369">
                  <c:v>2724.6509999999998</c:v>
                </c:pt>
                <c:pt idx="3370">
                  <c:v>2725.1329999999998</c:v>
                </c:pt>
                <c:pt idx="3371">
                  <c:v>2725.6149999999998</c:v>
                </c:pt>
                <c:pt idx="3372">
                  <c:v>2726.0970000000002</c:v>
                </c:pt>
                <c:pt idx="3373">
                  <c:v>2726.5790000000002</c:v>
                </c:pt>
                <c:pt idx="3374">
                  <c:v>2727.0619999999999</c:v>
                </c:pt>
                <c:pt idx="3375">
                  <c:v>2727.5439999999999</c:v>
                </c:pt>
                <c:pt idx="3376">
                  <c:v>2728.0259999999998</c:v>
                </c:pt>
                <c:pt idx="3377">
                  <c:v>2728.5079999999998</c:v>
                </c:pt>
                <c:pt idx="3378">
                  <c:v>2728.99</c:v>
                </c:pt>
                <c:pt idx="3379">
                  <c:v>2729.4720000000002</c:v>
                </c:pt>
                <c:pt idx="3380">
                  <c:v>2729.9540000000002</c:v>
                </c:pt>
                <c:pt idx="3381">
                  <c:v>2730.4360000000001</c:v>
                </c:pt>
                <c:pt idx="3382">
                  <c:v>2730.9180000000001</c:v>
                </c:pt>
                <c:pt idx="3383">
                  <c:v>2731.4009999999998</c:v>
                </c:pt>
                <c:pt idx="3384">
                  <c:v>2731.8829999999998</c:v>
                </c:pt>
                <c:pt idx="3385">
                  <c:v>2732.3649999999998</c:v>
                </c:pt>
                <c:pt idx="3386">
                  <c:v>2732.8470000000002</c:v>
                </c:pt>
                <c:pt idx="3387">
                  <c:v>2733.3290000000002</c:v>
                </c:pt>
                <c:pt idx="3388">
                  <c:v>2733.8110000000001</c:v>
                </c:pt>
                <c:pt idx="3389">
                  <c:v>2734.2930000000001</c:v>
                </c:pt>
                <c:pt idx="3390">
                  <c:v>2734.7750000000001</c:v>
                </c:pt>
                <c:pt idx="3391">
                  <c:v>2735.2579999999998</c:v>
                </c:pt>
                <c:pt idx="3392">
                  <c:v>2735.74</c:v>
                </c:pt>
                <c:pt idx="3393">
                  <c:v>2736.2220000000002</c:v>
                </c:pt>
                <c:pt idx="3394">
                  <c:v>2736.7040000000002</c:v>
                </c:pt>
                <c:pt idx="3395">
                  <c:v>2737.1860000000001</c:v>
                </c:pt>
                <c:pt idx="3396">
                  <c:v>2737.6680000000001</c:v>
                </c:pt>
                <c:pt idx="3397">
                  <c:v>2738.15</c:v>
                </c:pt>
                <c:pt idx="3398">
                  <c:v>2738.6320000000001</c:v>
                </c:pt>
                <c:pt idx="3399">
                  <c:v>2739.1149999999998</c:v>
                </c:pt>
                <c:pt idx="3400">
                  <c:v>2739.596</c:v>
                </c:pt>
                <c:pt idx="3401">
                  <c:v>2740.0790000000002</c:v>
                </c:pt>
                <c:pt idx="3402">
                  <c:v>2740.5610000000001</c:v>
                </c:pt>
                <c:pt idx="3403">
                  <c:v>2741.0430000000001</c:v>
                </c:pt>
                <c:pt idx="3404">
                  <c:v>2741.5250000000001</c:v>
                </c:pt>
                <c:pt idx="3405">
                  <c:v>2742.0070000000001</c:v>
                </c:pt>
                <c:pt idx="3406">
                  <c:v>2742.489</c:v>
                </c:pt>
                <c:pt idx="3407">
                  <c:v>2742.971</c:v>
                </c:pt>
                <c:pt idx="3408">
                  <c:v>2743.453</c:v>
                </c:pt>
                <c:pt idx="3409">
                  <c:v>2743.9360000000001</c:v>
                </c:pt>
                <c:pt idx="3410">
                  <c:v>2744.4180000000001</c:v>
                </c:pt>
                <c:pt idx="3411">
                  <c:v>2744.9</c:v>
                </c:pt>
                <c:pt idx="3412">
                  <c:v>2745.3820000000001</c:v>
                </c:pt>
                <c:pt idx="3413">
                  <c:v>2745.864</c:v>
                </c:pt>
                <c:pt idx="3414">
                  <c:v>2746.346</c:v>
                </c:pt>
                <c:pt idx="3415">
                  <c:v>2746.828</c:v>
                </c:pt>
                <c:pt idx="3416">
                  <c:v>2747.31</c:v>
                </c:pt>
                <c:pt idx="3417">
                  <c:v>2747.7919999999999</c:v>
                </c:pt>
                <c:pt idx="3418">
                  <c:v>2748.2750000000001</c:v>
                </c:pt>
                <c:pt idx="3419">
                  <c:v>2748.7570000000001</c:v>
                </c:pt>
                <c:pt idx="3420">
                  <c:v>2749.239</c:v>
                </c:pt>
                <c:pt idx="3421">
                  <c:v>2749.721</c:v>
                </c:pt>
                <c:pt idx="3422">
                  <c:v>2750.203</c:v>
                </c:pt>
                <c:pt idx="3423">
                  <c:v>2750.684999999999</c:v>
                </c:pt>
                <c:pt idx="3424">
                  <c:v>2751.166999999999</c:v>
                </c:pt>
                <c:pt idx="3425">
                  <c:v>2751.648999999999</c:v>
                </c:pt>
                <c:pt idx="3426">
                  <c:v>2752.1320000000001</c:v>
                </c:pt>
                <c:pt idx="3427">
                  <c:v>2752.614</c:v>
                </c:pt>
                <c:pt idx="3428">
                  <c:v>2753.096</c:v>
                </c:pt>
                <c:pt idx="3429">
                  <c:v>2753.578</c:v>
                </c:pt>
                <c:pt idx="3430">
                  <c:v>2754.06</c:v>
                </c:pt>
                <c:pt idx="3431">
                  <c:v>2754.5419999999999</c:v>
                </c:pt>
                <c:pt idx="3432">
                  <c:v>2755.0239999999999</c:v>
                </c:pt>
                <c:pt idx="3433">
                  <c:v>2755.5059999999999</c:v>
                </c:pt>
                <c:pt idx="3434">
                  <c:v>2755.989</c:v>
                </c:pt>
                <c:pt idx="3435">
                  <c:v>2756.471</c:v>
                </c:pt>
                <c:pt idx="3436">
                  <c:v>2756.953</c:v>
                </c:pt>
                <c:pt idx="3437">
                  <c:v>2757.4349999999999</c:v>
                </c:pt>
                <c:pt idx="3438">
                  <c:v>2757.9169999999999</c:v>
                </c:pt>
                <c:pt idx="3439">
                  <c:v>2758.3989999999999</c:v>
                </c:pt>
                <c:pt idx="3440">
                  <c:v>2758.8809999999999</c:v>
                </c:pt>
                <c:pt idx="3441">
                  <c:v>2759.3629999999998</c:v>
                </c:pt>
                <c:pt idx="3442">
                  <c:v>2759.8449999999998</c:v>
                </c:pt>
                <c:pt idx="3443">
                  <c:v>2760.328</c:v>
                </c:pt>
                <c:pt idx="3444">
                  <c:v>2760.81</c:v>
                </c:pt>
                <c:pt idx="3445">
                  <c:v>2761.2919999999999</c:v>
                </c:pt>
                <c:pt idx="3446">
                  <c:v>2761.7739999999999</c:v>
                </c:pt>
                <c:pt idx="3447">
                  <c:v>2762.2559999999999</c:v>
                </c:pt>
                <c:pt idx="3448">
                  <c:v>2762.7379999999998</c:v>
                </c:pt>
                <c:pt idx="3449">
                  <c:v>2763.22</c:v>
                </c:pt>
                <c:pt idx="3450">
                  <c:v>2763.7020000000002</c:v>
                </c:pt>
                <c:pt idx="3451">
                  <c:v>2764.184999999999</c:v>
                </c:pt>
                <c:pt idx="3452">
                  <c:v>2764.666999999999</c:v>
                </c:pt>
                <c:pt idx="3453">
                  <c:v>2765.148999999999</c:v>
                </c:pt>
                <c:pt idx="3454">
                  <c:v>2765.6309999999999</c:v>
                </c:pt>
                <c:pt idx="3455">
                  <c:v>2766.1129999999998</c:v>
                </c:pt>
                <c:pt idx="3456">
                  <c:v>2766.5949999999998</c:v>
                </c:pt>
                <c:pt idx="3457">
                  <c:v>2767.0770000000002</c:v>
                </c:pt>
                <c:pt idx="3458">
                  <c:v>2767.5590000000002</c:v>
                </c:pt>
                <c:pt idx="3459">
                  <c:v>2768.0419999999999</c:v>
                </c:pt>
                <c:pt idx="3460">
                  <c:v>2768.5230000000001</c:v>
                </c:pt>
                <c:pt idx="3461">
                  <c:v>2769.0059999999999</c:v>
                </c:pt>
                <c:pt idx="3462">
                  <c:v>2769.4879999999998</c:v>
                </c:pt>
                <c:pt idx="3463">
                  <c:v>2769.97</c:v>
                </c:pt>
                <c:pt idx="3464">
                  <c:v>2770.4520000000002</c:v>
                </c:pt>
                <c:pt idx="3465">
                  <c:v>2770.9340000000002</c:v>
                </c:pt>
                <c:pt idx="3466">
                  <c:v>2771.4160000000002</c:v>
                </c:pt>
                <c:pt idx="3467">
                  <c:v>2771.8980000000001</c:v>
                </c:pt>
                <c:pt idx="3468">
                  <c:v>2772.38</c:v>
                </c:pt>
                <c:pt idx="3469">
                  <c:v>2772.8629999999998</c:v>
                </c:pt>
                <c:pt idx="3470">
                  <c:v>2773.3449999999998</c:v>
                </c:pt>
                <c:pt idx="3471">
                  <c:v>2773.8270000000002</c:v>
                </c:pt>
                <c:pt idx="3472">
                  <c:v>2774.3090000000002</c:v>
                </c:pt>
                <c:pt idx="3473">
                  <c:v>2774.7910000000002</c:v>
                </c:pt>
                <c:pt idx="3474">
                  <c:v>2775.2730000000001</c:v>
                </c:pt>
                <c:pt idx="3475">
                  <c:v>2775.7550000000001</c:v>
                </c:pt>
                <c:pt idx="3476">
                  <c:v>2776.2370000000001</c:v>
                </c:pt>
                <c:pt idx="3477">
                  <c:v>2776.7190000000001</c:v>
                </c:pt>
                <c:pt idx="3478">
                  <c:v>2777.2020000000002</c:v>
                </c:pt>
                <c:pt idx="3479">
                  <c:v>2777.6840000000002</c:v>
                </c:pt>
                <c:pt idx="3480">
                  <c:v>2778.1660000000002</c:v>
                </c:pt>
                <c:pt idx="3481">
                  <c:v>2778.6480000000001</c:v>
                </c:pt>
                <c:pt idx="3482">
                  <c:v>2779.13</c:v>
                </c:pt>
                <c:pt idx="3483">
                  <c:v>2779.6120000000001</c:v>
                </c:pt>
                <c:pt idx="3484">
                  <c:v>2780.0940000000001</c:v>
                </c:pt>
                <c:pt idx="3485">
                  <c:v>2780.576</c:v>
                </c:pt>
                <c:pt idx="3486">
                  <c:v>2781.0590000000002</c:v>
                </c:pt>
                <c:pt idx="3487">
                  <c:v>2781.5410000000002</c:v>
                </c:pt>
                <c:pt idx="3488">
                  <c:v>2782.0230000000001</c:v>
                </c:pt>
                <c:pt idx="3489">
                  <c:v>2782.5050000000001</c:v>
                </c:pt>
                <c:pt idx="3490">
                  <c:v>2782.9870000000001</c:v>
                </c:pt>
                <c:pt idx="3491">
                  <c:v>2783.4690000000001</c:v>
                </c:pt>
                <c:pt idx="3492">
                  <c:v>2783.951</c:v>
                </c:pt>
                <c:pt idx="3493">
                  <c:v>2784.433</c:v>
                </c:pt>
                <c:pt idx="3494">
                  <c:v>2784.9160000000002</c:v>
                </c:pt>
                <c:pt idx="3495">
                  <c:v>2785.3980000000001</c:v>
                </c:pt>
                <c:pt idx="3496">
                  <c:v>2785.88</c:v>
                </c:pt>
                <c:pt idx="3497">
                  <c:v>2786.3620000000001</c:v>
                </c:pt>
                <c:pt idx="3498">
                  <c:v>2786.8440000000001</c:v>
                </c:pt>
                <c:pt idx="3499">
                  <c:v>2787.326</c:v>
                </c:pt>
                <c:pt idx="3500">
                  <c:v>2787.808</c:v>
                </c:pt>
                <c:pt idx="3501">
                  <c:v>2788.29</c:v>
                </c:pt>
                <c:pt idx="3502">
                  <c:v>2788.7719999999999</c:v>
                </c:pt>
                <c:pt idx="3503">
                  <c:v>2789.2550000000001</c:v>
                </c:pt>
                <c:pt idx="3504">
                  <c:v>2789.7370000000001</c:v>
                </c:pt>
                <c:pt idx="3505">
                  <c:v>2790.2190000000001</c:v>
                </c:pt>
                <c:pt idx="3506">
                  <c:v>2790.701</c:v>
                </c:pt>
                <c:pt idx="3507">
                  <c:v>2791.183</c:v>
                </c:pt>
                <c:pt idx="3508">
                  <c:v>2791.665</c:v>
                </c:pt>
                <c:pt idx="3509">
                  <c:v>2792.146999999999</c:v>
                </c:pt>
                <c:pt idx="3510">
                  <c:v>2792.628999999999</c:v>
                </c:pt>
                <c:pt idx="3511">
                  <c:v>2793.1120000000001</c:v>
                </c:pt>
                <c:pt idx="3512">
                  <c:v>2793.5940000000001</c:v>
                </c:pt>
                <c:pt idx="3513">
                  <c:v>2794.076</c:v>
                </c:pt>
                <c:pt idx="3514">
                  <c:v>2794.558</c:v>
                </c:pt>
                <c:pt idx="3515">
                  <c:v>2795.04</c:v>
                </c:pt>
                <c:pt idx="3516">
                  <c:v>2795.5219999999999</c:v>
                </c:pt>
                <c:pt idx="3517">
                  <c:v>2796.0039999999999</c:v>
                </c:pt>
                <c:pt idx="3518">
                  <c:v>2796.4859999999999</c:v>
                </c:pt>
                <c:pt idx="3519">
                  <c:v>2796.9690000000001</c:v>
                </c:pt>
                <c:pt idx="3520">
                  <c:v>2797.45</c:v>
                </c:pt>
                <c:pt idx="3521">
                  <c:v>2797.933</c:v>
                </c:pt>
                <c:pt idx="3522">
                  <c:v>2798.415</c:v>
                </c:pt>
                <c:pt idx="3523">
                  <c:v>2798.8969999999999</c:v>
                </c:pt>
                <c:pt idx="3524">
                  <c:v>2799.3789999999999</c:v>
                </c:pt>
                <c:pt idx="3525">
                  <c:v>2799.8609999999999</c:v>
                </c:pt>
                <c:pt idx="3526">
                  <c:v>2800.3429999999998</c:v>
                </c:pt>
                <c:pt idx="3527">
                  <c:v>2800.8249999999998</c:v>
                </c:pt>
                <c:pt idx="3528">
                  <c:v>2801.3069999999998</c:v>
                </c:pt>
                <c:pt idx="3529">
                  <c:v>2801.79</c:v>
                </c:pt>
                <c:pt idx="3530">
                  <c:v>2802.2719999999999</c:v>
                </c:pt>
                <c:pt idx="3531">
                  <c:v>2802.7539999999999</c:v>
                </c:pt>
                <c:pt idx="3532">
                  <c:v>2803.2359999999999</c:v>
                </c:pt>
                <c:pt idx="3533">
                  <c:v>2803.7179999999998</c:v>
                </c:pt>
                <c:pt idx="3534">
                  <c:v>2804.2</c:v>
                </c:pt>
                <c:pt idx="3535">
                  <c:v>2804.6819999999998</c:v>
                </c:pt>
                <c:pt idx="3536">
                  <c:v>2805.1640000000002</c:v>
                </c:pt>
                <c:pt idx="3537">
                  <c:v>2805.6460000000002</c:v>
                </c:pt>
                <c:pt idx="3538">
                  <c:v>2806.128999999999</c:v>
                </c:pt>
                <c:pt idx="3539">
                  <c:v>2806.6109999999999</c:v>
                </c:pt>
                <c:pt idx="3540">
                  <c:v>2807.0929999999998</c:v>
                </c:pt>
                <c:pt idx="3541">
                  <c:v>2807.5749999999998</c:v>
                </c:pt>
                <c:pt idx="3542">
                  <c:v>2808.0569999999998</c:v>
                </c:pt>
                <c:pt idx="3543">
                  <c:v>2808.5390000000002</c:v>
                </c:pt>
                <c:pt idx="3544">
                  <c:v>2809.0210000000002</c:v>
                </c:pt>
                <c:pt idx="3545">
                  <c:v>2809.5030000000002</c:v>
                </c:pt>
                <c:pt idx="3546">
                  <c:v>2809.9859999999999</c:v>
                </c:pt>
                <c:pt idx="3547">
                  <c:v>2810.4679999999998</c:v>
                </c:pt>
                <c:pt idx="3548">
                  <c:v>2810.95</c:v>
                </c:pt>
                <c:pt idx="3549">
                  <c:v>2811.4319999999998</c:v>
                </c:pt>
                <c:pt idx="3550">
                  <c:v>2811.9140000000002</c:v>
                </c:pt>
                <c:pt idx="3551">
                  <c:v>2812.3960000000002</c:v>
                </c:pt>
                <c:pt idx="3552">
                  <c:v>2812.8780000000002</c:v>
                </c:pt>
                <c:pt idx="3553">
                  <c:v>2813.36</c:v>
                </c:pt>
                <c:pt idx="3554">
                  <c:v>2813.8429999999998</c:v>
                </c:pt>
                <c:pt idx="3555">
                  <c:v>2814.3249999999998</c:v>
                </c:pt>
                <c:pt idx="3556">
                  <c:v>2814.8069999999998</c:v>
                </c:pt>
                <c:pt idx="3557">
                  <c:v>2815.2890000000002</c:v>
                </c:pt>
                <c:pt idx="3558">
                  <c:v>2815.7710000000002</c:v>
                </c:pt>
                <c:pt idx="3559">
                  <c:v>2816.2530000000002</c:v>
                </c:pt>
                <c:pt idx="3560">
                  <c:v>2816.7350000000001</c:v>
                </c:pt>
                <c:pt idx="3561">
                  <c:v>2817.2170000000001</c:v>
                </c:pt>
                <c:pt idx="3562">
                  <c:v>2817.6990000000001</c:v>
                </c:pt>
                <c:pt idx="3563">
                  <c:v>2818.1819999999998</c:v>
                </c:pt>
                <c:pt idx="3564">
                  <c:v>2818.6640000000002</c:v>
                </c:pt>
                <c:pt idx="3565">
                  <c:v>2819.1460000000002</c:v>
                </c:pt>
                <c:pt idx="3566">
                  <c:v>2819.6280000000002</c:v>
                </c:pt>
                <c:pt idx="3567">
                  <c:v>2820.11</c:v>
                </c:pt>
                <c:pt idx="3568">
                  <c:v>2820.5920000000001</c:v>
                </c:pt>
                <c:pt idx="3569">
                  <c:v>2821.0740000000001</c:v>
                </c:pt>
                <c:pt idx="3570">
                  <c:v>2821.556</c:v>
                </c:pt>
                <c:pt idx="3571">
                  <c:v>2822.0390000000002</c:v>
                </c:pt>
                <c:pt idx="3572">
                  <c:v>2822.5210000000002</c:v>
                </c:pt>
                <c:pt idx="3573">
                  <c:v>2823.0030000000002</c:v>
                </c:pt>
                <c:pt idx="3574">
                  <c:v>2823.4850000000001</c:v>
                </c:pt>
                <c:pt idx="3575">
                  <c:v>2823.9670000000001</c:v>
                </c:pt>
                <c:pt idx="3576">
                  <c:v>2824.4490000000001</c:v>
                </c:pt>
                <c:pt idx="3577">
                  <c:v>2824.931</c:v>
                </c:pt>
                <c:pt idx="3578">
                  <c:v>2825.413</c:v>
                </c:pt>
                <c:pt idx="3579">
                  <c:v>2825.8960000000002</c:v>
                </c:pt>
                <c:pt idx="3580">
                  <c:v>2826.377</c:v>
                </c:pt>
                <c:pt idx="3581">
                  <c:v>2826.86</c:v>
                </c:pt>
                <c:pt idx="3582">
                  <c:v>2827.3420000000001</c:v>
                </c:pt>
                <c:pt idx="3583">
                  <c:v>2827.8240000000001</c:v>
                </c:pt>
                <c:pt idx="3584">
                  <c:v>2828.306</c:v>
                </c:pt>
                <c:pt idx="3585">
                  <c:v>2828.788</c:v>
                </c:pt>
                <c:pt idx="3586">
                  <c:v>2829.27</c:v>
                </c:pt>
                <c:pt idx="3587">
                  <c:v>2829.752</c:v>
                </c:pt>
                <c:pt idx="3588">
                  <c:v>2830.2339999999999</c:v>
                </c:pt>
                <c:pt idx="3589">
                  <c:v>2830.7170000000001</c:v>
                </c:pt>
                <c:pt idx="3590">
                  <c:v>2831.1990000000001</c:v>
                </c:pt>
                <c:pt idx="3591">
                  <c:v>2831.681</c:v>
                </c:pt>
                <c:pt idx="3592">
                  <c:v>2832.163</c:v>
                </c:pt>
                <c:pt idx="3593">
                  <c:v>2832.645</c:v>
                </c:pt>
                <c:pt idx="3594">
                  <c:v>2833.127</c:v>
                </c:pt>
                <c:pt idx="3595">
                  <c:v>2833.608999999999</c:v>
                </c:pt>
                <c:pt idx="3596">
                  <c:v>2834.0909999999999</c:v>
                </c:pt>
                <c:pt idx="3597">
                  <c:v>2834.5729999999999</c:v>
                </c:pt>
                <c:pt idx="3598">
                  <c:v>2835.056</c:v>
                </c:pt>
                <c:pt idx="3599">
                  <c:v>2835.538</c:v>
                </c:pt>
                <c:pt idx="3600">
                  <c:v>2836.02</c:v>
                </c:pt>
                <c:pt idx="3601">
                  <c:v>2836.502</c:v>
                </c:pt>
                <c:pt idx="3602">
                  <c:v>2836.9839999999999</c:v>
                </c:pt>
                <c:pt idx="3603">
                  <c:v>2837.4659999999999</c:v>
                </c:pt>
                <c:pt idx="3604">
                  <c:v>2837.9479999999999</c:v>
                </c:pt>
                <c:pt idx="3605">
                  <c:v>2838.43</c:v>
                </c:pt>
                <c:pt idx="3606">
                  <c:v>2838.913</c:v>
                </c:pt>
                <c:pt idx="3607">
                  <c:v>2839.395</c:v>
                </c:pt>
                <c:pt idx="3608">
                  <c:v>2839.877</c:v>
                </c:pt>
                <c:pt idx="3609">
                  <c:v>2840.3589999999999</c:v>
                </c:pt>
                <c:pt idx="3610">
                  <c:v>2840.8409999999999</c:v>
                </c:pt>
                <c:pt idx="3611">
                  <c:v>2841.3229999999999</c:v>
                </c:pt>
                <c:pt idx="3612">
                  <c:v>2841.8049999999998</c:v>
                </c:pt>
                <c:pt idx="3613">
                  <c:v>2842.2869999999989</c:v>
                </c:pt>
                <c:pt idx="3614">
                  <c:v>2842.77</c:v>
                </c:pt>
                <c:pt idx="3615">
                  <c:v>2843.252</c:v>
                </c:pt>
                <c:pt idx="3616">
                  <c:v>2843.7339999999999</c:v>
                </c:pt>
                <c:pt idx="3617">
                  <c:v>2844.2159999999999</c:v>
                </c:pt>
                <c:pt idx="3618">
                  <c:v>2844.6979999999999</c:v>
                </c:pt>
                <c:pt idx="3619">
                  <c:v>2845.18</c:v>
                </c:pt>
                <c:pt idx="3620">
                  <c:v>2845.6619999999998</c:v>
                </c:pt>
                <c:pt idx="3621">
                  <c:v>2846.1439999999998</c:v>
                </c:pt>
                <c:pt idx="3622">
                  <c:v>2846.6260000000002</c:v>
                </c:pt>
                <c:pt idx="3623">
                  <c:v>2847.108999999999</c:v>
                </c:pt>
                <c:pt idx="3624">
                  <c:v>2847.5909999999999</c:v>
                </c:pt>
                <c:pt idx="3625">
                  <c:v>2848.0729999999999</c:v>
                </c:pt>
                <c:pt idx="3626">
                  <c:v>2848.5549999999998</c:v>
                </c:pt>
                <c:pt idx="3627">
                  <c:v>2849.0369999999998</c:v>
                </c:pt>
                <c:pt idx="3628">
                  <c:v>2849.5189999999998</c:v>
                </c:pt>
                <c:pt idx="3629">
                  <c:v>2850.0010000000002</c:v>
                </c:pt>
                <c:pt idx="3630">
                  <c:v>2850.4830000000002</c:v>
                </c:pt>
                <c:pt idx="3631">
                  <c:v>2850.9659999999999</c:v>
                </c:pt>
                <c:pt idx="3632">
                  <c:v>2851.4479999999999</c:v>
                </c:pt>
                <c:pt idx="3633">
                  <c:v>2851.93</c:v>
                </c:pt>
                <c:pt idx="3634">
                  <c:v>2852.4119999999998</c:v>
                </c:pt>
                <c:pt idx="3635">
                  <c:v>2852.8939999999998</c:v>
                </c:pt>
                <c:pt idx="3636">
                  <c:v>2853.3760000000002</c:v>
                </c:pt>
                <c:pt idx="3637">
                  <c:v>2853.8580000000002</c:v>
                </c:pt>
                <c:pt idx="3638">
                  <c:v>2854.34</c:v>
                </c:pt>
                <c:pt idx="3639">
                  <c:v>2854.8229999999999</c:v>
                </c:pt>
                <c:pt idx="3640">
                  <c:v>2855.3040000000001</c:v>
                </c:pt>
                <c:pt idx="3641">
                  <c:v>2855.7869999999989</c:v>
                </c:pt>
                <c:pt idx="3642">
                  <c:v>2856.2689999999989</c:v>
                </c:pt>
                <c:pt idx="3643">
                  <c:v>2856.7510000000002</c:v>
                </c:pt>
                <c:pt idx="3644">
                  <c:v>2857.2330000000002</c:v>
                </c:pt>
                <c:pt idx="3645">
                  <c:v>2857.7150000000001</c:v>
                </c:pt>
                <c:pt idx="3646">
                  <c:v>2858.1970000000001</c:v>
                </c:pt>
                <c:pt idx="3647">
                  <c:v>2858.6790000000001</c:v>
                </c:pt>
                <c:pt idx="3648">
                  <c:v>2859.1610000000001</c:v>
                </c:pt>
                <c:pt idx="3649">
                  <c:v>2859.6439999999998</c:v>
                </c:pt>
                <c:pt idx="3650">
                  <c:v>2860.1260000000002</c:v>
                </c:pt>
                <c:pt idx="3651">
                  <c:v>2860.6080000000002</c:v>
                </c:pt>
                <c:pt idx="3652">
                  <c:v>2861.09</c:v>
                </c:pt>
                <c:pt idx="3653">
                  <c:v>2861.5720000000001</c:v>
                </c:pt>
                <c:pt idx="3654">
                  <c:v>2862.0540000000001</c:v>
                </c:pt>
                <c:pt idx="3655">
                  <c:v>2862.5360000000001</c:v>
                </c:pt>
                <c:pt idx="3656">
                  <c:v>2863.018</c:v>
                </c:pt>
                <c:pt idx="3657">
                  <c:v>2863.5</c:v>
                </c:pt>
                <c:pt idx="3658">
                  <c:v>2863.9830000000002</c:v>
                </c:pt>
                <c:pt idx="3659">
                  <c:v>2864.4650000000001</c:v>
                </c:pt>
                <c:pt idx="3660">
                  <c:v>2864.9470000000001</c:v>
                </c:pt>
                <c:pt idx="3661">
                  <c:v>2865.4290000000001</c:v>
                </c:pt>
                <c:pt idx="3662">
                  <c:v>2865.9110000000001</c:v>
                </c:pt>
                <c:pt idx="3663">
                  <c:v>2866.393</c:v>
                </c:pt>
                <c:pt idx="3664">
                  <c:v>2866.875</c:v>
                </c:pt>
                <c:pt idx="3665">
                  <c:v>2867.357</c:v>
                </c:pt>
                <c:pt idx="3666">
                  <c:v>2867.84</c:v>
                </c:pt>
                <c:pt idx="3667">
                  <c:v>2868.3220000000001</c:v>
                </c:pt>
                <c:pt idx="3668">
                  <c:v>2868.8040000000001</c:v>
                </c:pt>
                <c:pt idx="3669">
                  <c:v>2869.2860000000001</c:v>
                </c:pt>
                <c:pt idx="3670">
                  <c:v>2869.768</c:v>
                </c:pt>
                <c:pt idx="3671">
                  <c:v>2870.25</c:v>
                </c:pt>
                <c:pt idx="3672">
                  <c:v>2870.732</c:v>
                </c:pt>
                <c:pt idx="3673">
                  <c:v>2871.2139999999999</c:v>
                </c:pt>
                <c:pt idx="3674">
                  <c:v>2871.6970000000001</c:v>
                </c:pt>
                <c:pt idx="3675">
                  <c:v>2872.1790000000001</c:v>
                </c:pt>
                <c:pt idx="3676">
                  <c:v>2872.6610000000001</c:v>
                </c:pt>
                <c:pt idx="3677">
                  <c:v>2873.143</c:v>
                </c:pt>
                <c:pt idx="3678">
                  <c:v>2873.625</c:v>
                </c:pt>
                <c:pt idx="3679">
                  <c:v>2874.107</c:v>
                </c:pt>
                <c:pt idx="3680">
                  <c:v>2874.588999999999</c:v>
                </c:pt>
                <c:pt idx="3681">
                  <c:v>2875.0709999999999</c:v>
                </c:pt>
                <c:pt idx="3682">
                  <c:v>2875.5529999999999</c:v>
                </c:pt>
                <c:pt idx="3683">
                  <c:v>2876.0360000000001</c:v>
                </c:pt>
                <c:pt idx="3684">
                  <c:v>2876.518</c:v>
                </c:pt>
                <c:pt idx="3685">
                  <c:v>2877</c:v>
                </c:pt>
                <c:pt idx="3686">
                  <c:v>2877.482</c:v>
                </c:pt>
                <c:pt idx="3687">
                  <c:v>2877.9639999999999</c:v>
                </c:pt>
                <c:pt idx="3688">
                  <c:v>2878.4459999999999</c:v>
                </c:pt>
                <c:pt idx="3689">
                  <c:v>2878.9279999999999</c:v>
                </c:pt>
                <c:pt idx="3690">
                  <c:v>2879.41</c:v>
                </c:pt>
                <c:pt idx="3691">
                  <c:v>2879.893</c:v>
                </c:pt>
                <c:pt idx="3692">
                  <c:v>2880.375</c:v>
                </c:pt>
                <c:pt idx="3693">
                  <c:v>2880.857</c:v>
                </c:pt>
                <c:pt idx="3694">
                  <c:v>2881.3389999999999</c:v>
                </c:pt>
                <c:pt idx="3695">
                  <c:v>2881.8209999999999</c:v>
                </c:pt>
                <c:pt idx="3696">
                  <c:v>2882.3029999999999</c:v>
                </c:pt>
                <c:pt idx="3697">
                  <c:v>2882.7849999999989</c:v>
                </c:pt>
                <c:pt idx="3698">
                  <c:v>2883.2669999999989</c:v>
                </c:pt>
                <c:pt idx="3699">
                  <c:v>2883.75</c:v>
                </c:pt>
                <c:pt idx="3700">
                  <c:v>2884.2310000000002</c:v>
                </c:pt>
                <c:pt idx="3701">
                  <c:v>2884.7139999999999</c:v>
                </c:pt>
                <c:pt idx="3702">
                  <c:v>2885.1959999999999</c:v>
                </c:pt>
                <c:pt idx="3703">
                  <c:v>2885.6779999999999</c:v>
                </c:pt>
                <c:pt idx="3704">
                  <c:v>2886.16</c:v>
                </c:pt>
                <c:pt idx="3705">
                  <c:v>2886.6419999999998</c:v>
                </c:pt>
                <c:pt idx="3706">
                  <c:v>2887.1239999999998</c:v>
                </c:pt>
                <c:pt idx="3707">
                  <c:v>2887.6060000000002</c:v>
                </c:pt>
                <c:pt idx="3708">
                  <c:v>2888.0880000000002</c:v>
                </c:pt>
                <c:pt idx="3709">
                  <c:v>2888.5709999999999</c:v>
                </c:pt>
                <c:pt idx="3710">
                  <c:v>2889.0529999999999</c:v>
                </c:pt>
                <c:pt idx="3711">
                  <c:v>2889.5349999999999</c:v>
                </c:pt>
                <c:pt idx="3712">
                  <c:v>2890.0169999999998</c:v>
                </c:pt>
                <c:pt idx="3713">
                  <c:v>2890.4989999999998</c:v>
                </c:pt>
                <c:pt idx="3714">
                  <c:v>2890.9810000000002</c:v>
                </c:pt>
                <c:pt idx="3715">
                  <c:v>2891.4630000000002</c:v>
                </c:pt>
                <c:pt idx="3716">
                  <c:v>2891.9450000000002</c:v>
                </c:pt>
                <c:pt idx="3717">
                  <c:v>2892.4270000000001</c:v>
                </c:pt>
                <c:pt idx="3718">
                  <c:v>2892.91</c:v>
                </c:pt>
                <c:pt idx="3719">
                  <c:v>2893.3919999999998</c:v>
                </c:pt>
                <c:pt idx="3720">
                  <c:v>2893.8739999999998</c:v>
                </c:pt>
                <c:pt idx="3721">
                  <c:v>2894.3560000000002</c:v>
                </c:pt>
                <c:pt idx="3722">
                  <c:v>2894.8380000000002</c:v>
                </c:pt>
                <c:pt idx="3723">
                  <c:v>2895.32</c:v>
                </c:pt>
                <c:pt idx="3724">
                  <c:v>2895.8020000000001</c:v>
                </c:pt>
                <c:pt idx="3725">
                  <c:v>2896.2840000000001</c:v>
                </c:pt>
                <c:pt idx="3726">
                  <c:v>2896.7669999999989</c:v>
                </c:pt>
                <c:pt idx="3727">
                  <c:v>2897.2489999999989</c:v>
                </c:pt>
                <c:pt idx="3728">
                  <c:v>2897.7310000000002</c:v>
                </c:pt>
                <c:pt idx="3729">
                  <c:v>2898.2130000000002</c:v>
                </c:pt>
                <c:pt idx="3730">
                  <c:v>2898.6950000000002</c:v>
                </c:pt>
                <c:pt idx="3731">
                  <c:v>2899.1770000000001</c:v>
                </c:pt>
                <c:pt idx="3732">
                  <c:v>2899.6590000000001</c:v>
                </c:pt>
                <c:pt idx="3733">
                  <c:v>2900.1410000000001</c:v>
                </c:pt>
                <c:pt idx="3734">
                  <c:v>2900.6239999999998</c:v>
                </c:pt>
                <c:pt idx="3735">
                  <c:v>2901.1060000000002</c:v>
                </c:pt>
                <c:pt idx="3736">
                  <c:v>2901.5880000000002</c:v>
                </c:pt>
                <c:pt idx="3737">
                  <c:v>2902.07</c:v>
                </c:pt>
                <c:pt idx="3738">
                  <c:v>2902.5520000000001</c:v>
                </c:pt>
                <c:pt idx="3739">
                  <c:v>2903.0340000000001</c:v>
                </c:pt>
                <c:pt idx="3740">
                  <c:v>2903.5160000000001</c:v>
                </c:pt>
                <c:pt idx="3741">
                  <c:v>2903.998</c:v>
                </c:pt>
                <c:pt idx="3742">
                  <c:v>2904.48</c:v>
                </c:pt>
                <c:pt idx="3743">
                  <c:v>2904.9630000000002</c:v>
                </c:pt>
                <c:pt idx="3744">
                  <c:v>2905.4450000000002</c:v>
                </c:pt>
                <c:pt idx="3745">
                  <c:v>2905.9270000000001</c:v>
                </c:pt>
                <c:pt idx="3746">
                  <c:v>2906.4090000000001</c:v>
                </c:pt>
                <c:pt idx="3747">
                  <c:v>2906.8910000000001</c:v>
                </c:pt>
                <c:pt idx="3748">
                  <c:v>2907.373</c:v>
                </c:pt>
                <c:pt idx="3749">
                  <c:v>2907.855</c:v>
                </c:pt>
                <c:pt idx="3750">
                  <c:v>2908.337</c:v>
                </c:pt>
                <c:pt idx="3751">
                  <c:v>2908.82</c:v>
                </c:pt>
                <c:pt idx="3752">
                  <c:v>2909.3020000000001</c:v>
                </c:pt>
                <c:pt idx="3753">
                  <c:v>2909.7840000000001</c:v>
                </c:pt>
                <c:pt idx="3754">
                  <c:v>2910.2660000000001</c:v>
                </c:pt>
                <c:pt idx="3755">
                  <c:v>2910.748</c:v>
                </c:pt>
                <c:pt idx="3756">
                  <c:v>2911.23</c:v>
                </c:pt>
                <c:pt idx="3757">
                  <c:v>2911.712</c:v>
                </c:pt>
                <c:pt idx="3758">
                  <c:v>2912.194</c:v>
                </c:pt>
                <c:pt idx="3759">
                  <c:v>2912.6770000000001</c:v>
                </c:pt>
                <c:pt idx="3760">
                  <c:v>2913.1579999999999</c:v>
                </c:pt>
                <c:pt idx="3761">
                  <c:v>2913.6410000000001</c:v>
                </c:pt>
                <c:pt idx="3762">
                  <c:v>2914.123</c:v>
                </c:pt>
                <c:pt idx="3763">
                  <c:v>2914.605</c:v>
                </c:pt>
                <c:pt idx="3764">
                  <c:v>2915.087</c:v>
                </c:pt>
                <c:pt idx="3765">
                  <c:v>2915.569</c:v>
                </c:pt>
                <c:pt idx="3766">
                  <c:v>2916.0509999999999</c:v>
                </c:pt>
                <c:pt idx="3767">
                  <c:v>2916.5329999999999</c:v>
                </c:pt>
                <c:pt idx="3768">
                  <c:v>2917.0149999999999</c:v>
                </c:pt>
                <c:pt idx="3769">
                  <c:v>2917.498</c:v>
                </c:pt>
                <c:pt idx="3770">
                  <c:v>2917.98</c:v>
                </c:pt>
                <c:pt idx="3771">
                  <c:v>2918.462</c:v>
                </c:pt>
                <c:pt idx="3772">
                  <c:v>2918.944</c:v>
                </c:pt>
                <c:pt idx="3773">
                  <c:v>2919.4259999999999</c:v>
                </c:pt>
                <c:pt idx="3774">
                  <c:v>2919.9079999999999</c:v>
                </c:pt>
                <c:pt idx="3775">
                  <c:v>2920.39</c:v>
                </c:pt>
                <c:pt idx="3776">
                  <c:v>2920.8719999999998</c:v>
                </c:pt>
                <c:pt idx="3777">
                  <c:v>2921.3539999999998</c:v>
                </c:pt>
                <c:pt idx="3778">
                  <c:v>2921.837</c:v>
                </c:pt>
                <c:pt idx="3779">
                  <c:v>2922.319</c:v>
                </c:pt>
                <c:pt idx="3780">
                  <c:v>2922.8009999999999</c:v>
                </c:pt>
                <c:pt idx="3781">
                  <c:v>2923.282999999999</c:v>
                </c:pt>
                <c:pt idx="3782">
                  <c:v>2923.764999999999</c:v>
                </c:pt>
                <c:pt idx="3783">
                  <c:v>2924.2469999999989</c:v>
                </c:pt>
                <c:pt idx="3784">
                  <c:v>2924.7289999999989</c:v>
                </c:pt>
                <c:pt idx="3785">
                  <c:v>2925.2109999999998</c:v>
                </c:pt>
                <c:pt idx="3786">
                  <c:v>2925.694</c:v>
                </c:pt>
                <c:pt idx="3787">
                  <c:v>2926.1759999999999</c:v>
                </c:pt>
                <c:pt idx="3788">
                  <c:v>2926.6579999999999</c:v>
                </c:pt>
                <c:pt idx="3789">
                  <c:v>2927.14</c:v>
                </c:pt>
                <c:pt idx="3790">
                  <c:v>2927.6219999999998</c:v>
                </c:pt>
                <c:pt idx="3791">
                  <c:v>2928.1039999999998</c:v>
                </c:pt>
                <c:pt idx="3792">
                  <c:v>2928.5859999999998</c:v>
                </c:pt>
                <c:pt idx="3793">
                  <c:v>2929.0680000000002</c:v>
                </c:pt>
                <c:pt idx="3794">
                  <c:v>2929.5509999999999</c:v>
                </c:pt>
                <c:pt idx="3795">
                  <c:v>2930.0329999999999</c:v>
                </c:pt>
                <c:pt idx="3796">
                  <c:v>2930.5149999999999</c:v>
                </c:pt>
                <c:pt idx="3797">
                  <c:v>2930.9969999999998</c:v>
                </c:pt>
                <c:pt idx="3798">
                  <c:v>2931.4789999999998</c:v>
                </c:pt>
                <c:pt idx="3799">
                  <c:v>2931.9609999999998</c:v>
                </c:pt>
                <c:pt idx="3800">
                  <c:v>2932.4430000000002</c:v>
                </c:pt>
                <c:pt idx="3801">
                  <c:v>2932.9250000000002</c:v>
                </c:pt>
                <c:pt idx="3802">
                  <c:v>2933.4070000000002</c:v>
                </c:pt>
                <c:pt idx="3803">
                  <c:v>2933.89</c:v>
                </c:pt>
                <c:pt idx="3804">
                  <c:v>2934.3719999999998</c:v>
                </c:pt>
                <c:pt idx="3805">
                  <c:v>2934.8539999999998</c:v>
                </c:pt>
                <c:pt idx="3806">
                  <c:v>2935.3359999999998</c:v>
                </c:pt>
                <c:pt idx="3807">
                  <c:v>2935.8180000000002</c:v>
                </c:pt>
                <c:pt idx="3808">
                  <c:v>2936.3</c:v>
                </c:pt>
                <c:pt idx="3809">
                  <c:v>2936.7820000000002</c:v>
                </c:pt>
                <c:pt idx="3810">
                  <c:v>2937.2640000000001</c:v>
                </c:pt>
                <c:pt idx="3811">
                  <c:v>2937.7469999999989</c:v>
                </c:pt>
                <c:pt idx="3812">
                  <c:v>2938.2289999999989</c:v>
                </c:pt>
                <c:pt idx="3813">
                  <c:v>2938.7109999999998</c:v>
                </c:pt>
                <c:pt idx="3814">
                  <c:v>2939.1930000000002</c:v>
                </c:pt>
                <c:pt idx="3815">
                  <c:v>2939.6750000000002</c:v>
                </c:pt>
                <c:pt idx="3816">
                  <c:v>2940.1570000000002</c:v>
                </c:pt>
                <c:pt idx="3817">
                  <c:v>2940.6390000000001</c:v>
                </c:pt>
                <c:pt idx="3818">
                  <c:v>2941.1210000000001</c:v>
                </c:pt>
                <c:pt idx="3819">
                  <c:v>2941.6039999999998</c:v>
                </c:pt>
                <c:pt idx="3820">
                  <c:v>2942.085</c:v>
                </c:pt>
                <c:pt idx="3821">
                  <c:v>2942.5680000000002</c:v>
                </c:pt>
                <c:pt idx="3822">
                  <c:v>2943.05</c:v>
                </c:pt>
                <c:pt idx="3823">
                  <c:v>2943.5320000000002</c:v>
                </c:pt>
                <c:pt idx="3824">
                  <c:v>2944.0140000000001</c:v>
                </c:pt>
                <c:pt idx="3825">
                  <c:v>2944.4960000000001</c:v>
                </c:pt>
                <c:pt idx="3826">
                  <c:v>2944.9780000000001</c:v>
                </c:pt>
                <c:pt idx="3827">
                  <c:v>2945.46</c:v>
                </c:pt>
                <c:pt idx="3828">
                  <c:v>2945.942</c:v>
                </c:pt>
                <c:pt idx="3829">
                  <c:v>2946.4250000000002</c:v>
                </c:pt>
                <c:pt idx="3830">
                  <c:v>2946.9070000000002</c:v>
                </c:pt>
                <c:pt idx="3831">
                  <c:v>2947.3890000000001</c:v>
                </c:pt>
                <c:pt idx="3832">
                  <c:v>2947.8710000000001</c:v>
                </c:pt>
                <c:pt idx="3833">
                  <c:v>2948.3530000000001</c:v>
                </c:pt>
                <c:pt idx="3834">
                  <c:v>2948.835</c:v>
                </c:pt>
                <c:pt idx="3835">
                  <c:v>2949.317</c:v>
                </c:pt>
                <c:pt idx="3836">
                  <c:v>2949.799</c:v>
                </c:pt>
                <c:pt idx="3837">
                  <c:v>2950.280999999999</c:v>
                </c:pt>
                <c:pt idx="3838">
                  <c:v>2950.7640000000001</c:v>
                </c:pt>
                <c:pt idx="3839">
                  <c:v>2951.2460000000001</c:v>
                </c:pt>
                <c:pt idx="3840">
                  <c:v>2951.7280000000001</c:v>
                </c:pt>
                <c:pt idx="3841">
                  <c:v>2952.21</c:v>
                </c:pt>
                <c:pt idx="3842">
                  <c:v>2952.692</c:v>
                </c:pt>
                <c:pt idx="3843">
                  <c:v>2953.174</c:v>
                </c:pt>
                <c:pt idx="3844">
                  <c:v>2953.6559999999999</c:v>
                </c:pt>
                <c:pt idx="3845">
                  <c:v>2954.1379999999999</c:v>
                </c:pt>
                <c:pt idx="3846">
                  <c:v>2954.6210000000001</c:v>
                </c:pt>
                <c:pt idx="3847">
                  <c:v>2955.1030000000001</c:v>
                </c:pt>
                <c:pt idx="3848">
                  <c:v>2955.585</c:v>
                </c:pt>
                <c:pt idx="3849">
                  <c:v>2956.067</c:v>
                </c:pt>
                <c:pt idx="3850">
                  <c:v>2956.549</c:v>
                </c:pt>
                <c:pt idx="3851">
                  <c:v>2957.0309999999999</c:v>
                </c:pt>
                <c:pt idx="3852">
                  <c:v>2957.5129999999999</c:v>
                </c:pt>
                <c:pt idx="3853">
                  <c:v>2957.9949999999999</c:v>
                </c:pt>
                <c:pt idx="3854">
                  <c:v>2958.4780000000001</c:v>
                </c:pt>
                <c:pt idx="3855">
                  <c:v>2958.96</c:v>
                </c:pt>
                <c:pt idx="3856">
                  <c:v>2959.442</c:v>
                </c:pt>
                <c:pt idx="3857">
                  <c:v>2959.924</c:v>
                </c:pt>
                <c:pt idx="3858">
                  <c:v>2960.4059999999999</c:v>
                </c:pt>
                <c:pt idx="3859">
                  <c:v>2960.8879999999999</c:v>
                </c:pt>
                <c:pt idx="3860">
                  <c:v>2961.37</c:v>
                </c:pt>
                <c:pt idx="3861">
                  <c:v>2961.8519999999999</c:v>
                </c:pt>
                <c:pt idx="3862">
                  <c:v>2962.3339999999998</c:v>
                </c:pt>
                <c:pt idx="3863">
                  <c:v>2962.817</c:v>
                </c:pt>
                <c:pt idx="3864">
                  <c:v>2963.299</c:v>
                </c:pt>
                <c:pt idx="3865">
                  <c:v>2963.780999999999</c:v>
                </c:pt>
                <c:pt idx="3866">
                  <c:v>2964.262999999999</c:v>
                </c:pt>
                <c:pt idx="3867">
                  <c:v>2964.744999999999</c:v>
                </c:pt>
                <c:pt idx="3868">
                  <c:v>2965.226999999999</c:v>
                </c:pt>
                <c:pt idx="3869">
                  <c:v>2965.7089999999989</c:v>
                </c:pt>
                <c:pt idx="3870">
                  <c:v>2966.1909999999998</c:v>
                </c:pt>
                <c:pt idx="3871">
                  <c:v>2966.674</c:v>
                </c:pt>
                <c:pt idx="3872">
                  <c:v>2967.1559999999999</c:v>
                </c:pt>
                <c:pt idx="3873">
                  <c:v>2967.6379999999999</c:v>
                </c:pt>
                <c:pt idx="3874">
                  <c:v>2968.12</c:v>
                </c:pt>
                <c:pt idx="3875">
                  <c:v>2968.6019999999999</c:v>
                </c:pt>
                <c:pt idx="3876">
                  <c:v>2969.0839999999998</c:v>
                </c:pt>
                <c:pt idx="3877">
                  <c:v>2969.5659999999998</c:v>
                </c:pt>
                <c:pt idx="3878">
                  <c:v>2970.0479999999998</c:v>
                </c:pt>
                <c:pt idx="3879">
                  <c:v>2970.5309999999999</c:v>
                </c:pt>
                <c:pt idx="3880">
                  <c:v>2971.0120000000002</c:v>
                </c:pt>
                <c:pt idx="3881">
                  <c:v>2971.4949999999999</c:v>
                </c:pt>
                <c:pt idx="3882">
                  <c:v>2971.9769999999999</c:v>
                </c:pt>
                <c:pt idx="3883">
                  <c:v>2972.4589999999998</c:v>
                </c:pt>
                <c:pt idx="3884">
                  <c:v>2972.9409999999998</c:v>
                </c:pt>
                <c:pt idx="3885">
                  <c:v>2973.4229999999998</c:v>
                </c:pt>
                <c:pt idx="3886">
                  <c:v>2973.9050000000002</c:v>
                </c:pt>
                <c:pt idx="3887">
                  <c:v>2974.3870000000002</c:v>
                </c:pt>
                <c:pt idx="3888">
                  <c:v>2974.8690000000001</c:v>
                </c:pt>
                <c:pt idx="3889">
                  <c:v>2975.3519999999999</c:v>
                </c:pt>
                <c:pt idx="3890">
                  <c:v>2975.8339999999998</c:v>
                </c:pt>
                <c:pt idx="3891">
                  <c:v>2976.3159999999998</c:v>
                </c:pt>
                <c:pt idx="3892">
                  <c:v>2976.7979999999998</c:v>
                </c:pt>
                <c:pt idx="3893">
                  <c:v>2977.28</c:v>
                </c:pt>
                <c:pt idx="3894">
                  <c:v>2977.7620000000002</c:v>
                </c:pt>
                <c:pt idx="3895">
                  <c:v>2978.2440000000001</c:v>
                </c:pt>
                <c:pt idx="3896">
                  <c:v>2978.7260000000001</c:v>
                </c:pt>
                <c:pt idx="3897">
                  <c:v>2979.2080000000001</c:v>
                </c:pt>
                <c:pt idx="3898">
                  <c:v>2979.6909999999998</c:v>
                </c:pt>
                <c:pt idx="3899">
                  <c:v>2980.1729999999998</c:v>
                </c:pt>
                <c:pt idx="3900">
                  <c:v>2980.6550000000002</c:v>
                </c:pt>
                <c:pt idx="3901">
                  <c:v>2981.1370000000002</c:v>
                </c:pt>
                <c:pt idx="3902">
                  <c:v>2981.6190000000001</c:v>
                </c:pt>
                <c:pt idx="3903">
                  <c:v>2982.1010000000001</c:v>
                </c:pt>
                <c:pt idx="3904">
                  <c:v>2982.5830000000001</c:v>
                </c:pt>
                <c:pt idx="3905">
                  <c:v>2983.0650000000001</c:v>
                </c:pt>
                <c:pt idx="3906">
                  <c:v>2983.5479999999998</c:v>
                </c:pt>
                <c:pt idx="3907">
                  <c:v>2984.03</c:v>
                </c:pt>
                <c:pt idx="3908">
                  <c:v>2984.5120000000002</c:v>
                </c:pt>
                <c:pt idx="3909">
                  <c:v>2984.9940000000001</c:v>
                </c:pt>
                <c:pt idx="3910">
                  <c:v>2985.4760000000001</c:v>
                </c:pt>
                <c:pt idx="3911">
                  <c:v>2985.9580000000001</c:v>
                </c:pt>
                <c:pt idx="3912">
                  <c:v>2986.44</c:v>
                </c:pt>
                <c:pt idx="3913">
                  <c:v>2986.922</c:v>
                </c:pt>
                <c:pt idx="3914">
                  <c:v>2987.4050000000002</c:v>
                </c:pt>
                <c:pt idx="3915">
                  <c:v>2987.8870000000002</c:v>
                </c:pt>
                <c:pt idx="3916">
                  <c:v>2988.3690000000001</c:v>
                </c:pt>
                <c:pt idx="3917">
                  <c:v>2988.8510000000001</c:v>
                </c:pt>
                <c:pt idx="3918">
                  <c:v>2989.3330000000001</c:v>
                </c:pt>
                <c:pt idx="3919">
                  <c:v>2989.8150000000001</c:v>
                </c:pt>
                <c:pt idx="3920">
                  <c:v>2990.297</c:v>
                </c:pt>
                <c:pt idx="3921">
                  <c:v>2990.779</c:v>
                </c:pt>
                <c:pt idx="3922">
                  <c:v>2991.261</c:v>
                </c:pt>
                <c:pt idx="3923">
                  <c:v>2991.7440000000001</c:v>
                </c:pt>
                <c:pt idx="3924">
                  <c:v>2992.2260000000001</c:v>
                </c:pt>
                <c:pt idx="3925">
                  <c:v>2992.7080000000001</c:v>
                </c:pt>
                <c:pt idx="3926">
                  <c:v>2993.19</c:v>
                </c:pt>
                <c:pt idx="3927">
                  <c:v>2993.672</c:v>
                </c:pt>
                <c:pt idx="3928">
                  <c:v>2994.154</c:v>
                </c:pt>
                <c:pt idx="3929">
                  <c:v>2994.636</c:v>
                </c:pt>
                <c:pt idx="3930">
                  <c:v>2995.1179999999999</c:v>
                </c:pt>
                <c:pt idx="3931">
                  <c:v>2995.6010000000001</c:v>
                </c:pt>
                <c:pt idx="3932">
                  <c:v>2996.0830000000001</c:v>
                </c:pt>
                <c:pt idx="3933">
                  <c:v>2996.5650000000001</c:v>
                </c:pt>
                <c:pt idx="3934">
                  <c:v>2997.047</c:v>
                </c:pt>
                <c:pt idx="3935">
                  <c:v>2997.529</c:v>
                </c:pt>
                <c:pt idx="3936">
                  <c:v>2998.011</c:v>
                </c:pt>
                <c:pt idx="3937">
                  <c:v>2998.4929999999999</c:v>
                </c:pt>
                <c:pt idx="3938">
                  <c:v>2998.9749999999999</c:v>
                </c:pt>
                <c:pt idx="3939">
                  <c:v>2999.4580000000001</c:v>
                </c:pt>
                <c:pt idx="3940">
                  <c:v>2999.9389999999999</c:v>
                </c:pt>
                <c:pt idx="3941">
                  <c:v>3000.422</c:v>
                </c:pt>
              </c:numCache>
            </c:numRef>
          </c:cat>
          <c:val>
            <c:numRef>
              <c:f>'[MLG on Cu_1.CSV]MLG on Cu_1'!$B$1:$B$3942</c:f>
              <c:numCache>
                <c:formatCode>0.00E+00</c:formatCode>
                <c:ptCount val="3942"/>
                <c:pt idx="0">
                  <c:v>742.26279999999997</c:v>
                </c:pt>
                <c:pt idx="1">
                  <c:v>744.22050000000002</c:v>
                </c:pt>
                <c:pt idx="2">
                  <c:v>745.6558</c:v>
                </c:pt>
                <c:pt idx="3">
                  <c:v>743.51199999999983</c:v>
                </c:pt>
                <c:pt idx="4">
                  <c:v>738.17570000000001</c:v>
                </c:pt>
                <c:pt idx="5">
                  <c:v>736.28750000000002</c:v>
                </c:pt>
                <c:pt idx="6">
                  <c:v>739.70150000000001</c:v>
                </c:pt>
                <c:pt idx="7">
                  <c:v>742.65599999999984</c:v>
                </c:pt>
                <c:pt idx="8">
                  <c:v>743.58989999999994</c:v>
                </c:pt>
                <c:pt idx="9">
                  <c:v>743.34359999999992</c:v>
                </c:pt>
                <c:pt idx="10">
                  <c:v>743.03390000000002</c:v>
                </c:pt>
                <c:pt idx="11">
                  <c:v>742.74649999999997</c:v>
                </c:pt>
                <c:pt idx="12">
                  <c:v>742.553</c:v>
                </c:pt>
                <c:pt idx="13">
                  <c:v>742.21469999999999</c:v>
                </c:pt>
                <c:pt idx="14">
                  <c:v>742.84579999999994</c:v>
                </c:pt>
                <c:pt idx="15">
                  <c:v>745.77599999999995</c:v>
                </c:pt>
                <c:pt idx="16">
                  <c:v>748.5711</c:v>
                </c:pt>
                <c:pt idx="17">
                  <c:v>749.96199999999988</c:v>
                </c:pt>
                <c:pt idx="18">
                  <c:v>750.0181</c:v>
                </c:pt>
                <c:pt idx="19">
                  <c:v>748.72919999999999</c:v>
                </c:pt>
                <c:pt idx="20">
                  <c:v>746.39249999999993</c:v>
                </c:pt>
                <c:pt idx="21">
                  <c:v>744.9769</c:v>
                </c:pt>
                <c:pt idx="22">
                  <c:v>746.43859999999984</c:v>
                </c:pt>
                <c:pt idx="23">
                  <c:v>748.19119999999998</c:v>
                </c:pt>
                <c:pt idx="24">
                  <c:v>749.14080000000001</c:v>
                </c:pt>
                <c:pt idx="25">
                  <c:v>749.36359999999991</c:v>
                </c:pt>
                <c:pt idx="26">
                  <c:v>748.69600000000003</c:v>
                </c:pt>
                <c:pt idx="27">
                  <c:v>746.78520000000003</c:v>
                </c:pt>
                <c:pt idx="28">
                  <c:v>747.05289999999991</c:v>
                </c:pt>
                <c:pt idx="29">
                  <c:v>750.05989999999997</c:v>
                </c:pt>
                <c:pt idx="30">
                  <c:v>752.9982</c:v>
                </c:pt>
                <c:pt idx="31">
                  <c:v>752.23350000000005</c:v>
                </c:pt>
                <c:pt idx="32">
                  <c:v>750.78430000000003</c:v>
                </c:pt>
                <c:pt idx="33">
                  <c:v>752.46039999999994</c:v>
                </c:pt>
                <c:pt idx="34">
                  <c:v>757.24379999999996</c:v>
                </c:pt>
                <c:pt idx="35">
                  <c:v>758.96059999999989</c:v>
                </c:pt>
                <c:pt idx="36">
                  <c:v>756.36659999999972</c:v>
                </c:pt>
                <c:pt idx="37">
                  <c:v>753.44809999999984</c:v>
                </c:pt>
                <c:pt idx="38">
                  <c:v>751.10799999999983</c:v>
                </c:pt>
                <c:pt idx="39">
                  <c:v>749.56380000000001</c:v>
                </c:pt>
                <c:pt idx="40">
                  <c:v>749.46859999999992</c:v>
                </c:pt>
                <c:pt idx="41">
                  <c:v>750.35799999999972</c:v>
                </c:pt>
                <c:pt idx="42">
                  <c:v>751.45019999999988</c:v>
                </c:pt>
                <c:pt idx="43">
                  <c:v>752.89980000000003</c:v>
                </c:pt>
                <c:pt idx="44">
                  <c:v>753.43880000000001</c:v>
                </c:pt>
                <c:pt idx="45">
                  <c:v>752.39419999999996</c:v>
                </c:pt>
                <c:pt idx="46">
                  <c:v>751.04430000000002</c:v>
                </c:pt>
                <c:pt idx="47">
                  <c:v>749.84479999999996</c:v>
                </c:pt>
                <c:pt idx="48">
                  <c:v>748.98839999999996</c:v>
                </c:pt>
                <c:pt idx="49">
                  <c:v>749.69100000000003</c:v>
                </c:pt>
                <c:pt idx="50">
                  <c:v>751.78</c:v>
                </c:pt>
                <c:pt idx="51">
                  <c:v>754.38670000000002</c:v>
                </c:pt>
                <c:pt idx="52">
                  <c:v>758.37270000000001</c:v>
                </c:pt>
                <c:pt idx="53">
                  <c:v>761.27840000000003</c:v>
                </c:pt>
                <c:pt idx="54">
                  <c:v>761.94039999999984</c:v>
                </c:pt>
                <c:pt idx="55">
                  <c:v>760.94729999999993</c:v>
                </c:pt>
                <c:pt idx="56">
                  <c:v>758.18989999999997</c:v>
                </c:pt>
                <c:pt idx="57">
                  <c:v>753.56279999999992</c:v>
                </c:pt>
                <c:pt idx="58">
                  <c:v>752.1961</c:v>
                </c:pt>
                <c:pt idx="59">
                  <c:v>754.65639999999996</c:v>
                </c:pt>
                <c:pt idx="60">
                  <c:v>757.84609999999986</c:v>
                </c:pt>
                <c:pt idx="61">
                  <c:v>759.553</c:v>
                </c:pt>
                <c:pt idx="62">
                  <c:v>760.69510000000002</c:v>
                </c:pt>
                <c:pt idx="63">
                  <c:v>762.22770000000003</c:v>
                </c:pt>
                <c:pt idx="64">
                  <c:v>763.96799999999985</c:v>
                </c:pt>
                <c:pt idx="65">
                  <c:v>764.51670000000001</c:v>
                </c:pt>
                <c:pt idx="66">
                  <c:v>763.94069999999988</c:v>
                </c:pt>
                <c:pt idx="67">
                  <c:v>761.42129999999986</c:v>
                </c:pt>
                <c:pt idx="68">
                  <c:v>755.87649999999996</c:v>
                </c:pt>
                <c:pt idx="69">
                  <c:v>750.60159999999996</c:v>
                </c:pt>
                <c:pt idx="70">
                  <c:v>750.42989999999998</c:v>
                </c:pt>
                <c:pt idx="71">
                  <c:v>753.03819999999996</c:v>
                </c:pt>
                <c:pt idx="72">
                  <c:v>755.62259999999992</c:v>
                </c:pt>
                <c:pt idx="73">
                  <c:v>758.08199999999999</c:v>
                </c:pt>
                <c:pt idx="74">
                  <c:v>758.46049999999991</c:v>
                </c:pt>
                <c:pt idx="75">
                  <c:v>755.76119999999992</c:v>
                </c:pt>
                <c:pt idx="76">
                  <c:v>753.29349999999999</c:v>
                </c:pt>
                <c:pt idx="77">
                  <c:v>753.06909999999993</c:v>
                </c:pt>
                <c:pt idx="78">
                  <c:v>754.18700000000001</c:v>
                </c:pt>
                <c:pt idx="79">
                  <c:v>754.13119999999992</c:v>
                </c:pt>
                <c:pt idx="80">
                  <c:v>753.56529999999987</c:v>
                </c:pt>
                <c:pt idx="81">
                  <c:v>754.34670000000006</c:v>
                </c:pt>
                <c:pt idx="82">
                  <c:v>759.8069999999999</c:v>
                </c:pt>
                <c:pt idx="83">
                  <c:v>762.91619999999989</c:v>
                </c:pt>
                <c:pt idx="84">
                  <c:v>761.5415999999999</c:v>
                </c:pt>
                <c:pt idx="85">
                  <c:v>758.93370000000004</c:v>
                </c:pt>
                <c:pt idx="86">
                  <c:v>758.65570000000002</c:v>
                </c:pt>
                <c:pt idx="87">
                  <c:v>760.11320000000001</c:v>
                </c:pt>
                <c:pt idx="88">
                  <c:v>759.697</c:v>
                </c:pt>
                <c:pt idx="89">
                  <c:v>757.44639999999993</c:v>
                </c:pt>
                <c:pt idx="90">
                  <c:v>756.05070000000001</c:v>
                </c:pt>
                <c:pt idx="91">
                  <c:v>758.46489999999983</c:v>
                </c:pt>
                <c:pt idx="92">
                  <c:v>760.51430000000005</c:v>
                </c:pt>
                <c:pt idx="93">
                  <c:v>759.6232</c:v>
                </c:pt>
                <c:pt idx="94">
                  <c:v>757.32579999999996</c:v>
                </c:pt>
                <c:pt idx="95">
                  <c:v>757.0258</c:v>
                </c:pt>
                <c:pt idx="96">
                  <c:v>758.63229999999987</c:v>
                </c:pt>
                <c:pt idx="97">
                  <c:v>759.97469999999998</c:v>
                </c:pt>
                <c:pt idx="98">
                  <c:v>760.69489999999996</c:v>
                </c:pt>
                <c:pt idx="99">
                  <c:v>760.78060000000005</c:v>
                </c:pt>
                <c:pt idx="100">
                  <c:v>759.00570000000005</c:v>
                </c:pt>
                <c:pt idx="101">
                  <c:v>757.51519999999994</c:v>
                </c:pt>
                <c:pt idx="102">
                  <c:v>758.90840000000003</c:v>
                </c:pt>
                <c:pt idx="103">
                  <c:v>762.9393</c:v>
                </c:pt>
                <c:pt idx="104">
                  <c:v>764.45839999999998</c:v>
                </c:pt>
                <c:pt idx="105">
                  <c:v>763.20590000000004</c:v>
                </c:pt>
                <c:pt idx="106">
                  <c:v>762.08399999999995</c:v>
                </c:pt>
                <c:pt idx="107">
                  <c:v>762.38589999999999</c:v>
                </c:pt>
                <c:pt idx="108">
                  <c:v>763.06979999999999</c:v>
                </c:pt>
                <c:pt idx="109">
                  <c:v>762.76670000000001</c:v>
                </c:pt>
                <c:pt idx="110">
                  <c:v>762.14949999999999</c:v>
                </c:pt>
                <c:pt idx="111">
                  <c:v>762.22990000000004</c:v>
                </c:pt>
                <c:pt idx="112">
                  <c:v>763.55319999999983</c:v>
                </c:pt>
                <c:pt idx="113">
                  <c:v>764.4378999999999</c:v>
                </c:pt>
                <c:pt idx="114">
                  <c:v>764.81399999999996</c:v>
                </c:pt>
                <c:pt idx="115">
                  <c:v>765.01209999999992</c:v>
                </c:pt>
                <c:pt idx="116">
                  <c:v>765.13599999999997</c:v>
                </c:pt>
                <c:pt idx="117">
                  <c:v>765.30659999999989</c:v>
                </c:pt>
                <c:pt idx="118">
                  <c:v>766.07920000000001</c:v>
                </c:pt>
                <c:pt idx="119">
                  <c:v>767.08019999999999</c:v>
                </c:pt>
                <c:pt idx="120">
                  <c:v>767.21040000000005</c:v>
                </c:pt>
                <c:pt idx="121">
                  <c:v>764.54579999999999</c:v>
                </c:pt>
                <c:pt idx="122">
                  <c:v>763.40589999999997</c:v>
                </c:pt>
                <c:pt idx="123">
                  <c:v>764.26819999999998</c:v>
                </c:pt>
                <c:pt idx="124">
                  <c:v>766.44830000000002</c:v>
                </c:pt>
                <c:pt idx="125">
                  <c:v>770.17769999999996</c:v>
                </c:pt>
                <c:pt idx="126">
                  <c:v>774.30749999999989</c:v>
                </c:pt>
                <c:pt idx="127">
                  <c:v>775.66539999999998</c:v>
                </c:pt>
                <c:pt idx="128">
                  <c:v>774.23050000000001</c:v>
                </c:pt>
                <c:pt idx="129">
                  <c:v>773.34579999999994</c:v>
                </c:pt>
                <c:pt idx="130">
                  <c:v>775.8039</c:v>
                </c:pt>
                <c:pt idx="131">
                  <c:v>776.99959999999999</c:v>
                </c:pt>
                <c:pt idx="132">
                  <c:v>775.08579999999995</c:v>
                </c:pt>
                <c:pt idx="133">
                  <c:v>771.80089999999996</c:v>
                </c:pt>
                <c:pt idx="134">
                  <c:v>770.68709999999999</c:v>
                </c:pt>
                <c:pt idx="135">
                  <c:v>771.29330000000004</c:v>
                </c:pt>
                <c:pt idx="136">
                  <c:v>772.17280000000005</c:v>
                </c:pt>
                <c:pt idx="137">
                  <c:v>773.16079999999999</c:v>
                </c:pt>
                <c:pt idx="138">
                  <c:v>773.4855</c:v>
                </c:pt>
                <c:pt idx="139">
                  <c:v>771.72469999999998</c:v>
                </c:pt>
                <c:pt idx="140">
                  <c:v>770.23900000000003</c:v>
                </c:pt>
                <c:pt idx="141">
                  <c:v>770.39980000000003</c:v>
                </c:pt>
                <c:pt idx="142">
                  <c:v>771.89890000000003</c:v>
                </c:pt>
                <c:pt idx="143">
                  <c:v>773.11719999999991</c:v>
                </c:pt>
                <c:pt idx="144">
                  <c:v>774.10310000000004</c:v>
                </c:pt>
                <c:pt idx="145">
                  <c:v>775.32979999999998</c:v>
                </c:pt>
                <c:pt idx="146">
                  <c:v>777.71169999999984</c:v>
                </c:pt>
                <c:pt idx="147">
                  <c:v>779.00099999999998</c:v>
                </c:pt>
                <c:pt idx="148">
                  <c:v>776.23719999999992</c:v>
                </c:pt>
                <c:pt idx="149">
                  <c:v>772.88139999999999</c:v>
                </c:pt>
                <c:pt idx="150">
                  <c:v>772.86879999999996</c:v>
                </c:pt>
                <c:pt idx="151">
                  <c:v>776.76329999999996</c:v>
                </c:pt>
                <c:pt idx="152">
                  <c:v>775.51570000000004</c:v>
                </c:pt>
                <c:pt idx="153">
                  <c:v>769.26480000000004</c:v>
                </c:pt>
                <c:pt idx="154">
                  <c:v>765.64859999999999</c:v>
                </c:pt>
                <c:pt idx="155">
                  <c:v>773.48009999999999</c:v>
                </c:pt>
                <c:pt idx="156">
                  <c:v>781.89679999999998</c:v>
                </c:pt>
                <c:pt idx="157">
                  <c:v>782.67470000000003</c:v>
                </c:pt>
                <c:pt idx="158">
                  <c:v>778.59829999999999</c:v>
                </c:pt>
                <c:pt idx="159">
                  <c:v>775.42370000000005</c:v>
                </c:pt>
                <c:pt idx="160">
                  <c:v>772.90089999999998</c:v>
                </c:pt>
                <c:pt idx="161">
                  <c:v>773.42059999999992</c:v>
                </c:pt>
                <c:pt idx="162">
                  <c:v>777.51170000000002</c:v>
                </c:pt>
                <c:pt idx="163">
                  <c:v>781.59040000000005</c:v>
                </c:pt>
                <c:pt idx="164">
                  <c:v>782.31439999999998</c:v>
                </c:pt>
                <c:pt idx="165">
                  <c:v>781.83389999999997</c:v>
                </c:pt>
                <c:pt idx="166">
                  <c:v>781.97839999999997</c:v>
                </c:pt>
                <c:pt idx="167">
                  <c:v>782.76329999999996</c:v>
                </c:pt>
                <c:pt idx="168">
                  <c:v>783.53279999999984</c:v>
                </c:pt>
                <c:pt idx="169">
                  <c:v>784.31129999999985</c:v>
                </c:pt>
                <c:pt idx="170">
                  <c:v>784.87189999999998</c:v>
                </c:pt>
                <c:pt idx="171">
                  <c:v>785.10820000000001</c:v>
                </c:pt>
                <c:pt idx="172">
                  <c:v>785.34709999999973</c:v>
                </c:pt>
                <c:pt idx="173">
                  <c:v>786.31689999999992</c:v>
                </c:pt>
                <c:pt idx="174">
                  <c:v>787.30870000000004</c:v>
                </c:pt>
                <c:pt idx="175">
                  <c:v>787.24429999999984</c:v>
                </c:pt>
                <c:pt idx="176">
                  <c:v>785.87829999999997</c:v>
                </c:pt>
                <c:pt idx="177">
                  <c:v>785.26919999999996</c:v>
                </c:pt>
                <c:pt idx="178">
                  <c:v>785.5729</c:v>
                </c:pt>
                <c:pt idx="179">
                  <c:v>786.34999999999991</c:v>
                </c:pt>
                <c:pt idx="180">
                  <c:v>787.50540000000001</c:v>
                </c:pt>
                <c:pt idx="181">
                  <c:v>788.9301999999999</c:v>
                </c:pt>
                <c:pt idx="182">
                  <c:v>791.55129999999986</c:v>
                </c:pt>
                <c:pt idx="183">
                  <c:v>793.9434</c:v>
                </c:pt>
                <c:pt idx="184">
                  <c:v>793.32629999999972</c:v>
                </c:pt>
                <c:pt idx="185">
                  <c:v>787.06899999999996</c:v>
                </c:pt>
                <c:pt idx="186">
                  <c:v>784.37599999999998</c:v>
                </c:pt>
                <c:pt idx="187">
                  <c:v>786.69269999999983</c:v>
                </c:pt>
                <c:pt idx="188">
                  <c:v>789.77149999999995</c:v>
                </c:pt>
                <c:pt idx="189">
                  <c:v>791.23030000000006</c:v>
                </c:pt>
                <c:pt idx="190">
                  <c:v>791.70960000000002</c:v>
                </c:pt>
                <c:pt idx="191">
                  <c:v>792.36239999999987</c:v>
                </c:pt>
                <c:pt idx="192">
                  <c:v>793.14179999999999</c:v>
                </c:pt>
                <c:pt idx="193">
                  <c:v>793.91300000000001</c:v>
                </c:pt>
                <c:pt idx="194">
                  <c:v>795.00130000000001</c:v>
                </c:pt>
                <c:pt idx="195">
                  <c:v>795.51289999999983</c:v>
                </c:pt>
                <c:pt idx="196">
                  <c:v>795.35709999999972</c:v>
                </c:pt>
                <c:pt idx="197">
                  <c:v>794.76949999999999</c:v>
                </c:pt>
                <c:pt idx="198">
                  <c:v>793.23929999999996</c:v>
                </c:pt>
                <c:pt idx="199">
                  <c:v>791.65279999999996</c:v>
                </c:pt>
                <c:pt idx="200">
                  <c:v>792.85849999999994</c:v>
                </c:pt>
                <c:pt idx="201">
                  <c:v>796.26430000000005</c:v>
                </c:pt>
                <c:pt idx="202">
                  <c:v>798.8454999999999</c:v>
                </c:pt>
                <c:pt idx="203">
                  <c:v>799.22349999999994</c:v>
                </c:pt>
                <c:pt idx="204">
                  <c:v>798.71690000000001</c:v>
                </c:pt>
                <c:pt idx="205">
                  <c:v>796.89970000000005</c:v>
                </c:pt>
                <c:pt idx="206">
                  <c:v>795.38789999999983</c:v>
                </c:pt>
                <c:pt idx="207">
                  <c:v>796.5643</c:v>
                </c:pt>
                <c:pt idx="208">
                  <c:v>799.64949999999999</c:v>
                </c:pt>
                <c:pt idx="209">
                  <c:v>802.8472999999999</c:v>
                </c:pt>
                <c:pt idx="210">
                  <c:v>805.92349999999999</c:v>
                </c:pt>
                <c:pt idx="211">
                  <c:v>808.47439999999995</c:v>
                </c:pt>
                <c:pt idx="212">
                  <c:v>811.07190000000003</c:v>
                </c:pt>
                <c:pt idx="213">
                  <c:v>811.91669999999988</c:v>
                </c:pt>
                <c:pt idx="214">
                  <c:v>809.90049999999997</c:v>
                </c:pt>
                <c:pt idx="215">
                  <c:v>806.66859999999997</c:v>
                </c:pt>
                <c:pt idx="216">
                  <c:v>805.29160000000002</c:v>
                </c:pt>
                <c:pt idx="217">
                  <c:v>805.34919999999988</c:v>
                </c:pt>
                <c:pt idx="218">
                  <c:v>805.46509999999989</c:v>
                </c:pt>
                <c:pt idx="219">
                  <c:v>805.36319999999989</c:v>
                </c:pt>
                <c:pt idx="220">
                  <c:v>805.7269</c:v>
                </c:pt>
                <c:pt idx="221">
                  <c:v>807.29819999999995</c:v>
                </c:pt>
                <c:pt idx="222">
                  <c:v>808.90409999999997</c:v>
                </c:pt>
                <c:pt idx="223">
                  <c:v>809.95999999999992</c:v>
                </c:pt>
                <c:pt idx="224">
                  <c:v>810.79330000000004</c:v>
                </c:pt>
                <c:pt idx="225">
                  <c:v>812.78319999999997</c:v>
                </c:pt>
                <c:pt idx="226">
                  <c:v>815.47979999999995</c:v>
                </c:pt>
                <c:pt idx="227">
                  <c:v>817.26890000000003</c:v>
                </c:pt>
                <c:pt idx="228">
                  <c:v>817.34409999999991</c:v>
                </c:pt>
                <c:pt idx="229">
                  <c:v>817.44549999999992</c:v>
                </c:pt>
                <c:pt idx="230">
                  <c:v>818.2681</c:v>
                </c:pt>
                <c:pt idx="231">
                  <c:v>819.35509999999988</c:v>
                </c:pt>
                <c:pt idx="232">
                  <c:v>820.54699999999991</c:v>
                </c:pt>
                <c:pt idx="233">
                  <c:v>821.79020000000003</c:v>
                </c:pt>
                <c:pt idx="234">
                  <c:v>823.2242</c:v>
                </c:pt>
                <c:pt idx="235">
                  <c:v>824.54380000000003</c:v>
                </c:pt>
                <c:pt idx="236">
                  <c:v>824.19269999999983</c:v>
                </c:pt>
                <c:pt idx="237">
                  <c:v>818.94709999999986</c:v>
                </c:pt>
                <c:pt idx="238">
                  <c:v>816.05919999999992</c:v>
                </c:pt>
                <c:pt idx="239">
                  <c:v>820.46589999999992</c:v>
                </c:pt>
                <c:pt idx="240">
                  <c:v>826.33589999999992</c:v>
                </c:pt>
                <c:pt idx="241">
                  <c:v>829.94889999999998</c:v>
                </c:pt>
                <c:pt idx="242">
                  <c:v>831.32389999999998</c:v>
                </c:pt>
                <c:pt idx="243">
                  <c:v>829.01099999999997</c:v>
                </c:pt>
                <c:pt idx="244">
                  <c:v>823.7912</c:v>
                </c:pt>
                <c:pt idx="245">
                  <c:v>820.44609999999989</c:v>
                </c:pt>
                <c:pt idx="246">
                  <c:v>823.24719999999991</c:v>
                </c:pt>
                <c:pt idx="247">
                  <c:v>826.39</c:v>
                </c:pt>
                <c:pt idx="248">
                  <c:v>827.75670000000002</c:v>
                </c:pt>
                <c:pt idx="249">
                  <c:v>828.5498</c:v>
                </c:pt>
                <c:pt idx="250">
                  <c:v>830.32339999999999</c:v>
                </c:pt>
                <c:pt idx="251">
                  <c:v>832.81870000000004</c:v>
                </c:pt>
                <c:pt idx="252">
                  <c:v>833.8676999999999</c:v>
                </c:pt>
                <c:pt idx="253">
                  <c:v>833.45339999999999</c:v>
                </c:pt>
                <c:pt idx="254">
                  <c:v>832.85440000000006</c:v>
                </c:pt>
                <c:pt idx="255">
                  <c:v>832.96559999999988</c:v>
                </c:pt>
                <c:pt idx="256">
                  <c:v>832.79939999999999</c:v>
                </c:pt>
                <c:pt idx="257">
                  <c:v>831.49630000000002</c:v>
                </c:pt>
                <c:pt idx="258">
                  <c:v>830.11080000000004</c:v>
                </c:pt>
                <c:pt idx="259">
                  <c:v>830.404</c:v>
                </c:pt>
                <c:pt idx="260">
                  <c:v>832.19479999999999</c:v>
                </c:pt>
                <c:pt idx="261">
                  <c:v>834.48619999999994</c:v>
                </c:pt>
                <c:pt idx="262">
                  <c:v>837.17690000000005</c:v>
                </c:pt>
                <c:pt idx="263">
                  <c:v>839.53859999999997</c:v>
                </c:pt>
                <c:pt idx="264">
                  <c:v>840.93099999999993</c:v>
                </c:pt>
                <c:pt idx="265">
                  <c:v>842.15609999999992</c:v>
                </c:pt>
                <c:pt idx="266">
                  <c:v>843.70849999999996</c:v>
                </c:pt>
                <c:pt idx="267">
                  <c:v>845.24789999999996</c:v>
                </c:pt>
                <c:pt idx="268">
                  <c:v>845.78319999999997</c:v>
                </c:pt>
                <c:pt idx="269">
                  <c:v>845.54609999999991</c:v>
                </c:pt>
                <c:pt idx="270">
                  <c:v>845.72969999999998</c:v>
                </c:pt>
                <c:pt idx="271">
                  <c:v>846.56949999999983</c:v>
                </c:pt>
                <c:pt idx="272">
                  <c:v>847.72180000000003</c:v>
                </c:pt>
                <c:pt idx="273">
                  <c:v>849.37900000000002</c:v>
                </c:pt>
                <c:pt idx="274">
                  <c:v>850.86799999999994</c:v>
                </c:pt>
                <c:pt idx="275">
                  <c:v>851.78319999999997</c:v>
                </c:pt>
                <c:pt idx="276">
                  <c:v>852.33169999999984</c:v>
                </c:pt>
                <c:pt idx="277">
                  <c:v>853.19560000000001</c:v>
                </c:pt>
                <c:pt idx="278">
                  <c:v>854.31679999999983</c:v>
                </c:pt>
                <c:pt idx="279">
                  <c:v>855.55729999999994</c:v>
                </c:pt>
                <c:pt idx="280">
                  <c:v>857.01719999999989</c:v>
                </c:pt>
                <c:pt idx="281">
                  <c:v>858.05079999999998</c:v>
                </c:pt>
                <c:pt idx="282">
                  <c:v>857.62940000000003</c:v>
                </c:pt>
                <c:pt idx="283">
                  <c:v>857.42909999999983</c:v>
                </c:pt>
                <c:pt idx="284">
                  <c:v>858.3732</c:v>
                </c:pt>
                <c:pt idx="285">
                  <c:v>860.26580000000001</c:v>
                </c:pt>
                <c:pt idx="286">
                  <c:v>862.56209999999987</c:v>
                </c:pt>
                <c:pt idx="287">
                  <c:v>865.05539999999996</c:v>
                </c:pt>
                <c:pt idx="288">
                  <c:v>866.9215999999999</c:v>
                </c:pt>
                <c:pt idx="289">
                  <c:v>868.03809999999999</c:v>
                </c:pt>
                <c:pt idx="290">
                  <c:v>868.11980000000005</c:v>
                </c:pt>
                <c:pt idx="291">
                  <c:v>865.67169999999999</c:v>
                </c:pt>
                <c:pt idx="292">
                  <c:v>863.64970000000005</c:v>
                </c:pt>
                <c:pt idx="293">
                  <c:v>864.26009999999997</c:v>
                </c:pt>
                <c:pt idx="294">
                  <c:v>866.8155999999999</c:v>
                </c:pt>
                <c:pt idx="295">
                  <c:v>867.654</c:v>
                </c:pt>
                <c:pt idx="296">
                  <c:v>867.09749999999997</c:v>
                </c:pt>
                <c:pt idx="297">
                  <c:v>866.36379999999997</c:v>
                </c:pt>
                <c:pt idx="298">
                  <c:v>864.21619999999996</c:v>
                </c:pt>
                <c:pt idx="299">
                  <c:v>864.74180000000001</c:v>
                </c:pt>
                <c:pt idx="300">
                  <c:v>870.59010000000001</c:v>
                </c:pt>
                <c:pt idx="301">
                  <c:v>877.00829999999996</c:v>
                </c:pt>
                <c:pt idx="302">
                  <c:v>880.61879999999996</c:v>
                </c:pt>
                <c:pt idx="303">
                  <c:v>881.54219999999987</c:v>
                </c:pt>
                <c:pt idx="304">
                  <c:v>878.64729999999986</c:v>
                </c:pt>
                <c:pt idx="305">
                  <c:v>873.20889999999997</c:v>
                </c:pt>
                <c:pt idx="306">
                  <c:v>870.97919999999999</c:v>
                </c:pt>
                <c:pt idx="307">
                  <c:v>879.06089999999983</c:v>
                </c:pt>
                <c:pt idx="308">
                  <c:v>884.23270000000002</c:v>
                </c:pt>
                <c:pt idx="309">
                  <c:v>883.09360000000004</c:v>
                </c:pt>
                <c:pt idx="310">
                  <c:v>880.19730000000004</c:v>
                </c:pt>
                <c:pt idx="311">
                  <c:v>880.78129999999999</c:v>
                </c:pt>
                <c:pt idx="312">
                  <c:v>883.36409999999989</c:v>
                </c:pt>
                <c:pt idx="313">
                  <c:v>882.52329999999984</c:v>
                </c:pt>
                <c:pt idx="314">
                  <c:v>878.91219999999987</c:v>
                </c:pt>
                <c:pt idx="315">
                  <c:v>877.62300000000005</c:v>
                </c:pt>
                <c:pt idx="316">
                  <c:v>883.30259999999987</c:v>
                </c:pt>
                <c:pt idx="317">
                  <c:v>887.82729999999992</c:v>
                </c:pt>
                <c:pt idx="318">
                  <c:v>889.73440000000005</c:v>
                </c:pt>
                <c:pt idx="319">
                  <c:v>890.38509999999997</c:v>
                </c:pt>
                <c:pt idx="320">
                  <c:v>891.09209999999996</c:v>
                </c:pt>
                <c:pt idx="321">
                  <c:v>891.97190000000001</c:v>
                </c:pt>
                <c:pt idx="322">
                  <c:v>893.60810000000004</c:v>
                </c:pt>
                <c:pt idx="323">
                  <c:v>895.88019999999983</c:v>
                </c:pt>
                <c:pt idx="324">
                  <c:v>897.17460000000005</c:v>
                </c:pt>
                <c:pt idx="325">
                  <c:v>895.39869999999996</c:v>
                </c:pt>
                <c:pt idx="326">
                  <c:v>895.44249999999988</c:v>
                </c:pt>
                <c:pt idx="327">
                  <c:v>898.6979</c:v>
                </c:pt>
                <c:pt idx="328">
                  <c:v>902.87400000000002</c:v>
                </c:pt>
                <c:pt idx="329">
                  <c:v>904.84749999999985</c:v>
                </c:pt>
                <c:pt idx="330">
                  <c:v>905.50980000000004</c:v>
                </c:pt>
                <c:pt idx="331">
                  <c:v>906.13869999999997</c:v>
                </c:pt>
                <c:pt idx="332">
                  <c:v>906.88239999999996</c:v>
                </c:pt>
                <c:pt idx="333">
                  <c:v>908.077</c:v>
                </c:pt>
                <c:pt idx="334">
                  <c:v>910.62270000000001</c:v>
                </c:pt>
                <c:pt idx="335">
                  <c:v>911.33309999999983</c:v>
                </c:pt>
                <c:pt idx="336">
                  <c:v>908.75729999999987</c:v>
                </c:pt>
                <c:pt idx="337">
                  <c:v>905.79939999999999</c:v>
                </c:pt>
                <c:pt idx="338">
                  <c:v>907.2835</c:v>
                </c:pt>
                <c:pt idx="339">
                  <c:v>910.52499999999998</c:v>
                </c:pt>
                <c:pt idx="340">
                  <c:v>911.44229999999993</c:v>
                </c:pt>
                <c:pt idx="341">
                  <c:v>909.40659999999991</c:v>
                </c:pt>
                <c:pt idx="342">
                  <c:v>909.07309999999995</c:v>
                </c:pt>
                <c:pt idx="343">
                  <c:v>911.18489999999997</c:v>
                </c:pt>
                <c:pt idx="344">
                  <c:v>913.14369999999997</c:v>
                </c:pt>
                <c:pt idx="345">
                  <c:v>914.1309</c:v>
                </c:pt>
                <c:pt idx="346">
                  <c:v>914.7056</c:v>
                </c:pt>
                <c:pt idx="347">
                  <c:v>915.69209999999998</c:v>
                </c:pt>
                <c:pt idx="348">
                  <c:v>916.61980000000005</c:v>
                </c:pt>
                <c:pt idx="349">
                  <c:v>916.74109999999996</c:v>
                </c:pt>
                <c:pt idx="350">
                  <c:v>915.86099999999988</c:v>
                </c:pt>
                <c:pt idx="351">
                  <c:v>915.57489999999996</c:v>
                </c:pt>
                <c:pt idx="352">
                  <c:v>915.80059999999992</c:v>
                </c:pt>
                <c:pt idx="353">
                  <c:v>917.1961</c:v>
                </c:pt>
                <c:pt idx="354">
                  <c:v>920.11789999999996</c:v>
                </c:pt>
                <c:pt idx="355">
                  <c:v>924.03300000000002</c:v>
                </c:pt>
                <c:pt idx="356">
                  <c:v>930.48929999999996</c:v>
                </c:pt>
                <c:pt idx="357">
                  <c:v>936.26179999999999</c:v>
                </c:pt>
                <c:pt idx="358">
                  <c:v>936.14499999999998</c:v>
                </c:pt>
                <c:pt idx="359">
                  <c:v>929.83139999999992</c:v>
                </c:pt>
                <c:pt idx="360">
                  <c:v>929.17740000000003</c:v>
                </c:pt>
                <c:pt idx="361">
                  <c:v>934.37840000000006</c:v>
                </c:pt>
                <c:pt idx="362">
                  <c:v>938.78989999999999</c:v>
                </c:pt>
                <c:pt idx="363">
                  <c:v>939.77009999999996</c:v>
                </c:pt>
                <c:pt idx="364">
                  <c:v>938.86629999999991</c:v>
                </c:pt>
                <c:pt idx="365">
                  <c:v>935.1620999999999</c:v>
                </c:pt>
                <c:pt idx="366">
                  <c:v>931.86509999999987</c:v>
                </c:pt>
                <c:pt idx="367">
                  <c:v>933.00850000000003</c:v>
                </c:pt>
                <c:pt idx="368">
                  <c:v>938.53449999999998</c:v>
                </c:pt>
                <c:pt idx="369">
                  <c:v>939.11850000000004</c:v>
                </c:pt>
                <c:pt idx="370">
                  <c:v>935.21770000000004</c:v>
                </c:pt>
                <c:pt idx="371">
                  <c:v>933.01239999999996</c:v>
                </c:pt>
                <c:pt idx="372">
                  <c:v>936.46529999999984</c:v>
                </c:pt>
                <c:pt idx="373">
                  <c:v>940.47799999999984</c:v>
                </c:pt>
                <c:pt idx="374">
                  <c:v>942.0619999999999</c:v>
                </c:pt>
                <c:pt idx="375">
                  <c:v>942.9135</c:v>
                </c:pt>
                <c:pt idx="376">
                  <c:v>944.56970000000001</c:v>
                </c:pt>
                <c:pt idx="377">
                  <c:v>946.92949999999996</c:v>
                </c:pt>
                <c:pt idx="378">
                  <c:v>948.29</c:v>
                </c:pt>
                <c:pt idx="379">
                  <c:v>948.82470000000001</c:v>
                </c:pt>
                <c:pt idx="380">
                  <c:v>949.57479999999998</c:v>
                </c:pt>
                <c:pt idx="381">
                  <c:v>951.52170000000001</c:v>
                </c:pt>
                <c:pt idx="382">
                  <c:v>953.04359999999997</c:v>
                </c:pt>
                <c:pt idx="383">
                  <c:v>953.1475999999999</c:v>
                </c:pt>
                <c:pt idx="384">
                  <c:v>953.23080000000004</c:v>
                </c:pt>
                <c:pt idx="385">
                  <c:v>955.1</c:v>
                </c:pt>
                <c:pt idx="386">
                  <c:v>957.95339999999999</c:v>
                </c:pt>
                <c:pt idx="387">
                  <c:v>956.16499999999996</c:v>
                </c:pt>
                <c:pt idx="388">
                  <c:v>951.35969999999986</c:v>
                </c:pt>
                <c:pt idx="389">
                  <c:v>950.08770000000004</c:v>
                </c:pt>
                <c:pt idx="390">
                  <c:v>959.82859999999994</c:v>
                </c:pt>
                <c:pt idx="391">
                  <c:v>966.29359999999997</c:v>
                </c:pt>
                <c:pt idx="392">
                  <c:v>966.77260000000001</c:v>
                </c:pt>
                <c:pt idx="393">
                  <c:v>965.20699999999999</c:v>
                </c:pt>
                <c:pt idx="394">
                  <c:v>964.72450000000003</c:v>
                </c:pt>
                <c:pt idx="395">
                  <c:v>964.89099999999996</c:v>
                </c:pt>
                <c:pt idx="396">
                  <c:v>964.37090000000001</c:v>
                </c:pt>
                <c:pt idx="397">
                  <c:v>963.56759999999986</c:v>
                </c:pt>
                <c:pt idx="398">
                  <c:v>963.91390000000001</c:v>
                </c:pt>
                <c:pt idx="399">
                  <c:v>966.77049999999997</c:v>
                </c:pt>
                <c:pt idx="400">
                  <c:v>969.52470000000005</c:v>
                </c:pt>
                <c:pt idx="401">
                  <c:v>972.36849999999993</c:v>
                </c:pt>
                <c:pt idx="402">
                  <c:v>974.05340000000001</c:v>
                </c:pt>
                <c:pt idx="403">
                  <c:v>972.1620999999999</c:v>
                </c:pt>
                <c:pt idx="404">
                  <c:v>969.30989999999997</c:v>
                </c:pt>
                <c:pt idx="405">
                  <c:v>969.00379999999996</c:v>
                </c:pt>
                <c:pt idx="406">
                  <c:v>970.87940000000003</c:v>
                </c:pt>
                <c:pt idx="407">
                  <c:v>973.58579999999995</c:v>
                </c:pt>
                <c:pt idx="408">
                  <c:v>977.58399999999995</c:v>
                </c:pt>
                <c:pt idx="409">
                  <c:v>980.16269999999986</c:v>
                </c:pt>
                <c:pt idx="410">
                  <c:v>981.04459999999983</c:v>
                </c:pt>
                <c:pt idx="411">
                  <c:v>981.02800000000002</c:v>
                </c:pt>
                <c:pt idx="412">
                  <c:v>979.55209999999988</c:v>
                </c:pt>
                <c:pt idx="413">
                  <c:v>978.62139999999999</c:v>
                </c:pt>
                <c:pt idx="414">
                  <c:v>980.73519999999996</c:v>
                </c:pt>
                <c:pt idx="415">
                  <c:v>984.79570000000001</c:v>
                </c:pt>
                <c:pt idx="416">
                  <c:v>987.39030000000002</c:v>
                </c:pt>
                <c:pt idx="417">
                  <c:v>988.27390000000003</c:v>
                </c:pt>
                <c:pt idx="418">
                  <c:v>990.12659999999994</c:v>
                </c:pt>
                <c:pt idx="419">
                  <c:v>993.23889999999994</c:v>
                </c:pt>
                <c:pt idx="420">
                  <c:v>995.50040000000001</c:v>
                </c:pt>
                <c:pt idx="421">
                  <c:v>994.38589999999999</c:v>
                </c:pt>
                <c:pt idx="422">
                  <c:v>992.92789999999991</c:v>
                </c:pt>
                <c:pt idx="423">
                  <c:v>993.10170000000005</c:v>
                </c:pt>
                <c:pt idx="424">
                  <c:v>994.16219999999987</c:v>
                </c:pt>
                <c:pt idx="425">
                  <c:v>994.97410000000002</c:v>
                </c:pt>
                <c:pt idx="426">
                  <c:v>995.56699999999989</c:v>
                </c:pt>
                <c:pt idx="427">
                  <c:v>996.22889999999995</c:v>
                </c:pt>
                <c:pt idx="428">
                  <c:v>996.9973</c:v>
                </c:pt>
                <c:pt idx="429">
                  <c:v>998.14480000000003</c:v>
                </c:pt>
                <c:pt idx="430">
                  <c:v>1000.866</c:v>
                </c:pt>
                <c:pt idx="431">
                  <c:v>1002.5410000000001</c:v>
                </c:pt>
                <c:pt idx="432">
                  <c:v>1001.575</c:v>
                </c:pt>
                <c:pt idx="433">
                  <c:v>1000.171</c:v>
                </c:pt>
                <c:pt idx="434">
                  <c:v>1002.518</c:v>
                </c:pt>
                <c:pt idx="435">
                  <c:v>1007.158</c:v>
                </c:pt>
                <c:pt idx="436">
                  <c:v>1009.389</c:v>
                </c:pt>
                <c:pt idx="437">
                  <c:v>1008.998</c:v>
                </c:pt>
                <c:pt idx="438">
                  <c:v>1009.179</c:v>
                </c:pt>
                <c:pt idx="439">
                  <c:v>1013.458</c:v>
                </c:pt>
                <c:pt idx="440">
                  <c:v>1014.475</c:v>
                </c:pt>
                <c:pt idx="441">
                  <c:v>1009.836</c:v>
                </c:pt>
                <c:pt idx="442">
                  <c:v>1004.039</c:v>
                </c:pt>
                <c:pt idx="443">
                  <c:v>1002.572</c:v>
                </c:pt>
                <c:pt idx="444">
                  <c:v>1004.3</c:v>
                </c:pt>
                <c:pt idx="445">
                  <c:v>1008.927</c:v>
                </c:pt>
                <c:pt idx="446">
                  <c:v>1015.811</c:v>
                </c:pt>
                <c:pt idx="447">
                  <c:v>1018.314</c:v>
                </c:pt>
                <c:pt idx="448">
                  <c:v>1014.1420000000001</c:v>
                </c:pt>
                <c:pt idx="449">
                  <c:v>1012</c:v>
                </c:pt>
                <c:pt idx="450">
                  <c:v>1013.732</c:v>
                </c:pt>
                <c:pt idx="451">
                  <c:v>1016.471</c:v>
                </c:pt>
                <c:pt idx="452">
                  <c:v>1017.034</c:v>
                </c:pt>
                <c:pt idx="453">
                  <c:v>1017.099</c:v>
                </c:pt>
                <c:pt idx="454">
                  <c:v>1018.5410000000001</c:v>
                </c:pt>
                <c:pt idx="455">
                  <c:v>1021.092</c:v>
                </c:pt>
                <c:pt idx="456">
                  <c:v>1022.525</c:v>
                </c:pt>
                <c:pt idx="457">
                  <c:v>1022.691</c:v>
                </c:pt>
                <c:pt idx="458">
                  <c:v>1024.3209999999999</c:v>
                </c:pt>
                <c:pt idx="459">
                  <c:v>1028.1289999999999</c:v>
                </c:pt>
                <c:pt idx="460">
                  <c:v>1031.152</c:v>
                </c:pt>
                <c:pt idx="461">
                  <c:v>1030.597</c:v>
                </c:pt>
                <c:pt idx="462">
                  <c:v>1028.867</c:v>
                </c:pt>
                <c:pt idx="463">
                  <c:v>1026.616</c:v>
                </c:pt>
                <c:pt idx="464">
                  <c:v>1024.7929999999999</c:v>
                </c:pt>
                <c:pt idx="465">
                  <c:v>1026.097</c:v>
                </c:pt>
                <c:pt idx="466">
                  <c:v>1030.011</c:v>
                </c:pt>
                <c:pt idx="467">
                  <c:v>1034.191</c:v>
                </c:pt>
                <c:pt idx="468">
                  <c:v>1038.375</c:v>
                </c:pt>
                <c:pt idx="469">
                  <c:v>1039.912</c:v>
                </c:pt>
                <c:pt idx="470">
                  <c:v>1033.461</c:v>
                </c:pt>
                <c:pt idx="471">
                  <c:v>1029.4839999999999</c:v>
                </c:pt>
                <c:pt idx="472">
                  <c:v>1032.241</c:v>
                </c:pt>
                <c:pt idx="473">
                  <c:v>1037.8050000000001</c:v>
                </c:pt>
                <c:pt idx="474">
                  <c:v>1038.931</c:v>
                </c:pt>
                <c:pt idx="475">
                  <c:v>1037.646</c:v>
                </c:pt>
                <c:pt idx="476">
                  <c:v>1038.635</c:v>
                </c:pt>
                <c:pt idx="477">
                  <c:v>1042.5119999999999</c:v>
                </c:pt>
                <c:pt idx="478">
                  <c:v>1044.912</c:v>
                </c:pt>
                <c:pt idx="479">
                  <c:v>1044.6279999999999</c:v>
                </c:pt>
                <c:pt idx="480">
                  <c:v>1043.913</c:v>
                </c:pt>
                <c:pt idx="481">
                  <c:v>1043.06</c:v>
                </c:pt>
                <c:pt idx="482">
                  <c:v>1042.614</c:v>
                </c:pt>
                <c:pt idx="483">
                  <c:v>1043.8119999999999</c:v>
                </c:pt>
                <c:pt idx="484">
                  <c:v>1045.4490000000001</c:v>
                </c:pt>
                <c:pt idx="485">
                  <c:v>1045.71</c:v>
                </c:pt>
                <c:pt idx="486">
                  <c:v>1044.6610000000001</c:v>
                </c:pt>
                <c:pt idx="487">
                  <c:v>1045.857</c:v>
                </c:pt>
                <c:pt idx="488">
                  <c:v>1049.771</c:v>
                </c:pt>
                <c:pt idx="489">
                  <c:v>1050.9580000000001</c:v>
                </c:pt>
                <c:pt idx="490">
                  <c:v>1047.692</c:v>
                </c:pt>
                <c:pt idx="491">
                  <c:v>1045.059</c:v>
                </c:pt>
                <c:pt idx="492">
                  <c:v>1048.5630000000001</c:v>
                </c:pt>
                <c:pt idx="493">
                  <c:v>1053.2909999999999</c:v>
                </c:pt>
                <c:pt idx="494">
                  <c:v>1055.5229999999999</c:v>
                </c:pt>
                <c:pt idx="495">
                  <c:v>1056.17</c:v>
                </c:pt>
                <c:pt idx="496">
                  <c:v>1058.425</c:v>
                </c:pt>
                <c:pt idx="497">
                  <c:v>1061.732</c:v>
                </c:pt>
                <c:pt idx="498">
                  <c:v>1062.011</c:v>
                </c:pt>
                <c:pt idx="499">
                  <c:v>1058.297</c:v>
                </c:pt>
                <c:pt idx="500">
                  <c:v>1055.1669999999999</c:v>
                </c:pt>
                <c:pt idx="501">
                  <c:v>1055.2190000000001</c:v>
                </c:pt>
                <c:pt idx="502">
                  <c:v>1056.0940000000001</c:v>
                </c:pt>
                <c:pt idx="503">
                  <c:v>1057.268</c:v>
                </c:pt>
                <c:pt idx="504">
                  <c:v>1058.348</c:v>
                </c:pt>
                <c:pt idx="505">
                  <c:v>1058.126</c:v>
                </c:pt>
                <c:pt idx="506">
                  <c:v>1057.4000000000001</c:v>
                </c:pt>
                <c:pt idx="507">
                  <c:v>1058.0029999999999</c:v>
                </c:pt>
                <c:pt idx="508">
                  <c:v>1060.203</c:v>
                </c:pt>
                <c:pt idx="509">
                  <c:v>1062.04</c:v>
                </c:pt>
                <c:pt idx="510">
                  <c:v>1063.0409999999999</c:v>
                </c:pt>
                <c:pt idx="511">
                  <c:v>1064.229</c:v>
                </c:pt>
                <c:pt idx="512">
                  <c:v>1065.9580000000001</c:v>
                </c:pt>
                <c:pt idx="513">
                  <c:v>1067.479</c:v>
                </c:pt>
                <c:pt idx="514">
                  <c:v>1067.595</c:v>
                </c:pt>
                <c:pt idx="515">
                  <c:v>1067.1659999999999</c:v>
                </c:pt>
                <c:pt idx="516">
                  <c:v>1066.655</c:v>
                </c:pt>
                <c:pt idx="517">
                  <c:v>1066.395</c:v>
                </c:pt>
                <c:pt idx="518">
                  <c:v>1068.3989999999999</c:v>
                </c:pt>
                <c:pt idx="519">
                  <c:v>1072.8430000000001</c:v>
                </c:pt>
                <c:pt idx="520">
                  <c:v>1075.83</c:v>
                </c:pt>
                <c:pt idx="521">
                  <c:v>1076.5989999999999</c:v>
                </c:pt>
                <c:pt idx="522">
                  <c:v>1076.0409999999999</c:v>
                </c:pt>
                <c:pt idx="523">
                  <c:v>1073.4639999999999</c:v>
                </c:pt>
                <c:pt idx="524">
                  <c:v>1071.3340000000001</c:v>
                </c:pt>
                <c:pt idx="525">
                  <c:v>1071.54</c:v>
                </c:pt>
                <c:pt idx="526">
                  <c:v>1072.749</c:v>
                </c:pt>
                <c:pt idx="527">
                  <c:v>1071.33</c:v>
                </c:pt>
                <c:pt idx="528">
                  <c:v>1068.22</c:v>
                </c:pt>
                <c:pt idx="529">
                  <c:v>1067.3510000000001</c:v>
                </c:pt>
                <c:pt idx="530">
                  <c:v>1069.328</c:v>
                </c:pt>
                <c:pt idx="531">
                  <c:v>1070.9380000000001</c:v>
                </c:pt>
                <c:pt idx="532">
                  <c:v>1070.6479999999999</c:v>
                </c:pt>
                <c:pt idx="533">
                  <c:v>1070.0719999999999</c:v>
                </c:pt>
                <c:pt idx="534">
                  <c:v>1069.2539999999999</c:v>
                </c:pt>
                <c:pt idx="535">
                  <c:v>1068.991</c:v>
                </c:pt>
                <c:pt idx="536">
                  <c:v>1071.4570000000001</c:v>
                </c:pt>
                <c:pt idx="537">
                  <c:v>1074.6410000000001</c:v>
                </c:pt>
                <c:pt idx="538">
                  <c:v>1075.1079999999999</c:v>
                </c:pt>
                <c:pt idx="539">
                  <c:v>1072.8240000000001</c:v>
                </c:pt>
                <c:pt idx="540">
                  <c:v>1071.752</c:v>
                </c:pt>
                <c:pt idx="541">
                  <c:v>1072.184</c:v>
                </c:pt>
                <c:pt idx="542">
                  <c:v>1073.3920000000001</c:v>
                </c:pt>
                <c:pt idx="543">
                  <c:v>1075.412</c:v>
                </c:pt>
                <c:pt idx="544">
                  <c:v>1076.972</c:v>
                </c:pt>
                <c:pt idx="545">
                  <c:v>1076.451</c:v>
                </c:pt>
                <c:pt idx="546">
                  <c:v>1075.386</c:v>
                </c:pt>
                <c:pt idx="547">
                  <c:v>1074.769</c:v>
                </c:pt>
                <c:pt idx="548">
                  <c:v>1074.614</c:v>
                </c:pt>
                <c:pt idx="549">
                  <c:v>1075.116</c:v>
                </c:pt>
                <c:pt idx="550">
                  <c:v>1076.1849999999999</c:v>
                </c:pt>
                <c:pt idx="551">
                  <c:v>1077.385</c:v>
                </c:pt>
                <c:pt idx="552">
                  <c:v>1078.6510000000001</c:v>
                </c:pt>
                <c:pt idx="553">
                  <c:v>1078.306</c:v>
                </c:pt>
                <c:pt idx="554">
                  <c:v>1072.463</c:v>
                </c:pt>
                <c:pt idx="555">
                  <c:v>1069.204</c:v>
                </c:pt>
                <c:pt idx="556">
                  <c:v>1071.663</c:v>
                </c:pt>
                <c:pt idx="557">
                  <c:v>1075.9280000000001</c:v>
                </c:pt>
                <c:pt idx="558">
                  <c:v>1076.54</c:v>
                </c:pt>
                <c:pt idx="559">
                  <c:v>1074.9259999999999</c:v>
                </c:pt>
                <c:pt idx="560">
                  <c:v>1073.4780000000001</c:v>
                </c:pt>
                <c:pt idx="561">
                  <c:v>1072.421</c:v>
                </c:pt>
                <c:pt idx="562">
                  <c:v>1071.95</c:v>
                </c:pt>
                <c:pt idx="563">
                  <c:v>1072.5050000000001</c:v>
                </c:pt>
                <c:pt idx="564">
                  <c:v>1071.845</c:v>
                </c:pt>
                <c:pt idx="565">
                  <c:v>1069.354</c:v>
                </c:pt>
                <c:pt idx="566">
                  <c:v>1067.538</c:v>
                </c:pt>
                <c:pt idx="567">
                  <c:v>1068.4949999999999</c:v>
                </c:pt>
                <c:pt idx="568">
                  <c:v>1071.3869999999999</c:v>
                </c:pt>
                <c:pt idx="569">
                  <c:v>1077.5029999999999</c:v>
                </c:pt>
                <c:pt idx="570">
                  <c:v>1084.251</c:v>
                </c:pt>
                <c:pt idx="571">
                  <c:v>1085.1420000000001</c:v>
                </c:pt>
                <c:pt idx="572">
                  <c:v>1080.5340000000001</c:v>
                </c:pt>
                <c:pt idx="573">
                  <c:v>1079.0419999999999</c:v>
                </c:pt>
                <c:pt idx="574">
                  <c:v>1081.2349999999999</c:v>
                </c:pt>
                <c:pt idx="575">
                  <c:v>1082.8109999999999</c:v>
                </c:pt>
                <c:pt idx="576">
                  <c:v>1079.251</c:v>
                </c:pt>
                <c:pt idx="577">
                  <c:v>1077.568</c:v>
                </c:pt>
                <c:pt idx="578">
                  <c:v>1080.317</c:v>
                </c:pt>
                <c:pt idx="579">
                  <c:v>1084.4090000000001</c:v>
                </c:pt>
                <c:pt idx="580">
                  <c:v>1086.4939999999999</c:v>
                </c:pt>
                <c:pt idx="581">
                  <c:v>1087.0340000000001</c:v>
                </c:pt>
                <c:pt idx="582">
                  <c:v>1086.819</c:v>
                </c:pt>
                <c:pt idx="583">
                  <c:v>1085.992</c:v>
                </c:pt>
                <c:pt idx="584">
                  <c:v>1084.777</c:v>
                </c:pt>
                <c:pt idx="585">
                  <c:v>1082.0830000000001</c:v>
                </c:pt>
                <c:pt idx="586">
                  <c:v>1082.7349999999999</c:v>
                </c:pt>
                <c:pt idx="587">
                  <c:v>1087.6769999999999</c:v>
                </c:pt>
                <c:pt idx="588">
                  <c:v>1091.7560000000001</c:v>
                </c:pt>
                <c:pt idx="589">
                  <c:v>1088.9449999999999</c:v>
                </c:pt>
                <c:pt idx="590">
                  <c:v>1084.9359999999999</c:v>
                </c:pt>
                <c:pt idx="591">
                  <c:v>1084.9059999999999</c:v>
                </c:pt>
                <c:pt idx="592">
                  <c:v>1086.8820000000001</c:v>
                </c:pt>
                <c:pt idx="593">
                  <c:v>1087.2439999999999</c:v>
                </c:pt>
                <c:pt idx="594">
                  <c:v>1086.0409999999999</c:v>
                </c:pt>
                <c:pt idx="595">
                  <c:v>1085.732</c:v>
                </c:pt>
                <c:pt idx="596">
                  <c:v>1086.298</c:v>
                </c:pt>
                <c:pt idx="597">
                  <c:v>1086.8019999999999</c:v>
                </c:pt>
                <c:pt idx="598">
                  <c:v>1085.5150000000001</c:v>
                </c:pt>
                <c:pt idx="599">
                  <c:v>1086.125</c:v>
                </c:pt>
                <c:pt idx="600">
                  <c:v>1090.4380000000001</c:v>
                </c:pt>
                <c:pt idx="601">
                  <c:v>1094.694</c:v>
                </c:pt>
                <c:pt idx="602">
                  <c:v>1094.818</c:v>
                </c:pt>
                <c:pt idx="603">
                  <c:v>1092.8579999999999</c:v>
                </c:pt>
                <c:pt idx="604">
                  <c:v>1092.9369999999999</c:v>
                </c:pt>
                <c:pt idx="605">
                  <c:v>1094.51</c:v>
                </c:pt>
                <c:pt idx="606">
                  <c:v>1096.0329999999999</c:v>
                </c:pt>
                <c:pt idx="607">
                  <c:v>1097.7449999999999</c:v>
                </c:pt>
                <c:pt idx="608">
                  <c:v>1097.509</c:v>
                </c:pt>
                <c:pt idx="609">
                  <c:v>1095.03</c:v>
                </c:pt>
                <c:pt idx="610">
                  <c:v>1093.5999999999999</c:v>
                </c:pt>
                <c:pt idx="611">
                  <c:v>1097.377</c:v>
                </c:pt>
                <c:pt idx="612">
                  <c:v>1100.6489999999999</c:v>
                </c:pt>
                <c:pt idx="613">
                  <c:v>1097.97</c:v>
                </c:pt>
                <c:pt idx="614">
                  <c:v>1093.279</c:v>
                </c:pt>
                <c:pt idx="615">
                  <c:v>1090.7750000000001</c:v>
                </c:pt>
                <c:pt idx="616">
                  <c:v>1090.2449999999999</c:v>
                </c:pt>
                <c:pt idx="617">
                  <c:v>1088.6969999999999</c:v>
                </c:pt>
                <c:pt idx="618">
                  <c:v>1086.7080000000001</c:v>
                </c:pt>
                <c:pt idx="619">
                  <c:v>1086.902</c:v>
                </c:pt>
                <c:pt idx="620">
                  <c:v>1092.4690000000001</c:v>
                </c:pt>
                <c:pt idx="621">
                  <c:v>1095.847</c:v>
                </c:pt>
                <c:pt idx="622">
                  <c:v>1095.5899999999999</c:v>
                </c:pt>
                <c:pt idx="623">
                  <c:v>1094.2629999999999</c:v>
                </c:pt>
                <c:pt idx="624">
                  <c:v>1092.6679999999999</c:v>
                </c:pt>
                <c:pt idx="625">
                  <c:v>1091.731</c:v>
                </c:pt>
                <c:pt idx="626">
                  <c:v>1094.1510000000001</c:v>
                </c:pt>
                <c:pt idx="627">
                  <c:v>1097.7850000000001</c:v>
                </c:pt>
                <c:pt idx="628">
                  <c:v>1098.528</c:v>
                </c:pt>
                <c:pt idx="629">
                  <c:v>1095.5709999999999</c:v>
                </c:pt>
                <c:pt idx="630">
                  <c:v>1096.558</c:v>
                </c:pt>
                <c:pt idx="631">
                  <c:v>1101.4480000000001</c:v>
                </c:pt>
                <c:pt idx="632">
                  <c:v>1104.7850000000001</c:v>
                </c:pt>
                <c:pt idx="633">
                  <c:v>1103.989</c:v>
                </c:pt>
                <c:pt idx="634">
                  <c:v>1102.0540000000001</c:v>
                </c:pt>
                <c:pt idx="635">
                  <c:v>1099.8920000000001</c:v>
                </c:pt>
                <c:pt idx="636">
                  <c:v>1098.3499999999999</c:v>
                </c:pt>
                <c:pt idx="637">
                  <c:v>1098.2629999999999</c:v>
                </c:pt>
                <c:pt idx="638">
                  <c:v>1098.8689999999999</c:v>
                </c:pt>
                <c:pt idx="639">
                  <c:v>1097.28</c:v>
                </c:pt>
                <c:pt idx="640">
                  <c:v>1094.6400000000001</c:v>
                </c:pt>
                <c:pt idx="641">
                  <c:v>1093.8510000000001</c:v>
                </c:pt>
                <c:pt idx="642">
                  <c:v>1095.9929999999999</c:v>
                </c:pt>
                <c:pt idx="643">
                  <c:v>1097.508</c:v>
                </c:pt>
                <c:pt idx="644">
                  <c:v>1098.204</c:v>
                </c:pt>
                <c:pt idx="645">
                  <c:v>1097.5619999999999</c:v>
                </c:pt>
                <c:pt idx="646">
                  <c:v>1094.6679999999999</c:v>
                </c:pt>
                <c:pt idx="647">
                  <c:v>1092.6479999999999</c:v>
                </c:pt>
                <c:pt idx="648">
                  <c:v>1096.299</c:v>
                </c:pt>
                <c:pt idx="649">
                  <c:v>1101.5630000000001</c:v>
                </c:pt>
                <c:pt idx="650">
                  <c:v>1104.845</c:v>
                </c:pt>
                <c:pt idx="651">
                  <c:v>1106.2929999999999</c:v>
                </c:pt>
                <c:pt idx="652">
                  <c:v>1106.643</c:v>
                </c:pt>
                <c:pt idx="653">
                  <c:v>1105.97</c:v>
                </c:pt>
                <c:pt idx="654">
                  <c:v>1104.5250000000001</c:v>
                </c:pt>
                <c:pt idx="655">
                  <c:v>1102.212</c:v>
                </c:pt>
                <c:pt idx="656">
                  <c:v>1101.0050000000001</c:v>
                </c:pt>
                <c:pt idx="657">
                  <c:v>1103.1389999999999</c:v>
                </c:pt>
                <c:pt idx="658">
                  <c:v>1104.6969999999999</c:v>
                </c:pt>
                <c:pt idx="659">
                  <c:v>1104.6220000000001</c:v>
                </c:pt>
                <c:pt idx="660">
                  <c:v>1103.808</c:v>
                </c:pt>
                <c:pt idx="661">
                  <c:v>1103.633</c:v>
                </c:pt>
                <c:pt idx="662">
                  <c:v>1103.5170000000001</c:v>
                </c:pt>
                <c:pt idx="663">
                  <c:v>1101.9659999999999</c:v>
                </c:pt>
                <c:pt idx="664">
                  <c:v>1099.479</c:v>
                </c:pt>
                <c:pt idx="665">
                  <c:v>1100.0429999999999</c:v>
                </c:pt>
                <c:pt idx="666">
                  <c:v>1104.0550000000001</c:v>
                </c:pt>
                <c:pt idx="667">
                  <c:v>1107.8309999999999</c:v>
                </c:pt>
                <c:pt idx="668">
                  <c:v>1110.9380000000001</c:v>
                </c:pt>
                <c:pt idx="669">
                  <c:v>1112.1079999999999</c:v>
                </c:pt>
                <c:pt idx="670">
                  <c:v>1108.252</c:v>
                </c:pt>
                <c:pt idx="671">
                  <c:v>1104.8889999999999</c:v>
                </c:pt>
                <c:pt idx="672">
                  <c:v>1104.5830000000001</c:v>
                </c:pt>
                <c:pt idx="673">
                  <c:v>1105.921</c:v>
                </c:pt>
                <c:pt idx="674">
                  <c:v>1107.7570000000001</c:v>
                </c:pt>
                <c:pt idx="675">
                  <c:v>1109.498</c:v>
                </c:pt>
                <c:pt idx="676">
                  <c:v>1108.9169999999999</c:v>
                </c:pt>
                <c:pt idx="677">
                  <c:v>1106.5519999999999</c:v>
                </c:pt>
                <c:pt idx="678">
                  <c:v>1105.8430000000001</c:v>
                </c:pt>
                <c:pt idx="679">
                  <c:v>1108.4749999999999</c:v>
                </c:pt>
                <c:pt idx="680">
                  <c:v>1110.1189999999999</c:v>
                </c:pt>
                <c:pt idx="681">
                  <c:v>1110.404</c:v>
                </c:pt>
                <c:pt idx="682">
                  <c:v>1109.9449999999999</c:v>
                </c:pt>
                <c:pt idx="683">
                  <c:v>1108.8009999999999</c:v>
                </c:pt>
                <c:pt idx="684">
                  <c:v>1107.5509999999999</c:v>
                </c:pt>
                <c:pt idx="685">
                  <c:v>1106.4000000000001</c:v>
                </c:pt>
                <c:pt idx="686">
                  <c:v>1105.5989999999999</c:v>
                </c:pt>
                <c:pt idx="687">
                  <c:v>1104.8340000000001</c:v>
                </c:pt>
                <c:pt idx="688">
                  <c:v>1104.4760000000001</c:v>
                </c:pt>
                <c:pt idx="689">
                  <c:v>1109.212</c:v>
                </c:pt>
                <c:pt idx="690">
                  <c:v>1117.663</c:v>
                </c:pt>
                <c:pt idx="691">
                  <c:v>1123.7750000000001</c:v>
                </c:pt>
                <c:pt idx="692">
                  <c:v>1124.0129999999999</c:v>
                </c:pt>
                <c:pt idx="693">
                  <c:v>1122.933</c:v>
                </c:pt>
                <c:pt idx="694">
                  <c:v>1120.21</c:v>
                </c:pt>
                <c:pt idx="695">
                  <c:v>1118.825</c:v>
                </c:pt>
                <c:pt idx="696">
                  <c:v>1122.6610000000001</c:v>
                </c:pt>
                <c:pt idx="697">
                  <c:v>1126.6210000000001</c:v>
                </c:pt>
                <c:pt idx="698">
                  <c:v>1122.7760000000001</c:v>
                </c:pt>
                <c:pt idx="699">
                  <c:v>1116.1199999999999</c:v>
                </c:pt>
                <c:pt idx="700">
                  <c:v>1113.6780000000001</c:v>
                </c:pt>
                <c:pt idx="701">
                  <c:v>1115.5029999999999</c:v>
                </c:pt>
                <c:pt idx="702">
                  <c:v>1118.4880000000001</c:v>
                </c:pt>
                <c:pt idx="703">
                  <c:v>1122.2670000000001</c:v>
                </c:pt>
                <c:pt idx="704">
                  <c:v>1124.5940000000001</c:v>
                </c:pt>
                <c:pt idx="705">
                  <c:v>1123.885</c:v>
                </c:pt>
                <c:pt idx="706">
                  <c:v>1123.78</c:v>
                </c:pt>
                <c:pt idx="707">
                  <c:v>1125.9690000000001</c:v>
                </c:pt>
                <c:pt idx="708">
                  <c:v>1128.009</c:v>
                </c:pt>
                <c:pt idx="709">
                  <c:v>1128.7860000000001</c:v>
                </c:pt>
                <c:pt idx="710">
                  <c:v>1128.818</c:v>
                </c:pt>
                <c:pt idx="711">
                  <c:v>1128.923</c:v>
                </c:pt>
                <c:pt idx="712">
                  <c:v>1128.8879999999999</c:v>
                </c:pt>
                <c:pt idx="713">
                  <c:v>1128.1579999999999</c:v>
                </c:pt>
                <c:pt idx="714">
                  <c:v>1126.7629999999999</c:v>
                </c:pt>
                <c:pt idx="715">
                  <c:v>1126.605</c:v>
                </c:pt>
                <c:pt idx="716">
                  <c:v>1127.672</c:v>
                </c:pt>
                <c:pt idx="717">
                  <c:v>1128.1590000000001</c:v>
                </c:pt>
                <c:pt idx="718">
                  <c:v>1127.479</c:v>
                </c:pt>
                <c:pt idx="719">
                  <c:v>1127.0730000000001</c:v>
                </c:pt>
                <c:pt idx="720">
                  <c:v>1127.722</c:v>
                </c:pt>
                <c:pt idx="721">
                  <c:v>1129.095</c:v>
                </c:pt>
                <c:pt idx="722">
                  <c:v>1131.3219999999999</c:v>
                </c:pt>
                <c:pt idx="723">
                  <c:v>1133.723</c:v>
                </c:pt>
                <c:pt idx="724">
                  <c:v>1135.845</c:v>
                </c:pt>
                <c:pt idx="725">
                  <c:v>1136.9380000000001</c:v>
                </c:pt>
                <c:pt idx="726">
                  <c:v>1134.3530000000001</c:v>
                </c:pt>
                <c:pt idx="727">
                  <c:v>1128.7840000000001</c:v>
                </c:pt>
                <c:pt idx="728">
                  <c:v>1127.9000000000001</c:v>
                </c:pt>
                <c:pt idx="729">
                  <c:v>1132.8230000000001</c:v>
                </c:pt>
                <c:pt idx="730">
                  <c:v>1135.6489999999999</c:v>
                </c:pt>
                <c:pt idx="731">
                  <c:v>1135.1980000000001</c:v>
                </c:pt>
                <c:pt idx="732">
                  <c:v>1134.3579999999999</c:v>
                </c:pt>
                <c:pt idx="733">
                  <c:v>1136.5129999999999</c:v>
                </c:pt>
                <c:pt idx="734">
                  <c:v>1137.0609999999999</c:v>
                </c:pt>
                <c:pt idx="735">
                  <c:v>1132.9829999999999</c:v>
                </c:pt>
                <c:pt idx="736">
                  <c:v>1127.752</c:v>
                </c:pt>
                <c:pt idx="737">
                  <c:v>1126.0229999999999</c:v>
                </c:pt>
                <c:pt idx="738">
                  <c:v>1126.4659999999999</c:v>
                </c:pt>
                <c:pt idx="739">
                  <c:v>1125.6690000000001</c:v>
                </c:pt>
                <c:pt idx="740">
                  <c:v>1124.0039999999999</c:v>
                </c:pt>
                <c:pt idx="741">
                  <c:v>1123.451</c:v>
                </c:pt>
                <c:pt idx="742">
                  <c:v>1123.971</c:v>
                </c:pt>
                <c:pt idx="743">
                  <c:v>1127.213</c:v>
                </c:pt>
                <c:pt idx="744">
                  <c:v>1133.463</c:v>
                </c:pt>
                <c:pt idx="745">
                  <c:v>1138.3440000000001</c:v>
                </c:pt>
                <c:pt idx="746">
                  <c:v>1137.777</c:v>
                </c:pt>
                <c:pt idx="747">
                  <c:v>1136.1420000000001</c:v>
                </c:pt>
                <c:pt idx="748">
                  <c:v>1136.3589999999999</c:v>
                </c:pt>
                <c:pt idx="749">
                  <c:v>1136.21</c:v>
                </c:pt>
                <c:pt idx="750">
                  <c:v>1132.999</c:v>
                </c:pt>
                <c:pt idx="751">
                  <c:v>1128.194</c:v>
                </c:pt>
                <c:pt idx="752">
                  <c:v>1127.934</c:v>
                </c:pt>
                <c:pt idx="753">
                  <c:v>1130.443</c:v>
                </c:pt>
                <c:pt idx="754">
                  <c:v>1131.056</c:v>
                </c:pt>
                <c:pt idx="755">
                  <c:v>1127.0609999999999</c:v>
                </c:pt>
                <c:pt idx="756">
                  <c:v>1126.1120000000001</c:v>
                </c:pt>
                <c:pt idx="757">
                  <c:v>1128.6310000000001</c:v>
                </c:pt>
                <c:pt idx="758">
                  <c:v>1130.7190000000001</c:v>
                </c:pt>
                <c:pt idx="759">
                  <c:v>1130.4949999999999</c:v>
                </c:pt>
                <c:pt idx="760">
                  <c:v>1129.7719999999999</c:v>
                </c:pt>
                <c:pt idx="761">
                  <c:v>1129.3800000000001</c:v>
                </c:pt>
                <c:pt idx="762">
                  <c:v>1129.9349999999999</c:v>
                </c:pt>
                <c:pt idx="763">
                  <c:v>1132.825</c:v>
                </c:pt>
                <c:pt idx="764">
                  <c:v>1136.0889999999999</c:v>
                </c:pt>
                <c:pt idx="765">
                  <c:v>1131.663</c:v>
                </c:pt>
                <c:pt idx="766">
                  <c:v>1123.26</c:v>
                </c:pt>
                <c:pt idx="767">
                  <c:v>1120.3040000000001</c:v>
                </c:pt>
                <c:pt idx="768">
                  <c:v>1124.8599999999999</c:v>
                </c:pt>
                <c:pt idx="769">
                  <c:v>1128.22</c:v>
                </c:pt>
                <c:pt idx="770">
                  <c:v>1129.6179999999999</c:v>
                </c:pt>
                <c:pt idx="771">
                  <c:v>1130.0989999999999</c:v>
                </c:pt>
                <c:pt idx="772">
                  <c:v>1129.9380000000001</c:v>
                </c:pt>
                <c:pt idx="773">
                  <c:v>1128.7249999999999</c:v>
                </c:pt>
                <c:pt idx="774">
                  <c:v>1123.836</c:v>
                </c:pt>
                <c:pt idx="775">
                  <c:v>1120.3630000000001</c:v>
                </c:pt>
                <c:pt idx="776">
                  <c:v>1122.412</c:v>
                </c:pt>
                <c:pt idx="777">
                  <c:v>1126.788</c:v>
                </c:pt>
                <c:pt idx="778">
                  <c:v>1127.7919999999999</c:v>
                </c:pt>
                <c:pt idx="779">
                  <c:v>1126.7339999999999</c:v>
                </c:pt>
                <c:pt idx="780">
                  <c:v>1127.8030000000001</c:v>
                </c:pt>
                <c:pt idx="781">
                  <c:v>1130.751</c:v>
                </c:pt>
                <c:pt idx="782">
                  <c:v>1131.182</c:v>
                </c:pt>
                <c:pt idx="783">
                  <c:v>1126.8900000000001</c:v>
                </c:pt>
                <c:pt idx="784">
                  <c:v>1125.2940000000001</c:v>
                </c:pt>
                <c:pt idx="785">
                  <c:v>1127.1610000000001</c:v>
                </c:pt>
                <c:pt idx="786">
                  <c:v>1129.8330000000001</c:v>
                </c:pt>
                <c:pt idx="787">
                  <c:v>1131.8019999999999</c:v>
                </c:pt>
                <c:pt idx="788">
                  <c:v>1133.259</c:v>
                </c:pt>
                <c:pt idx="789">
                  <c:v>1134.345</c:v>
                </c:pt>
                <c:pt idx="790">
                  <c:v>1134.857</c:v>
                </c:pt>
                <c:pt idx="791">
                  <c:v>1134.135</c:v>
                </c:pt>
                <c:pt idx="792">
                  <c:v>1132.7080000000001</c:v>
                </c:pt>
                <c:pt idx="793">
                  <c:v>1133.0150000000001</c:v>
                </c:pt>
                <c:pt idx="794">
                  <c:v>1134.18</c:v>
                </c:pt>
                <c:pt idx="795">
                  <c:v>1133.56</c:v>
                </c:pt>
                <c:pt idx="796">
                  <c:v>1128.6110000000001</c:v>
                </c:pt>
                <c:pt idx="797">
                  <c:v>1128.172</c:v>
                </c:pt>
                <c:pt idx="798">
                  <c:v>1132.7059999999999</c:v>
                </c:pt>
                <c:pt idx="799">
                  <c:v>1135.7460000000001</c:v>
                </c:pt>
                <c:pt idx="800">
                  <c:v>1133.03</c:v>
                </c:pt>
                <c:pt idx="801">
                  <c:v>1130.383</c:v>
                </c:pt>
                <c:pt idx="802">
                  <c:v>1132.646</c:v>
                </c:pt>
                <c:pt idx="803">
                  <c:v>1135.432</c:v>
                </c:pt>
                <c:pt idx="804">
                  <c:v>1136.123</c:v>
                </c:pt>
                <c:pt idx="805">
                  <c:v>1135.2329999999999</c:v>
                </c:pt>
                <c:pt idx="806">
                  <c:v>1133.1679999999999</c:v>
                </c:pt>
                <c:pt idx="807">
                  <c:v>1130.924</c:v>
                </c:pt>
                <c:pt idx="808">
                  <c:v>1130.836</c:v>
                </c:pt>
                <c:pt idx="809">
                  <c:v>1133.5229999999999</c:v>
                </c:pt>
                <c:pt idx="810">
                  <c:v>1133.6369999999999</c:v>
                </c:pt>
                <c:pt idx="811">
                  <c:v>1130.6610000000001</c:v>
                </c:pt>
                <c:pt idx="812">
                  <c:v>1130.933</c:v>
                </c:pt>
                <c:pt idx="813">
                  <c:v>1136.5329999999999</c:v>
                </c:pt>
                <c:pt idx="814">
                  <c:v>1140.6890000000001</c:v>
                </c:pt>
                <c:pt idx="815">
                  <c:v>1136.1300000000001</c:v>
                </c:pt>
                <c:pt idx="816">
                  <c:v>1131.981</c:v>
                </c:pt>
                <c:pt idx="817">
                  <c:v>1131.7080000000001</c:v>
                </c:pt>
                <c:pt idx="818">
                  <c:v>1134.154</c:v>
                </c:pt>
                <c:pt idx="819">
                  <c:v>1139.5450000000001</c:v>
                </c:pt>
                <c:pt idx="820">
                  <c:v>1145.2819999999999</c:v>
                </c:pt>
                <c:pt idx="821">
                  <c:v>1146.748</c:v>
                </c:pt>
                <c:pt idx="822">
                  <c:v>1144.3900000000001</c:v>
                </c:pt>
                <c:pt idx="823">
                  <c:v>1141.6780000000001</c:v>
                </c:pt>
                <c:pt idx="824">
                  <c:v>1138.6479999999999</c:v>
                </c:pt>
                <c:pt idx="825">
                  <c:v>1137.037</c:v>
                </c:pt>
                <c:pt idx="826">
                  <c:v>1136.95</c:v>
                </c:pt>
                <c:pt idx="827">
                  <c:v>1137.837</c:v>
                </c:pt>
                <c:pt idx="828">
                  <c:v>1141.5429999999999</c:v>
                </c:pt>
                <c:pt idx="829">
                  <c:v>1142.6780000000001</c:v>
                </c:pt>
                <c:pt idx="830">
                  <c:v>1138.5909999999999</c:v>
                </c:pt>
                <c:pt idx="831">
                  <c:v>1134.759</c:v>
                </c:pt>
                <c:pt idx="832">
                  <c:v>1137.001</c:v>
                </c:pt>
                <c:pt idx="833">
                  <c:v>1141.317</c:v>
                </c:pt>
                <c:pt idx="834">
                  <c:v>1140.45</c:v>
                </c:pt>
                <c:pt idx="835">
                  <c:v>1137.3230000000001</c:v>
                </c:pt>
                <c:pt idx="836">
                  <c:v>1137.4349999999999</c:v>
                </c:pt>
                <c:pt idx="837">
                  <c:v>1141.077</c:v>
                </c:pt>
                <c:pt idx="838">
                  <c:v>1139.5429999999999</c:v>
                </c:pt>
                <c:pt idx="839">
                  <c:v>1133.894</c:v>
                </c:pt>
                <c:pt idx="840">
                  <c:v>1131.104</c:v>
                </c:pt>
                <c:pt idx="841">
                  <c:v>1134.3140000000001</c:v>
                </c:pt>
                <c:pt idx="842">
                  <c:v>1138.3050000000001</c:v>
                </c:pt>
                <c:pt idx="843">
                  <c:v>1142.453</c:v>
                </c:pt>
                <c:pt idx="844">
                  <c:v>1145.316</c:v>
                </c:pt>
                <c:pt idx="845">
                  <c:v>1145.999</c:v>
                </c:pt>
                <c:pt idx="846">
                  <c:v>1145.9380000000001</c:v>
                </c:pt>
                <c:pt idx="847">
                  <c:v>1146.665</c:v>
                </c:pt>
                <c:pt idx="848">
                  <c:v>1147.8599999999999</c:v>
                </c:pt>
                <c:pt idx="849">
                  <c:v>1149.568</c:v>
                </c:pt>
                <c:pt idx="850">
                  <c:v>1151.357</c:v>
                </c:pt>
                <c:pt idx="851">
                  <c:v>1151.7760000000001</c:v>
                </c:pt>
                <c:pt idx="852">
                  <c:v>1151.163</c:v>
                </c:pt>
                <c:pt idx="853">
                  <c:v>1150.848</c:v>
                </c:pt>
                <c:pt idx="854">
                  <c:v>1151.02</c:v>
                </c:pt>
                <c:pt idx="855">
                  <c:v>1151.9159999999999</c:v>
                </c:pt>
                <c:pt idx="856">
                  <c:v>1154.2280000000001</c:v>
                </c:pt>
                <c:pt idx="857">
                  <c:v>1155.5740000000001</c:v>
                </c:pt>
                <c:pt idx="858">
                  <c:v>1155.5450000000001</c:v>
                </c:pt>
                <c:pt idx="859">
                  <c:v>1155.1579999999999</c:v>
                </c:pt>
                <c:pt idx="860">
                  <c:v>1154.7619999999999</c:v>
                </c:pt>
                <c:pt idx="861">
                  <c:v>1154.912</c:v>
                </c:pt>
                <c:pt idx="862">
                  <c:v>1156.2760000000001</c:v>
                </c:pt>
                <c:pt idx="863">
                  <c:v>1158.2349999999999</c:v>
                </c:pt>
                <c:pt idx="864">
                  <c:v>1160.4349999999999</c:v>
                </c:pt>
                <c:pt idx="865">
                  <c:v>1162.6890000000001</c:v>
                </c:pt>
                <c:pt idx="866">
                  <c:v>1164.491</c:v>
                </c:pt>
                <c:pt idx="867">
                  <c:v>1165.75</c:v>
                </c:pt>
                <c:pt idx="868">
                  <c:v>1166.126</c:v>
                </c:pt>
                <c:pt idx="869">
                  <c:v>1165.2570000000001</c:v>
                </c:pt>
                <c:pt idx="870">
                  <c:v>1164.49</c:v>
                </c:pt>
                <c:pt idx="871">
                  <c:v>1163.8219999999999</c:v>
                </c:pt>
                <c:pt idx="872">
                  <c:v>1163.819</c:v>
                </c:pt>
                <c:pt idx="873">
                  <c:v>1165.4939999999999</c:v>
                </c:pt>
                <c:pt idx="874">
                  <c:v>1166.077</c:v>
                </c:pt>
                <c:pt idx="875">
                  <c:v>1161.942</c:v>
                </c:pt>
                <c:pt idx="876">
                  <c:v>1158.8789999999999</c:v>
                </c:pt>
                <c:pt idx="877">
                  <c:v>1160.3489999999999</c:v>
                </c:pt>
                <c:pt idx="878">
                  <c:v>1163.3920000000001</c:v>
                </c:pt>
                <c:pt idx="879">
                  <c:v>1160.8969999999999</c:v>
                </c:pt>
                <c:pt idx="880">
                  <c:v>1157.1759999999999</c:v>
                </c:pt>
                <c:pt idx="881">
                  <c:v>1159.777</c:v>
                </c:pt>
                <c:pt idx="882">
                  <c:v>1167.9259999999999</c:v>
                </c:pt>
                <c:pt idx="883">
                  <c:v>1170.26</c:v>
                </c:pt>
                <c:pt idx="884">
                  <c:v>1167.3230000000001</c:v>
                </c:pt>
                <c:pt idx="885">
                  <c:v>1168.521</c:v>
                </c:pt>
                <c:pt idx="886">
                  <c:v>1175.3589999999999</c:v>
                </c:pt>
                <c:pt idx="887">
                  <c:v>1179.73</c:v>
                </c:pt>
                <c:pt idx="888">
                  <c:v>1174.6510000000001</c:v>
                </c:pt>
                <c:pt idx="889">
                  <c:v>1171.3119999999999</c:v>
                </c:pt>
                <c:pt idx="890">
                  <c:v>1171.5309999999999</c:v>
                </c:pt>
                <c:pt idx="891">
                  <c:v>1173.4970000000001</c:v>
                </c:pt>
                <c:pt idx="892">
                  <c:v>1176.145</c:v>
                </c:pt>
                <c:pt idx="893">
                  <c:v>1178.9179999999999</c:v>
                </c:pt>
                <c:pt idx="894">
                  <c:v>1181.5360000000001</c:v>
                </c:pt>
                <c:pt idx="895">
                  <c:v>1183.827</c:v>
                </c:pt>
                <c:pt idx="896">
                  <c:v>1185.9580000000001</c:v>
                </c:pt>
                <c:pt idx="897">
                  <c:v>1187.8499999999999</c:v>
                </c:pt>
                <c:pt idx="898">
                  <c:v>1187.2080000000001</c:v>
                </c:pt>
                <c:pt idx="899">
                  <c:v>1184.9449999999999</c:v>
                </c:pt>
                <c:pt idx="900">
                  <c:v>1183.9949999999999</c:v>
                </c:pt>
                <c:pt idx="901">
                  <c:v>1186.0540000000001</c:v>
                </c:pt>
                <c:pt idx="902">
                  <c:v>1187.3589999999999</c:v>
                </c:pt>
                <c:pt idx="903">
                  <c:v>1187.8710000000001</c:v>
                </c:pt>
                <c:pt idx="904">
                  <c:v>1188.491</c:v>
                </c:pt>
                <c:pt idx="905">
                  <c:v>1189.9079999999999</c:v>
                </c:pt>
                <c:pt idx="906">
                  <c:v>1191.5409999999999</c:v>
                </c:pt>
                <c:pt idx="907">
                  <c:v>1192.4549999999999</c:v>
                </c:pt>
                <c:pt idx="908">
                  <c:v>1192.8889999999999</c:v>
                </c:pt>
                <c:pt idx="909">
                  <c:v>1192.6010000000001</c:v>
                </c:pt>
                <c:pt idx="910">
                  <c:v>1193.211</c:v>
                </c:pt>
                <c:pt idx="911">
                  <c:v>1198.213</c:v>
                </c:pt>
                <c:pt idx="912">
                  <c:v>1204.585</c:v>
                </c:pt>
                <c:pt idx="913">
                  <c:v>1207.7439999999999</c:v>
                </c:pt>
                <c:pt idx="914">
                  <c:v>1208.01</c:v>
                </c:pt>
                <c:pt idx="915">
                  <c:v>1207.998</c:v>
                </c:pt>
                <c:pt idx="916">
                  <c:v>1207.3219999999999</c:v>
                </c:pt>
                <c:pt idx="917">
                  <c:v>1206.096</c:v>
                </c:pt>
                <c:pt idx="918">
                  <c:v>1204.777</c:v>
                </c:pt>
                <c:pt idx="919">
                  <c:v>1204.912</c:v>
                </c:pt>
                <c:pt idx="920">
                  <c:v>1207.473</c:v>
                </c:pt>
                <c:pt idx="921">
                  <c:v>1211.3699999999999</c:v>
                </c:pt>
                <c:pt idx="922">
                  <c:v>1216.952</c:v>
                </c:pt>
                <c:pt idx="923">
                  <c:v>1221.2180000000001</c:v>
                </c:pt>
                <c:pt idx="924">
                  <c:v>1220.3710000000001</c:v>
                </c:pt>
                <c:pt idx="925">
                  <c:v>1219.28</c:v>
                </c:pt>
                <c:pt idx="926">
                  <c:v>1223.482</c:v>
                </c:pt>
                <c:pt idx="927">
                  <c:v>1228.913</c:v>
                </c:pt>
                <c:pt idx="928">
                  <c:v>1231.079</c:v>
                </c:pt>
                <c:pt idx="929">
                  <c:v>1230.472</c:v>
                </c:pt>
                <c:pt idx="930">
                  <c:v>1229.0830000000001</c:v>
                </c:pt>
                <c:pt idx="931">
                  <c:v>1227.855</c:v>
                </c:pt>
                <c:pt idx="932">
                  <c:v>1229.3810000000001</c:v>
                </c:pt>
                <c:pt idx="933">
                  <c:v>1235.902</c:v>
                </c:pt>
                <c:pt idx="934">
                  <c:v>1238.924</c:v>
                </c:pt>
                <c:pt idx="935">
                  <c:v>1238.212</c:v>
                </c:pt>
                <c:pt idx="936">
                  <c:v>1237.614</c:v>
                </c:pt>
                <c:pt idx="937">
                  <c:v>1238.479</c:v>
                </c:pt>
                <c:pt idx="938">
                  <c:v>1239.7380000000001</c:v>
                </c:pt>
                <c:pt idx="939">
                  <c:v>1239.9559999999999</c:v>
                </c:pt>
                <c:pt idx="940">
                  <c:v>1243.3330000000001</c:v>
                </c:pt>
                <c:pt idx="941">
                  <c:v>1249.4469999999999</c:v>
                </c:pt>
                <c:pt idx="942">
                  <c:v>1254.578</c:v>
                </c:pt>
                <c:pt idx="943">
                  <c:v>1255.3900000000001</c:v>
                </c:pt>
                <c:pt idx="944">
                  <c:v>1255.6079999999999</c:v>
                </c:pt>
                <c:pt idx="945">
                  <c:v>1257.0709999999999</c:v>
                </c:pt>
                <c:pt idx="946">
                  <c:v>1259.5129999999999</c:v>
                </c:pt>
                <c:pt idx="947">
                  <c:v>1262.4000000000001</c:v>
                </c:pt>
                <c:pt idx="948">
                  <c:v>1265.7239999999999</c:v>
                </c:pt>
                <c:pt idx="949">
                  <c:v>1270.576</c:v>
                </c:pt>
                <c:pt idx="950">
                  <c:v>1276.8230000000001</c:v>
                </c:pt>
                <c:pt idx="951">
                  <c:v>1281.71</c:v>
                </c:pt>
                <c:pt idx="952">
                  <c:v>1282.5999999999999</c:v>
                </c:pt>
                <c:pt idx="953">
                  <c:v>1284.171</c:v>
                </c:pt>
                <c:pt idx="954">
                  <c:v>1286.9179999999999</c:v>
                </c:pt>
                <c:pt idx="955">
                  <c:v>1290.915</c:v>
                </c:pt>
                <c:pt idx="956">
                  <c:v>1295.9939999999999</c:v>
                </c:pt>
                <c:pt idx="957">
                  <c:v>1298.45</c:v>
                </c:pt>
                <c:pt idx="958">
                  <c:v>1299.8240000000001</c:v>
                </c:pt>
                <c:pt idx="959">
                  <c:v>1303.3</c:v>
                </c:pt>
                <c:pt idx="960">
                  <c:v>1307.896</c:v>
                </c:pt>
                <c:pt idx="961">
                  <c:v>1310.2139999999999</c:v>
                </c:pt>
                <c:pt idx="962">
                  <c:v>1313.0830000000001</c:v>
                </c:pt>
                <c:pt idx="963">
                  <c:v>1317.6610000000001</c:v>
                </c:pt>
                <c:pt idx="964">
                  <c:v>1320.93</c:v>
                </c:pt>
                <c:pt idx="965">
                  <c:v>1321.4059999999999</c:v>
                </c:pt>
                <c:pt idx="966">
                  <c:v>1326.4079999999999</c:v>
                </c:pt>
                <c:pt idx="967">
                  <c:v>1332.855</c:v>
                </c:pt>
                <c:pt idx="968">
                  <c:v>1335.2370000000001</c:v>
                </c:pt>
                <c:pt idx="969">
                  <c:v>1336.9939999999999</c:v>
                </c:pt>
                <c:pt idx="970">
                  <c:v>1341.7270000000001</c:v>
                </c:pt>
                <c:pt idx="971">
                  <c:v>1348.0219999999999</c:v>
                </c:pt>
                <c:pt idx="972">
                  <c:v>1354.633</c:v>
                </c:pt>
                <c:pt idx="973">
                  <c:v>1361.527</c:v>
                </c:pt>
                <c:pt idx="974">
                  <c:v>1368.0509999999999</c:v>
                </c:pt>
                <c:pt idx="975">
                  <c:v>1374.749</c:v>
                </c:pt>
                <c:pt idx="976">
                  <c:v>1381.2329999999999</c:v>
                </c:pt>
                <c:pt idx="977">
                  <c:v>1386.57</c:v>
                </c:pt>
                <c:pt idx="978">
                  <c:v>1392.423</c:v>
                </c:pt>
                <c:pt idx="979">
                  <c:v>1399.7950000000001</c:v>
                </c:pt>
                <c:pt idx="980">
                  <c:v>1408.116</c:v>
                </c:pt>
                <c:pt idx="981">
                  <c:v>1415.5989999999999</c:v>
                </c:pt>
                <c:pt idx="982">
                  <c:v>1422.011</c:v>
                </c:pt>
                <c:pt idx="983">
                  <c:v>1428.6769999999999</c:v>
                </c:pt>
                <c:pt idx="984">
                  <c:v>1437.0709999999999</c:v>
                </c:pt>
                <c:pt idx="985">
                  <c:v>1445.4929999999999</c:v>
                </c:pt>
                <c:pt idx="986">
                  <c:v>1453.8889999999999</c:v>
                </c:pt>
                <c:pt idx="987">
                  <c:v>1461.3440000000001</c:v>
                </c:pt>
                <c:pt idx="988">
                  <c:v>1467.229</c:v>
                </c:pt>
                <c:pt idx="989">
                  <c:v>1472.8820000000001</c:v>
                </c:pt>
                <c:pt idx="990">
                  <c:v>1477.9190000000001</c:v>
                </c:pt>
                <c:pt idx="991">
                  <c:v>1484.9749999999999</c:v>
                </c:pt>
                <c:pt idx="992">
                  <c:v>1495.404</c:v>
                </c:pt>
                <c:pt idx="993">
                  <c:v>1506.5440000000001</c:v>
                </c:pt>
                <c:pt idx="994">
                  <c:v>1516.5719999999999</c:v>
                </c:pt>
                <c:pt idx="995">
                  <c:v>1524.4590000000001</c:v>
                </c:pt>
                <c:pt idx="996">
                  <c:v>1528.1849999999999</c:v>
                </c:pt>
                <c:pt idx="997">
                  <c:v>1529.9829999999999</c:v>
                </c:pt>
                <c:pt idx="998">
                  <c:v>1534</c:v>
                </c:pt>
                <c:pt idx="999">
                  <c:v>1538.604</c:v>
                </c:pt>
                <c:pt idx="1000">
                  <c:v>1541.355</c:v>
                </c:pt>
                <c:pt idx="1001">
                  <c:v>1543.961</c:v>
                </c:pt>
                <c:pt idx="1002">
                  <c:v>1545.9670000000001</c:v>
                </c:pt>
                <c:pt idx="1003">
                  <c:v>1546.8420000000001</c:v>
                </c:pt>
                <c:pt idx="1004">
                  <c:v>1546.2950000000001</c:v>
                </c:pt>
                <c:pt idx="1005">
                  <c:v>1544.1369999999999</c:v>
                </c:pt>
                <c:pt idx="1006">
                  <c:v>1541.6659999999999</c:v>
                </c:pt>
                <c:pt idx="1007">
                  <c:v>1541.346</c:v>
                </c:pt>
                <c:pt idx="1008">
                  <c:v>1544.3130000000001</c:v>
                </c:pt>
                <c:pt idx="1009">
                  <c:v>1545.7750000000001</c:v>
                </c:pt>
                <c:pt idx="1010">
                  <c:v>1546.088</c:v>
                </c:pt>
                <c:pt idx="1011">
                  <c:v>1545.26</c:v>
                </c:pt>
                <c:pt idx="1012">
                  <c:v>1541.14</c:v>
                </c:pt>
                <c:pt idx="1013">
                  <c:v>1535.279</c:v>
                </c:pt>
                <c:pt idx="1014">
                  <c:v>1531.992</c:v>
                </c:pt>
                <c:pt idx="1015">
                  <c:v>1529.3340000000001</c:v>
                </c:pt>
                <c:pt idx="1016">
                  <c:v>1524.1320000000001</c:v>
                </c:pt>
                <c:pt idx="1017">
                  <c:v>1516.7149999999999</c:v>
                </c:pt>
                <c:pt idx="1018">
                  <c:v>1511.9739999999999</c:v>
                </c:pt>
                <c:pt idx="1019">
                  <c:v>1509.768</c:v>
                </c:pt>
                <c:pt idx="1020">
                  <c:v>1507.2950000000001</c:v>
                </c:pt>
                <c:pt idx="1021">
                  <c:v>1503.1859999999999</c:v>
                </c:pt>
                <c:pt idx="1022">
                  <c:v>1498.8240000000001</c:v>
                </c:pt>
                <c:pt idx="1023">
                  <c:v>1494.76</c:v>
                </c:pt>
                <c:pt idx="1024">
                  <c:v>1490.316</c:v>
                </c:pt>
                <c:pt idx="1025">
                  <c:v>1483.309</c:v>
                </c:pt>
                <c:pt idx="1026">
                  <c:v>1478.384</c:v>
                </c:pt>
                <c:pt idx="1027">
                  <c:v>1477.2439999999999</c:v>
                </c:pt>
                <c:pt idx="1028">
                  <c:v>1477.4870000000001</c:v>
                </c:pt>
                <c:pt idx="1029">
                  <c:v>1474.9480000000001</c:v>
                </c:pt>
                <c:pt idx="1030">
                  <c:v>1470.971</c:v>
                </c:pt>
                <c:pt idx="1031">
                  <c:v>1468.9380000000001</c:v>
                </c:pt>
                <c:pt idx="1032">
                  <c:v>1469.777</c:v>
                </c:pt>
                <c:pt idx="1033">
                  <c:v>1470.6189999999999</c:v>
                </c:pt>
                <c:pt idx="1034">
                  <c:v>1471.2560000000001</c:v>
                </c:pt>
                <c:pt idx="1035">
                  <c:v>1470.4380000000001</c:v>
                </c:pt>
                <c:pt idx="1036">
                  <c:v>1466.595</c:v>
                </c:pt>
                <c:pt idx="1037">
                  <c:v>1464.059</c:v>
                </c:pt>
                <c:pt idx="1038">
                  <c:v>1469.807</c:v>
                </c:pt>
                <c:pt idx="1039">
                  <c:v>1475.4839999999999</c:v>
                </c:pt>
                <c:pt idx="1040">
                  <c:v>1473.086</c:v>
                </c:pt>
                <c:pt idx="1041">
                  <c:v>1464.7049999999999</c:v>
                </c:pt>
                <c:pt idx="1042">
                  <c:v>1459.6489999999999</c:v>
                </c:pt>
                <c:pt idx="1043">
                  <c:v>1457.575</c:v>
                </c:pt>
                <c:pt idx="1044">
                  <c:v>1457.0740000000001</c:v>
                </c:pt>
                <c:pt idx="1045">
                  <c:v>1458.71</c:v>
                </c:pt>
                <c:pt idx="1046">
                  <c:v>1459.7329999999999</c:v>
                </c:pt>
                <c:pt idx="1047">
                  <c:v>1460.078</c:v>
                </c:pt>
                <c:pt idx="1048">
                  <c:v>1459.5419999999999</c:v>
                </c:pt>
                <c:pt idx="1049">
                  <c:v>1456.6</c:v>
                </c:pt>
                <c:pt idx="1050">
                  <c:v>1454.204</c:v>
                </c:pt>
                <c:pt idx="1051">
                  <c:v>1455.2080000000001</c:v>
                </c:pt>
                <c:pt idx="1052">
                  <c:v>1457.4649999999999</c:v>
                </c:pt>
                <c:pt idx="1053">
                  <c:v>1456.6659999999999</c:v>
                </c:pt>
                <c:pt idx="1054">
                  <c:v>1454.1669999999999</c:v>
                </c:pt>
                <c:pt idx="1055">
                  <c:v>1454.095</c:v>
                </c:pt>
                <c:pt idx="1056">
                  <c:v>1457.2059999999999</c:v>
                </c:pt>
                <c:pt idx="1057">
                  <c:v>1460.5319999999999</c:v>
                </c:pt>
                <c:pt idx="1058">
                  <c:v>1464.0250000000001</c:v>
                </c:pt>
                <c:pt idx="1059">
                  <c:v>1466.114</c:v>
                </c:pt>
                <c:pt idx="1060">
                  <c:v>1465.5740000000001</c:v>
                </c:pt>
                <c:pt idx="1061">
                  <c:v>1465.1320000000001</c:v>
                </c:pt>
                <c:pt idx="1062">
                  <c:v>1467.549</c:v>
                </c:pt>
                <c:pt idx="1063">
                  <c:v>1470.9259999999999</c:v>
                </c:pt>
                <c:pt idx="1064">
                  <c:v>1474.4469999999999</c:v>
                </c:pt>
                <c:pt idx="1065">
                  <c:v>1477.326</c:v>
                </c:pt>
                <c:pt idx="1066">
                  <c:v>1473.511</c:v>
                </c:pt>
                <c:pt idx="1067">
                  <c:v>1465.6369999999999</c:v>
                </c:pt>
                <c:pt idx="1068">
                  <c:v>1462.7719999999999</c:v>
                </c:pt>
                <c:pt idx="1069">
                  <c:v>1471.854</c:v>
                </c:pt>
                <c:pt idx="1070">
                  <c:v>1477.6379999999999</c:v>
                </c:pt>
                <c:pt idx="1071">
                  <c:v>1479.7180000000001</c:v>
                </c:pt>
                <c:pt idx="1072">
                  <c:v>1479.452</c:v>
                </c:pt>
                <c:pt idx="1073">
                  <c:v>1475.665</c:v>
                </c:pt>
                <c:pt idx="1074">
                  <c:v>1472.25</c:v>
                </c:pt>
                <c:pt idx="1075">
                  <c:v>1472.105</c:v>
                </c:pt>
                <c:pt idx="1076">
                  <c:v>1473.7070000000001</c:v>
                </c:pt>
                <c:pt idx="1077">
                  <c:v>1475.643</c:v>
                </c:pt>
                <c:pt idx="1078">
                  <c:v>1477.5920000000001</c:v>
                </c:pt>
                <c:pt idx="1079">
                  <c:v>1478.4010000000001</c:v>
                </c:pt>
                <c:pt idx="1080">
                  <c:v>1477.9939999999999</c:v>
                </c:pt>
                <c:pt idx="1081">
                  <c:v>1478.0609999999999</c:v>
                </c:pt>
                <c:pt idx="1082">
                  <c:v>1478.817</c:v>
                </c:pt>
                <c:pt idx="1083">
                  <c:v>1480.0350000000001</c:v>
                </c:pt>
                <c:pt idx="1084">
                  <c:v>1481.905</c:v>
                </c:pt>
                <c:pt idx="1085">
                  <c:v>1483.37</c:v>
                </c:pt>
                <c:pt idx="1086">
                  <c:v>1483.54</c:v>
                </c:pt>
                <c:pt idx="1087">
                  <c:v>1482.85</c:v>
                </c:pt>
                <c:pt idx="1088">
                  <c:v>1481.3130000000001</c:v>
                </c:pt>
                <c:pt idx="1089">
                  <c:v>1479.4680000000001</c:v>
                </c:pt>
                <c:pt idx="1090">
                  <c:v>1478.942</c:v>
                </c:pt>
                <c:pt idx="1091">
                  <c:v>1479.5170000000001</c:v>
                </c:pt>
                <c:pt idx="1092">
                  <c:v>1480.7539999999999</c:v>
                </c:pt>
                <c:pt idx="1093">
                  <c:v>1482.8630000000001</c:v>
                </c:pt>
                <c:pt idx="1094">
                  <c:v>1484.789</c:v>
                </c:pt>
                <c:pt idx="1095">
                  <c:v>1486.5619999999999</c:v>
                </c:pt>
                <c:pt idx="1096">
                  <c:v>1487.6980000000001</c:v>
                </c:pt>
                <c:pt idx="1097">
                  <c:v>1487.37</c:v>
                </c:pt>
                <c:pt idx="1098">
                  <c:v>1487</c:v>
                </c:pt>
                <c:pt idx="1099">
                  <c:v>1487.5429999999999</c:v>
                </c:pt>
                <c:pt idx="1100">
                  <c:v>1488.1420000000001</c:v>
                </c:pt>
                <c:pt idx="1101">
                  <c:v>1487.5419999999999</c:v>
                </c:pt>
                <c:pt idx="1102">
                  <c:v>1486.462</c:v>
                </c:pt>
                <c:pt idx="1103">
                  <c:v>1485.873</c:v>
                </c:pt>
                <c:pt idx="1104">
                  <c:v>1486.261</c:v>
                </c:pt>
                <c:pt idx="1105">
                  <c:v>1490.951</c:v>
                </c:pt>
                <c:pt idx="1106">
                  <c:v>1501.682</c:v>
                </c:pt>
                <c:pt idx="1107">
                  <c:v>1503.646</c:v>
                </c:pt>
                <c:pt idx="1108">
                  <c:v>1493.38</c:v>
                </c:pt>
                <c:pt idx="1109">
                  <c:v>1484.6130000000001</c:v>
                </c:pt>
                <c:pt idx="1110">
                  <c:v>1488.085</c:v>
                </c:pt>
                <c:pt idx="1111">
                  <c:v>1494.558</c:v>
                </c:pt>
                <c:pt idx="1112">
                  <c:v>1501.2449999999999</c:v>
                </c:pt>
                <c:pt idx="1113">
                  <c:v>1506.41</c:v>
                </c:pt>
                <c:pt idx="1114">
                  <c:v>1505.0419999999999</c:v>
                </c:pt>
                <c:pt idx="1115">
                  <c:v>1500.4739999999999</c:v>
                </c:pt>
                <c:pt idx="1116">
                  <c:v>1497.9490000000001</c:v>
                </c:pt>
                <c:pt idx="1117">
                  <c:v>1498.17</c:v>
                </c:pt>
                <c:pt idx="1118">
                  <c:v>1500.625</c:v>
                </c:pt>
                <c:pt idx="1119">
                  <c:v>1505.1010000000001</c:v>
                </c:pt>
                <c:pt idx="1120">
                  <c:v>1506.21</c:v>
                </c:pt>
                <c:pt idx="1121">
                  <c:v>1497.6590000000001</c:v>
                </c:pt>
                <c:pt idx="1122">
                  <c:v>1493.499</c:v>
                </c:pt>
                <c:pt idx="1123">
                  <c:v>1500.299</c:v>
                </c:pt>
                <c:pt idx="1124">
                  <c:v>1507.9639999999999</c:v>
                </c:pt>
                <c:pt idx="1125">
                  <c:v>1508.0360000000001</c:v>
                </c:pt>
                <c:pt idx="1126">
                  <c:v>1505.5909999999999</c:v>
                </c:pt>
                <c:pt idx="1127">
                  <c:v>1510.163</c:v>
                </c:pt>
                <c:pt idx="1128">
                  <c:v>1517.4359999999999</c:v>
                </c:pt>
                <c:pt idx="1129">
                  <c:v>1516.6030000000001</c:v>
                </c:pt>
                <c:pt idx="1130">
                  <c:v>1507.3710000000001</c:v>
                </c:pt>
                <c:pt idx="1131">
                  <c:v>1503.6569999999999</c:v>
                </c:pt>
                <c:pt idx="1132">
                  <c:v>1505.9590000000001</c:v>
                </c:pt>
                <c:pt idx="1133">
                  <c:v>1507.9570000000001</c:v>
                </c:pt>
                <c:pt idx="1134">
                  <c:v>1505.78</c:v>
                </c:pt>
                <c:pt idx="1135">
                  <c:v>1503.9680000000001</c:v>
                </c:pt>
                <c:pt idx="1136">
                  <c:v>1502.931</c:v>
                </c:pt>
                <c:pt idx="1137">
                  <c:v>1503.481</c:v>
                </c:pt>
                <c:pt idx="1138">
                  <c:v>1509.221</c:v>
                </c:pt>
                <c:pt idx="1139">
                  <c:v>1514.877</c:v>
                </c:pt>
                <c:pt idx="1140">
                  <c:v>1513.345</c:v>
                </c:pt>
                <c:pt idx="1141">
                  <c:v>1507.566</c:v>
                </c:pt>
                <c:pt idx="1142">
                  <c:v>1505.556</c:v>
                </c:pt>
                <c:pt idx="1143">
                  <c:v>1506.7439999999999</c:v>
                </c:pt>
                <c:pt idx="1144">
                  <c:v>1509.1659999999999</c:v>
                </c:pt>
                <c:pt idx="1145">
                  <c:v>1512.816</c:v>
                </c:pt>
                <c:pt idx="1146">
                  <c:v>1515.62</c:v>
                </c:pt>
                <c:pt idx="1147">
                  <c:v>1517.558</c:v>
                </c:pt>
                <c:pt idx="1148">
                  <c:v>1517.895</c:v>
                </c:pt>
                <c:pt idx="1149">
                  <c:v>1515.6759999999999</c:v>
                </c:pt>
                <c:pt idx="1150">
                  <c:v>1513.03</c:v>
                </c:pt>
                <c:pt idx="1151">
                  <c:v>1510.85</c:v>
                </c:pt>
                <c:pt idx="1152">
                  <c:v>1510.249</c:v>
                </c:pt>
                <c:pt idx="1153">
                  <c:v>1513.5060000000001</c:v>
                </c:pt>
                <c:pt idx="1154">
                  <c:v>1518.739</c:v>
                </c:pt>
                <c:pt idx="1155">
                  <c:v>1516.194</c:v>
                </c:pt>
                <c:pt idx="1156">
                  <c:v>1508.6010000000001</c:v>
                </c:pt>
                <c:pt idx="1157">
                  <c:v>1504.7239999999999</c:v>
                </c:pt>
                <c:pt idx="1158">
                  <c:v>1507.684</c:v>
                </c:pt>
                <c:pt idx="1159">
                  <c:v>1510.6590000000001</c:v>
                </c:pt>
                <c:pt idx="1160">
                  <c:v>1513.559</c:v>
                </c:pt>
                <c:pt idx="1161">
                  <c:v>1515.201</c:v>
                </c:pt>
                <c:pt idx="1162">
                  <c:v>1513.3869999999999</c:v>
                </c:pt>
                <c:pt idx="1163">
                  <c:v>1511.962</c:v>
                </c:pt>
                <c:pt idx="1164">
                  <c:v>1512.6010000000001</c:v>
                </c:pt>
                <c:pt idx="1165">
                  <c:v>1514.03</c:v>
                </c:pt>
                <c:pt idx="1166">
                  <c:v>1514.896</c:v>
                </c:pt>
                <c:pt idx="1167">
                  <c:v>1515.4090000000001</c:v>
                </c:pt>
                <c:pt idx="1168">
                  <c:v>1515.8130000000001</c:v>
                </c:pt>
                <c:pt idx="1169">
                  <c:v>1516.183</c:v>
                </c:pt>
                <c:pt idx="1170">
                  <c:v>1517.271</c:v>
                </c:pt>
                <c:pt idx="1171">
                  <c:v>1519.057</c:v>
                </c:pt>
                <c:pt idx="1172">
                  <c:v>1517.8910000000001</c:v>
                </c:pt>
                <c:pt idx="1173">
                  <c:v>1512.59</c:v>
                </c:pt>
                <c:pt idx="1174">
                  <c:v>1509.5139999999999</c:v>
                </c:pt>
                <c:pt idx="1175">
                  <c:v>1514.6489999999999</c:v>
                </c:pt>
                <c:pt idx="1176">
                  <c:v>1517.6369999999999</c:v>
                </c:pt>
                <c:pt idx="1177">
                  <c:v>1514.4580000000001</c:v>
                </c:pt>
                <c:pt idx="1178">
                  <c:v>1509.924</c:v>
                </c:pt>
                <c:pt idx="1179">
                  <c:v>1510.4079999999999</c:v>
                </c:pt>
                <c:pt idx="1180">
                  <c:v>1513.2329999999999</c:v>
                </c:pt>
                <c:pt idx="1181">
                  <c:v>1516.0709999999999</c:v>
                </c:pt>
                <c:pt idx="1182">
                  <c:v>1518.4380000000001</c:v>
                </c:pt>
                <c:pt idx="1183">
                  <c:v>1516.3330000000001</c:v>
                </c:pt>
                <c:pt idx="1184">
                  <c:v>1511.1130000000001</c:v>
                </c:pt>
                <c:pt idx="1185">
                  <c:v>1507.81</c:v>
                </c:pt>
                <c:pt idx="1186">
                  <c:v>1509.019</c:v>
                </c:pt>
                <c:pt idx="1187">
                  <c:v>1510.1210000000001</c:v>
                </c:pt>
                <c:pt idx="1188">
                  <c:v>1510.856</c:v>
                </c:pt>
                <c:pt idx="1189">
                  <c:v>1511.3820000000001</c:v>
                </c:pt>
                <c:pt idx="1190">
                  <c:v>1511.796</c:v>
                </c:pt>
                <c:pt idx="1191">
                  <c:v>1512.019</c:v>
                </c:pt>
                <c:pt idx="1192">
                  <c:v>1512.3910000000001</c:v>
                </c:pt>
                <c:pt idx="1193">
                  <c:v>1512.1389999999999</c:v>
                </c:pt>
                <c:pt idx="1194">
                  <c:v>1509.4749999999999</c:v>
                </c:pt>
                <c:pt idx="1195">
                  <c:v>1505.9680000000001</c:v>
                </c:pt>
                <c:pt idx="1196">
                  <c:v>1506.7449999999999</c:v>
                </c:pt>
                <c:pt idx="1197">
                  <c:v>1510.5640000000001</c:v>
                </c:pt>
                <c:pt idx="1198">
                  <c:v>1511.6130000000001</c:v>
                </c:pt>
                <c:pt idx="1199">
                  <c:v>1509.096</c:v>
                </c:pt>
                <c:pt idx="1200">
                  <c:v>1506.597</c:v>
                </c:pt>
                <c:pt idx="1201">
                  <c:v>1504.377</c:v>
                </c:pt>
                <c:pt idx="1202">
                  <c:v>1502.7639999999999</c:v>
                </c:pt>
                <c:pt idx="1203">
                  <c:v>1502.943</c:v>
                </c:pt>
                <c:pt idx="1204">
                  <c:v>1502.184</c:v>
                </c:pt>
                <c:pt idx="1205">
                  <c:v>1499.1610000000001</c:v>
                </c:pt>
                <c:pt idx="1206">
                  <c:v>1496.385</c:v>
                </c:pt>
                <c:pt idx="1207">
                  <c:v>1497.759</c:v>
                </c:pt>
                <c:pt idx="1208">
                  <c:v>1500.777</c:v>
                </c:pt>
                <c:pt idx="1209">
                  <c:v>1502.5050000000001</c:v>
                </c:pt>
                <c:pt idx="1210">
                  <c:v>1503.1990000000001</c:v>
                </c:pt>
                <c:pt idx="1211">
                  <c:v>1504.4749999999999</c:v>
                </c:pt>
                <c:pt idx="1212">
                  <c:v>1506.0630000000001</c:v>
                </c:pt>
                <c:pt idx="1213">
                  <c:v>1506.819</c:v>
                </c:pt>
                <c:pt idx="1214">
                  <c:v>1506.6020000000001</c:v>
                </c:pt>
                <c:pt idx="1215">
                  <c:v>1504.287</c:v>
                </c:pt>
                <c:pt idx="1216">
                  <c:v>1498.7809999999999</c:v>
                </c:pt>
                <c:pt idx="1217">
                  <c:v>1495.8340000000001</c:v>
                </c:pt>
                <c:pt idx="1218">
                  <c:v>1498.643</c:v>
                </c:pt>
                <c:pt idx="1219">
                  <c:v>1502.0909999999999</c:v>
                </c:pt>
                <c:pt idx="1220">
                  <c:v>1502.0730000000001</c:v>
                </c:pt>
                <c:pt idx="1221">
                  <c:v>1500.3579999999999</c:v>
                </c:pt>
                <c:pt idx="1222">
                  <c:v>1497.5419999999999</c:v>
                </c:pt>
                <c:pt idx="1223">
                  <c:v>1494.6679999999999</c:v>
                </c:pt>
                <c:pt idx="1224">
                  <c:v>1495.886</c:v>
                </c:pt>
                <c:pt idx="1225">
                  <c:v>1499.231</c:v>
                </c:pt>
                <c:pt idx="1226">
                  <c:v>1499.672</c:v>
                </c:pt>
                <c:pt idx="1227">
                  <c:v>1495.807</c:v>
                </c:pt>
                <c:pt idx="1228">
                  <c:v>1493.316</c:v>
                </c:pt>
                <c:pt idx="1229">
                  <c:v>1492.2149999999999</c:v>
                </c:pt>
                <c:pt idx="1230">
                  <c:v>1493.1659999999999</c:v>
                </c:pt>
                <c:pt idx="1231">
                  <c:v>1499.2719999999999</c:v>
                </c:pt>
                <c:pt idx="1232">
                  <c:v>1503.355</c:v>
                </c:pt>
                <c:pt idx="1233">
                  <c:v>1504.1489999999999</c:v>
                </c:pt>
                <c:pt idx="1234">
                  <c:v>1502.77</c:v>
                </c:pt>
                <c:pt idx="1235">
                  <c:v>1498.431</c:v>
                </c:pt>
                <c:pt idx="1236">
                  <c:v>1493.9659999999999</c:v>
                </c:pt>
                <c:pt idx="1237">
                  <c:v>1492.9749999999999</c:v>
                </c:pt>
                <c:pt idx="1238">
                  <c:v>1494.011</c:v>
                </c:pt>
                <c:pt idx="1239">
                  <c:v>1494.4680000000001</c:v>
                </c:pt>
                <c:pt idx="1240">
                  <c:v>1494.3589999999999</c:v>
                </c:pt>
                <c:pt idx="1241">
                  <c:v>1493.796</c:v>
                </c:pt>
                <c:pt idx="1242">
                  <c:v>1492.7760000000001</c:v>
                </c:pt>
                <c:pt idx="1243">
                  <c:v>1490.9649999999999</c:v>
                </c:pt>
                <c:pt idx="1244">
                  <c:v>1487.6110000000001</c:v>
                </c:pt>
                <c:pt idx="1245">
                  <c:v>1486.42</c:v>
                </c:pt>
                <c:pt idx="1246">
                  <c:v>1488.183</c:v>
                </c:pt>
                <c:pt idx="1247">
                  <c:v>1490.0340000000001</c:v>
                </c:pt>
                <c:pt idx="1248">
                  <c:v>1489.0609999999999</c:v>
                </c:pt>
                <c:pt idx="1249">
                  <c:v>1488.4739999999999</c:v>
                </c:pt>
                <c:pt idx="1250">
                  <c:v>1489.9590000000001</c:v>
                </c:pt>
                <c:pt idx="1251">
                  <c:v>1492.0319999999999</c:v>
                </c:pt>
                <c:pt idx="1252">
                  <c:v>1492.694</c:v>
                </c:pt>
                <c:pt idx="1253">
                  <c:v>1492.079</c:v>
                </c:pt>
                <c:pt idx="1254">
                  <c:v>1489.652</c:v>
                </c:pt>
                <c:pt idx="1255">
                  <c:v>1485.895</c:v>
                </c:pt>
                <c:pt idx="1256">
                  <c:v>1484.4059999999999</c:v>
                </c:pt>
                <c:pt idx="1257">
                  <c:v>1484.87</c:v>
                </c:pt>
                <c:pt idx="1258">
                  <c:v>1485.076</c:v>
                </c:pt>
                <c:pt idx="1259">
                  <c:v>1484.413</c:v>
                </c:pt>
                <c:pt idx="1260">
                  <c:v>1483.567</c:v>
                </c:pt>
                <c:pt idx="1261">
                  <c:v>1482.357</c:v>
                </c:pt>
                <c:pt idx="1262">
                  <c:v>1482.126</c:v>
                </c:pt>
                <c:pt idx="1263">
                  <c:v>1484.1780000000001</c:v>
                </c:pt>
                <c:pt idx="1264">
                  <c:v>1485.819</c:v>
                </c:pt>
                <c:pt idx="1265">
                  <c:v>1483.6489999999999</c:v>
                </c:pt>
                <c:pt idx="1266">
                  <c:v>1480.808</c:v>
                </c:pt>
                <c:pt idx="1267">
                  <c:v>1480.077</c:v>
                </c:pt>
                <c:pt idx="1268">
                  <c:v>1480.492</c:v>
                </c:pt>
                <c:pt idx="1269">
                  <c:v>1478.8009999999999</c:v>
                </c:pt>
                <c:pt idx="1270">
                  <c:v>1475.97</c:v>
                </c:pt>
                <c:pt idx="1271">
                  <c:v>1474.3789999999999</c:v>
                </c:pt>
                <c:pt idx="1272">
                  <c:v>1474.414</c:v>
                </c:pt>
                <c:pt idx="1273">
                  <c:v>1474.7139999999999</c:v>
                </c:pt>
                <c:pt idx="1274">
                  <c:v>1475.269</c:v>
                </c:pt>
                <c:pt idx="1275">
                  <c:v>1475.6869999999999</c:v>
                </c:pt>
                <c:pt idx="1276">
                  <c:v>1475.8579999999999</c:v>
                </c:pt>
                <c:pt idx="1277">
                  <c:v>1475.627</c:v>
                </c:pt>
                <c:pt idx="1278">
                  <c:v>1474.75</c:v>
                </c:pt>
                <c:pt idx="1279">
                  <c:v>1474.2950000000001</c:v>
                </c:pt>
                <c:pt idx="1280">
                  <c:v>1475.546</c:v>
                </c:pt>
                <c:pt idx="1281">
                  <c:v>1477.1790000000001</c:v>
                </c:pt>
                <c:pt idx="1282">
                  <c:v>1478.048</c:v>
                </c:pt>
                <c:pt idx="1283">
                  <c:v>1478.432</c:v>
                </c:pt>
                <c:pt idx="1284">
                  <c:v>1478.5129999999999</c:v>
                </c:pt>
                <c:pt idx="1285">
                  <c:v>1478.4780000000001</c:v>
                </c:pt>
                <c:pt idx="1286">
                  <c:v>1479.297</c:v>
                </c:pt>
                <c:pt idx="1287">
                  <c:v>1480.7080000000001</c:v>
                </c:pt>
                <c:pt idx="1288">
                  <c:v>1481.048</c:v>
                </c:pt>
                <c:pt idx="1289">
                  <c:v>1480.32</c:v>
                </c:pt>
                <c:pt idx="1290">
                  <c:v>1477.5350000000001</c:v>
                </c:pt>
                <c:pt idx="1291">
                  <c:v>1472.4760000000001</c:v>
                </c:pt>
                <c:pt idx="1292">
                  <c:v>1468.5060000000001</c:v>
                </c:pt>
                <c:pt idx="1293">
                  <c:v>1467.451</c:v>
                </c:pt>
                <c:pt idx="1294">
                  <c:v>1468.799</c:v>
                </c:pt>
                <c:pt idx="1295">
                  <c:v>1473.4390000000001</c:v>
                </c:pt>
                <c:pt idx="1296">
                  <c:v>1477.402</c:v>
                </c:pt>
                <c:pt idx="1297">
                  <c:v>1473.9949999999999</c:v>
                </c:pt>
                <c:pt idx="1298">
                  <c:v>1469.037</c:v>
                </c:pt>
                <c:pt idx="1299">
                  <c:v>1468.771</c:v>
                </c:pt>
                <c:pt idx="1300">
                  <c:v>1471.2360000000001</c:v>
                </c:pt>
                <c:pt idx="1301">
                  <c:v>1472.826</c:v>
                </c:pt>
                <c:pt idx="1302">
                  <c:v>1472.8789999999999</c:v>
                </c:pt>
                <c:pt idx="1303">
                  <c:v>1468.002</c:v>
                </c:pt>
                <c:pt idx="1304">
                  <c:v>1457.26</c:v>
                </c:pt>
                <c:pt idx="1305">
                  <c:v>1454.047</c:v>
                </c:pt>
                <c:pt idx="1306">
                  <c:v>1459.346</c:v>
                </c:pt>
                <c:pt idx="1307">
                  <c:v>1463.729</c:v>
                </c:pt>
                <c:pt idx="1308">
                  <c:v>1464.539</c:v>
                </c:pt>
                <c:pt idx="1309">
                  <c:v>1464.579</c:v>
                </c:pt>
                <c:pt idx="1310">
                  <c:v>1466.17</c:v>
                </c:pt>
                <c:pt idx="1311">
                  <c:v>1465.575</c:v>
                </c:pt>
                <c:pt idx="1312">
                  <c:v>1460.018</c:v>
                </c:pt>
                <c:pt idx="1313">
                  <c:v>1453.9739999999999</c:v>
                </c:pt>
                <c:pt idx="1314">
                  <c:v>1453.9780000000001</c:v>
                </c:pt>
                <c:pt idx="1315">
                  <c:v>1456.5719999999999</c:v>
                </c:pt>
                <c:pt idx="1316">
                  <c:v>1457.6949999999999</c:v>
                </c:pt>
                <c:pt idx="1317">
                  <c:v>1457.8150000000001</c:v>
                </c:pt>
                <c:pt idx="1318">
                  <c:v>1460.818</c:v>
                </c:pt>
                <c:pt idx="1319">
                  <c:v>1465.0119999999999</c:v>
                </c:pt>
                <c:pt idx="1320">
                  <c:v>1465.4459999999999</c:v>
                </c:pt>
                <c:pt idx="1321">
                  <c:v>1459.7570000000001</c:v>
                </c:pt>
                <c:pt idx="1322">
                  <c:v>1453.7470000000001</c:v>
                </c:pt>
                <c:pt idx="1323">
                  <c:v>1447.3989999999999</c:v>
                </c:pt>
                <c:pt idx="1324">
                  <c:v>1444.048</c:v>
                </c:pt>
                <c:pt idx="1325">
                  <c:v>1447.9829999999999</c:v>
                </c:pt>
                <c:pt idx="1326">
                  <c:v>1450.4269999999999</c:v>
                </c:pt>
                <c:pt idx="1327">
                  <c:v>1448.587</c:v>
                </c:pt>
                <c:pt idx="1328">
                  <c:v>1445.771</c:v>
                </c:pt>
                <c:pt idx="1329">
                  <c:v>1443.412</c:v>
                </c:pt>
                <c:pt idx="1330">
                  <c:v>1441.972</c:v>
                </c:pt>
                <c:pt idx="1331">
                  <c:v>1442.48</c:v>
                </c:pt>
                <c:pt idx="1332">
                  <c:v>1443.921</c:v>
                </c:pt>
                <c:pt idx="1333">
                  <c:v>1445.5719999999999</c:v>
                </c:pt>
                <c:pt idx="1334">
                  <c:v>1446.873</c:v>
                </c:pt>
                <c:pt idx="1335">
                  <c:v>1443.963</c:v>
                </c:pt>
                <c:pt idx="1336">
                  <c:v>1438.319</c:v>
                </c:pt>
                <c:pt idx="1337">
                  <c:v>1436.473</c:v>
                </c:pt>
                <c:pt idx="1338">
                  <c:v>1440.6130000000001</c:v>
                </c:pt>
                <c:pt idx="1339">
                  <c:v>1441.37</c:v>
                </c:pt>
                <c:pt idx="1340">
                  <c:v>1438.4079999999999</c:v>
                </c:pt>
                <c:pt idx="1341">
                  <c:v>1434.636</c:v>
                </c:pt>
                <c:pt idx="1342">
                  <c:v>1430.982</c:v>
                </c:pt>
                <c:pt idx="1343">
                  <c:v>1427.6410000000001</c:v>
                </c:pt>
                <c:pt idx="1344">
                  <c:v>1424.1010000000001</c:v>
                </c:pt>
                <c:pt idx="1345">
                  <c:v>1422.6369999999999</c:v>
                </c:pt>
                <c:pt idx="1346">
                  <c:v>1429.162</c:v>
                </c:pt>
                <c:pt idx="1347">
                  <c:v>1435.173</c:v>
                </c:pt>
                <c:pt idx="1348">
                  <c:v>1430.356</c:v>
                </c:pt>
                <c:pt idx="1349">
                  <c:v>1421.992</c:v>
                </c:pt>
                <c:pt idx="1350">
                  <c:v>1419.7260000000001</c:v>
                </c:pt>
                <c:pt idx="1351">
                  <c:v>1421.5329999999999</c:v>
                </c:pt>
                <c:pt idx="1352">
                  <c:v>1423.4169999999999</c:v>
                </c:pt>
                <c:pt idx="1353">
                  <c:v>1424.752</c:v>
                </c:pt>
                <c:pt idx="1354">
                  <c:v>1423.8130000000001</c:v>
                </c:pt>
                <c:pt idx="1355">
                  <c:v>1420.4839999999999</c:v>
                </c:pt>
                <c:pt idx="1356">
                  <c:v>1419.8019999999999</c:v>
                </c:pt>
                <c:pt idx="1357">
                  <c:v>1422.4490000000001</c:v>
                </c:pt>
                <c:pt idx="1358">
                  <c:v>1424.2239999999999</c:v>
                </c:pt>
                <c:pt idx="1359">
                  <c:v>1423.115</c:v>
                </c:pt>
                <c:pt idx="1360">
                  <c:v>1420.9259999999999</c:v>
                </c:pt>
                <c:pt idx="1361">
                  <c:v>1417.5239999999999</c:v>
                </c:pt>
                <c:pt idx="1362">
                  <c:v>1414.8030000000001</c:v>
                </c:pt>
                <c:pt idx="1363">
                  <c:v>1415.242</c:v>
                </c:pt>
                <c:pt idx="1364">
                  <c:v>1416.213</c:v>
                </c:pt>
                <c:pt idx="1365">
                  <c:v>1415.829</c:v>
                </c:pt>
                <c:pt idx="1366">
                  <c:v>1415.201</c:v>
                </c:pt>
                <c:pt idx="1367">
                  <c:v>1417.875</c:v>
                </c:pt>
                <c:pt idx="1368">
                  <c:v>1420.9269999999999</c:v>
                </c:pt>
                <c:pt idx="1369">
                  <c:v>1418.1949999999999</c:v>
                </c:pt>
                <c:pt idx="1370">
                  <c:v>1410.5530000000001</c:v>
                </c:pt>
                <c:pt idx="1371">
                  <c:v>1407.4010000000001</c:v>
                </c:pt>
                <c:pt idx="1372">
                  <c:v>1408.2329999999999</c:v>
                </c:pt>
                <c:pt idx="1373">
                  <c:v>1410.557</c:v>
                </c:pt>
                <c:pt idx="1374">
                  <c:v>1414.3910000000001</c:v>
                </c:pt>
                <c:pt idx="1375">
                  <c:v>1414.7629999999999</c:v>
                </c:pt>
                <c:pt idx="1376">
                  <c:v>1410.2840000000001</c:v>
                </c:pt>
                <c:pt idx="1377">
                  <c:v>1407.4090000000001</c:v>
                </c:pt>
                <c:pt idx="1378">
                  <c:v>1408.4590000000001</c:v>
                </c:pt>
                <c:pt idx="1379">
                  <c:v>1410.2560000000001</c:v>
                </c:pt>
                <c:pt idx="1380">
                  <c:v>1411.865</c:v>
                </c:pt>
                <c:pt idx="1381">
                  <c:v>1411.5329999999999</c:v>
                </c:pt>
                <c:pt idx="1382">
                  <c:v>1407.546</c:v>
                </c:pt>
                <c:pt idx="1383">
                  <c:v>1402.75</c:v>
                </c:pt>
                <c:pt idx="1384">
                  <c:v>1400.6610000000001</c:v>
                </c:pt>
                <c:pt idx="1385">
                  <c:v>1401.338</c:v>
                </c:pt>
                <c:pt idx="1386">
                  <c:v>1405.9970000000001</c:v>
                </c:pt>
                <c:pt idx="1387">
                  <c:v>1413.1010000000001</c:v>
                </c:pt>
                <c:pt idx="1388">
                  <c:v>1416.25</c:v>
                </c:pt>
                <c:pt idx="1389">
                  <c:v>1415.8240000000001</c:v>
                </c:pt>
                <c:pt idx="1390">
                  <c:v>1412.434</c:v>
                </c:pt>
                <c:pt idx="1391">
                  <c:v>1404.9559999999999</c:v>
                </c:pt>
                <c:pt idx="1392">
                  <c:v>1399.818</c:v>
                </c:pt>
                <c:pt idx="1393">
                  <c:v>1397.028</c:v>
                </c:pt>
                <c:pt idx="1394">
                  <c:v>1397.548</c:v>
                </c:pt>
                <c:pt idx="1395">
                  <c:v>1404.777</c:v>
                </c:pt>
                <c:pt idx="1396">
                  <c:v>1406.9680000000001</c:v>
                </c:pt>
                <c:pt idx="1397">
                  <c:v>1398.222</c:v>
                </c:pt>
                <c:pt idx="1398">
                  <c:v>1391.4449999999999</c:v>
                </c:pt>
                <c:pt idx="1399">
                  <c:v>1394.7339999999999</c:v>
                </c:pt>
                <c:pt idx="1400">
                  <c:v>1400.462</c:v>
                </c:pt>
                <c:pt idx="1401">
                  <c:v>1401.981</c:v>
                </c:pt>
                <c:pt idx="1402">
                  <c:v>1400.7729999999999</c:v>
                </c:pt>
                <c:pt idx="1403">
                  <c:v>1396.97</c:v>
                </c:pt>
                <c:pt idx="1404">
                  <c:v>1392.431</c:v>
                </c:pt>
                <c:pt idx="1405">
                  <c:v>1393.47</c:v>
                </c:pt>
                <c:pt idx="1406">
                  <c:v>1397.6769999999999</c:v>
                </c:pt>
                <c:pt idx="1407">
                  <c:v>1400.442</c:v>
                </c:pt>
                <c:pt idx="1408">
                  <c:v>1401.692</c:v>
                </c:pt>
                <c:pt idx="1409">
                  <c:v>1396.2139999999999</c:v>
                </c:pt>
                <c:pt idx="1410">
                  <c:v>1385.7190000000001</c:v>
                </c:pt>
                <c:pt idx="1411">
                  <c:v>1380.184</c:v>
                </c:pt>
                <c:pt idx="1412">
                  <c:v>1388.327</c:v>
                </c:pt>
                <c:pt idx="1413">
                  <c:v>1392.2850000000001</c:v>
                </c:pt>
                <c:pt idx="1414">
                  <c:v>1391.1389999999999</c:v>
                </c:pt>
                <c:pt idx="1415">
                  <c:v>1390.191</c:v>
                </c:pt>
                <c:pt idx="1416">
                  <c:v>1394.0219999999999</c:v>
                </c:pt>
                <c:pt idx="1417">
                  <c:v>1396.88</c:v>
                </c:pt>
                <c:pt idx="1418">
                  <c:v>1395.798</c:v>
                </c:pt>
                <c:pt idx="1419">
                  <c:v>1394.385</c:v>
                </c:pt>
                <c:pt idx="1420">
                  <c:v>1395.644</c:v>
                </c:pt>
                <c:pt idx="1421">
                  <c:v>1397.796</c:v>
                </c:pt>
                <c:pt idx="1422">
                  <c:v>1399.1769999999999</c:v>
                </c:pt>
                <c:pt idx="1423">
                  <c:v>1399.4970000000001</c:v>
                </c:pt>
                <c:pt idx="1424">
                  <c:v>1398.431</c:v>
                </c:pt>
                <c:pt idx="1425">
                  <c:v>1396.1220000000001</c:v>
                </c:pt>
                <c:pt idx="1426">
                  <c:v>1392.3150000000001</c:v>
                </c:pt>
                <c:pt idx="1427">
                  <c:v>1387.932</c:v>
                </c:pt>
                <c:pt idx="1428">
                  <c:v>1386.9090000000001</c:v>
                </c:pt>
                <c:pt idx="1429">
                  <c:v>1389.9369999999999</c:v>
                </c:pt>
                <c:pt idx="1430">
                  <c:v>1392.2429999999999</c:v>
                </c:pt>
                <c:pt idx="1431">
                  <c:v>1393.6559999999999</c:v>
                </c:pt>
                <c:pt idx="1432">
                  <c:v>1393.6679999999999</c:v>
                </c:pt>
                <c:pt idx="1433">
                  <c:v>1390.1320000000001</c:v>
                </c:pt>
                <c:pt idx="1434">
                  <c:v>1388.604</c:v>
                </c:pt>
                <c:pt idx="1435">
                  <c:v>1389.8969999999999</c:v>
                </c:pt>
                <c:pt idx="1436">
                  <c:v>1391.1489999999999</c:v>
                </c:pt>
                <c:pt idx="1437">
                  <c:v>1390.5920000000001</c:v>
                </c:pt>
                <c:pt idx="1438">
                  <c:v>1388.742</c:v>
                </c:pt>
                <c:pt idx="1439">
                  <c:v>1385.567</c:v>
                </c:pt>
                <c:pt idx="1440">
                  <c:v>1381.8889999999999</c:v>
                </c:pt>
                <c:pt idx="1441">
                  <c:v>1377.6130000000001</c:v>
                </c:pt>
                <c:pt idx="1442">
                  <c:v>1374</c:v>
                </c:pt>
                <c:pt idx="1443">
                  <c:v>1372.316</c:v>
                </c:pt>
                <c:pt idx="1444">
                  <c:v>1373.105</c:v>
                </c:pt>
                <c:pt idx="1445">
                  <c:v>1378.8019999999999</c:v>
                </c:pt>
                <c:pt idx="1446">
                  <c:v>1387.3979999999999</c:v>
                </c:pt>
                <c:pt idx="1447">
                  <c:v>1386.97</c:v>
                </c:pt>
                <c:pt idx="1448">
                  <c:v>1379.2349999999999</c:v>
                </c:pt>
                <c:pt idx="1449">
                  <c:v>1376.8620000000001</c:v>
                </c:pt>
                <c:pt idx="1450">
                  <c:v>1382.1310000000001</c:v>
                </c:pt>
                <c:pt idx="1451">
                  <c:v>1382.934</c:v>
                </c:pt>
                <c:pt idx="1452">
                  <c:v>1378.6569999999999</c:v>
                </c:pt>
                <c:pt idx="1453">
                  <c:v>1376.22</c:v>
                </c:pt>
                <c:pt idx="1454">
                  <c:v>1383.059</c:v>
                </c:pt>
                <c:pt idx="1455">
                  <c:v>1385.175</c:v>
                </c:pt>
                <c:pt idx="1456">
                  <c:v>1379.952</c:v>
                </c:pt>
                <c:pt idx="1457">
                  <c:v>1374.742</c:v>
                </c:pt>
                <c:pt idx="1458">
                  <c:v>1376.61</c:v>
                </c:pt>
                <c:pt idx="1459">
                  <c:v>1379.5930000000001</c:v>
                </c:pt>
                <c:pt idx="1460">
                  <c:v>1381.029</c:v>
                </c:pt>
                <c:pt idx="1461">
                  <c:v>1381.1089999999999</c:v>
                </c:pt>
                <c:pt idx="1462">
                  <c:v>1378.5909999999999</c:v>
                </c:pt>
                <c:pt idx="1463">
                  <c:v>1375.9870000000001</c:v>
                </c:pt>
                <c:pt idx="1464">
                  <c:v>1378.4390000000001</c:v>
                </c:pt>
                <c:pt idx="1465">
                  <c:v>1382.663</c:v>
                </c:pt>
                <c:pt idx="1466">
                  <c:v>1380.097</c:v>
                </c:pt>
                <c:pt idx="1467">
                  <c:v>1372.873</c:v>
                </c:pt>
                <c:pt idx="1468">
                  <c:v>1369.9190000000001</c:v>
                </c:pt>
                <c:pt idx="1469">
                  <c:v>1371.25</c:v>
                </c:pt>
                <c:pt idx="1470">
                  <c:v>1372.4559999999999</c:v>
                </c:pt>
                <c:pt idx="1471">
                  <c:v>1373.1389999999999</c:v>
                </c:pt>
                <c:pt idx="1472">
                  <c:v>1372.5029999999999</c:v>
                </c:pt>
                <c:pt idx="1473">
                  <c:v>1370.521</c:v>
                </c:pt>
                <c:pt idx="1474">
                  <c:v>1370.182</c:v>
                </c:pt>
                <c:pt idx="1475">
                  <c:v>1375.6389999999999</c:v>
                </c:pt>
                <c:pt idx="1476">
                  <c:v>1377.502</c:v>
                </c:pt>
                <c:pt idx="1477">
                  <c:v>1374.039</c:v>
                </c:pt>
                <c:pt idx="1478">
                  <c:v>1370.6510000000001</c:v>
                </c:pt>
                <c:pt idx="1479">
                  <c:v>1373.329</c:v>
                </c:pt>
                <c:pt idx="1480">
                  <c:v>1375.412</c:v>
                </c:pt>
                <c:pt idx="1481">
                  <c:v>1373.752</c:v>
                </c:pt>
                <c:pt idx="1482">
                  <c:v>1370.8979999999999</c:v>
                </c:pt>
                <c:pt idx="1483">
                  <c:v>1370.2360000000001</c:v>
                </c:pt>
                <c:pt idx="1484">
                  <c:v>1369.931</c:v>
                </c:pt>
                <c:pt idx="1485">
                  <c:v>1366.146</c:v>
                </c:pt>
                <c:pt idx="1486">
                  <c:v>1362.12</c:v>
                </c:pt>
                <c:pt idx="1487">
                  <c:v>1365.4749999999999</c:v>
                </c:pt>
                <c:pt idx="1488">
                  <c:v>1373.41</c:v>
                </c:pt>
                <c:pt idx="1489">
                  <c:v>1378.4880000000001</c:v>
                </c:pt>
                <c:pt idx="1490">
                  <c:v>1380.049</c:v>
                </c:pt>
                <c:pt idx="1491">
                  <c:v>1378.1289999999999</c:v>
                </c:pt>
                <c:pt idx="1492">
                  <c:v>1372.8430000000001</c:v>
                </c:pt>
                <c:pt idx="1493">
                  <c:v>1370.1849999999999</c:v>
                </c:pt>
                <c:pt idx="1494">
                  <c:v>1370.597</c:v>
                </c:pt>
                <c:pt idx="1495">
                  <c:v>1369.2840000000001</c:v>
                </c:pt>
                <c:pt idx="1496">
                  <c:v>1361.973</c:v>
                </c:pt>
                <c:pt idx="1497">
                  <c:v>1361.502</c:v>
                </c:pt>
                <c:pt idx="1498">
                  <c:v>1370.327</c:v>
                </c:pt>
                <c:pt idx="1499">
                  <c:v>1378.123</c:v>
                </c:pt>
                <c:pt idx="1500">
                  <c:v>1376.1210000000001</c:v>
                </c:pt>
                <c:pt idx="1501">
                  <c:v>1372.925</c:v>
                </c:pt>
                <c:pt idx="1502">
                  <c:v>1371.1469999999999</c:v>
                </c:pt>
                <c:pt idx="1503">
                  <c:v>1369.9939999999999</c:v>
                </c:pt>
                <c:pt idx="1504">
                  <c:v>1369.3710000000001</c:v>
                </c:pt>
                <c:pt idx="1505">
                  <c:v>1368.1469999999999</c:v>
                </c:pt>
                <c:pt idx="1506">
                  <c:v>1364.2080000000001</c:v>
                </c:pt>
                <c:pt idx="1507">
                  <c:v>1360.1320000000001</c:v>
                </c:pt>
                <c:pt idx="1508">
                  <c:v>1359.7329999999999</c:v>
                </c:pt>
                <c:pt idx="1509">
                  <c:v>1361.8689999999999</c:v>
                </c:pt>
                <c:pt idx="1510">
                  <c:v>1365.5250000000001</c:v>
                </c:pt>
                <c:pt idx="1511">
                  <c:v>1369.652</c:v>
                </c:pt>
                <c:pt idx="1512">
                  <c:v>1370.2829999999999</c:v>
                </c:pt>
                <c:pt idx="1513">
                  <c:v>1368.241</c:v>
                </c:pt>
                <c:pt idx="1514">
                  <c:v>1370.5170000000001</c:v>
                </c:pt>
                <c:pt idx="1515">
                  <c:v>1377.0709999999999</c:v>
                </c:pt>
                <c:pt idx="1516">
                  <c:v>1379.19</c:v>
                </c:pt>
                <c:pt idx="1517">
                  <c:v>1375.1959999999999</c:v>
                </c:pt>
                <c:pt idx="1518">
                  <c:v>1372.3440000000001</c:v>
                </c:pt>
                <c:pt idx="1519">
                  <c:v>1371.423</c:v>
                </c:pt>
                <c:pt idx="1520">
                  <c:v>1370.2329999999999</c:v>
                </c:pt>
                <c:pt idx="1521">
                  <c:v>1365.69</c:v>
                </c:pt>
                <c:pt idx="1522">
                  <c:v>1364.4570000000001</c:v>
                </c:pt>
                <c:pt idx="1523">
                  <c:v>1368.1</c:v>
                </c:pt>
                <c:pt idx="1524">
                  <c:v>1372.2339999999999</c:v>
                </c:pt>
                <c:pt idx="1525">
                  <c:v>1374.837</c:v>
                </c:pt>
                <c:pt idx="1526">
                  <c:v>1373.8889999999999</c:v>
                </c:pt>
                <c:pt idx="1527">
                  <c:v>1366.7529999999999</c:v>
                </c:pt>
                <c:pt idx="1528">
                  <c:v>1360.0319999999999</c:v>
                </c:pt>
                <c:pt idx="1529">
                  <c:v>1364.557</c:v>
                </c:pt>
                <c:pt idx="1530">
                  <c:v>1371.5440000000001</c:v>
                </c:pt>
                <c:pt idx="1531">
                  <c:v>1368.473</c:v>
                </c:pt>
                <c:pt idx="1532">
                  <c:v>1361.6389999999999</c:v>
                </c:pt>
                <c:pt idx="1533">
                  <c:v>1362.7070000000001</c:v>
                </c:pt>
                <c:pt idx="1534">
                  <c:v>1368.6869999999999</c:v>
                </c:pt>
                <c:pt idx="1535">
                  <c:v>1371.376</c:v>
                </c:pt>
                <c:pt idx="1536">
                  <c:v>1371.32</c:v>
                </c:pt>
                <c:pt idx="1537">
                  <c:v>1374.172</c:v>
                </c:pt>
                <c:pt idx="1538">
                  <c:v>1379.9110000000001</c:v>
                </c:pt>
                <c:pt idx="1539">
                  <c:v>1381.1759999999999</c:v>
                </c:pt>
                <c:pt idx="1540">
                  <c:v>1377.979</c:v>
                </c:pt>
                <c:pt idx="1541">
                  <c:v>1376.134</c:v>
                </c:pt>
                <c:pt idx="1542">
                  <c:v>1377.8879999999999</c:v>
                </c:pt>
                <c:pt idx="1543">
                  <c:v>1377.614</c:v>
                </c:pt>
                <c:pt idx="1544">
                  <c:v>1374.7449999999999</c:v>
                </c:pt>
                <c:pt idx="1545">
                  <c:v>1373.4469999999999</c:v>
                </c:pt>
                <c:pt idx="1546">
                  <c:v>1378.616</c:v>
                </c:pt>
                <c:pt idx="1547">
                  <c:v>1382.068</c:v>
                </c:pt>
                <c:pt idx="1548">
                  <c:v>1382.1279999999999</c:v>
                </c:pt>
                <c:pt idx="1549">
                  <c:v>1381.2950000000001</c:v>
                </c:pt>
                <c:pt idx="1550">
                  <c:v>1383.1969999999999</c:v>
                </c:pt>
                <c:pt idx="1551">
                  <c:v>1382.806</c:v>
                </c:pt>
                <c:pt idx="1552">
                  <c:v>1374.92</c:v>
                </c:pt>
                <c:pt idx="1553">
                  <c:v>1367.479</c:v>
                </c:pt>
                <c:pt idx="1554">
                  <c:v>1370.6469999999999</c:v>
                </c:pt>
                <c:pt idx="1555">
                  <c:v>1377.5229999999999</c:v>
                </c:pt>
                <c:pt idx="1556">
                  <c:v>1379.443</c:v>
                </c:pt>
                <c:pt idx="1557">
                  <c:v>1378.5450000000001</c:v>
                </c:pt>
                <c:pt idx="1558">
                  <c:v>1379.3109999999999</c:v>
                </c:pt>
                <c:pt idx="1559">
                  <c:v>1380.625</c:v>
                </c:pt>
                <c:pt idx="1560">
                  <c:v>1377.777</c:v>
                </c:pt>
                <c:pt idx="1561">
                  <c:v>1372.4179999999999</c:v>
                </c:pt>
                <c:pt idx="1562">
                  <c:v>1370.3789999999999</c:v>
                </c:pt>
                <c:pt idx="1563">
                  <c:v>1371.86</c:v>
                </c:pt>
                <c:pt idx="1564">
                  <c:v>1375.4839999999999</c:v>
                </c:pt>
                <c:pt idx="1565">
                  <c:v>1380.6220000000001</c:v>
                </c:pt>
                <c:pt idx="1566">
                  <c:v>1383.3109999999999</c:v>
                </c:pt>
                <c:pt idx="1567">
                  <c:v>1381.2929999999999</c:v>
                </c:pt>
                <c:pt idx="1568">
                  <c:v>1380.489</c:v>
                </c:pt>
                <c:pt idx="1569">
                  <c:v>1381.0930000000001</c:v>
                </c:pt>
                <c:pt idx="1570">
                  <c:v>1381.682</c:v>
                </c:pt>
                <c:pt idx="1571">
                  <c:v>1380.711</c:v>
                </c:pt>
                <c:pt idx="1572">
                  <c:v>1380.961</c:v>
                </c:pt>
                <c:pt idx="1573">
                  <c:v>1382.912</c:v>
                </c:pt>
                <c:pt idx="1574">
                  <c:v>1385.2619999999999</c:v>
                </c:pt>
                <c:pt idx="1575">
                  <c:v>1387.6959999999999</c:v>
                </c:pt>
                <c:pt idx="1576">
                  <c:v>1389.3389999999999</c:v>
                </c:pt>
                <c:pt idx="1577">
                  <c:v>1390.1130000000001</c:v>
                </c:pt>
                <c:pt idx="1578">
                  <c:v>1389.3219999999999</c:v>
                </c:pt>
                <c:pt idx="1579">
                  <c:v>1385.2639999999999</c:v>
                </c:pt>
                <c:pt idx="1580">
                  <c:v>1380.278</c:v>
                </c:pt>
                <c:pt idx="1581">
                  <c:v>1375.5260000000001</c:v>
                </c:pt>
                <c:pt idx="1582">
                  <c:v>1373.258</c:v>
                </c:pt>
                <c:pt idx="1583">
                  <c:v>1378.048</c:v>
                </c:pt>
                <c:pt idx="1584">
                  <c:v>1386.1569999999999</c:v>
                </c:pt>
                <c:pt idx="1585">
                  <c:v>1385.6379999999999</c:v>
                </c:pt>
                <c:pt idx="1586">
                  <c:v>1380.5050000000001</c:v>
                </c:pt>
                <c:pt idx="1587">
                  <c:v>1379.1659999999999</c:v>
                </c:pt>
                <c:pt idx="1588">
                  <c:v>1381.7829999999999</c:v>
                </c:pt>
                <c:pt idx="1589">
                  <c:v>1387.223</c:v>
                </c:pt>
                <c:pt idx="1590">
                  <c:v>1394.098</c:v>
                </c:pt>
                <c:pt idx="1591">
                  <c:v>1397.117</c:v>
                </c:pt>
                <c:pt idx="1592">
                  <c:v>1393.9829999999999</c:v>
                </c:pt>
                <c:pt idx="1593">
                  <c:v>1392.85</c:v>
                </c:pt>
                <c:pt idx="1594">
                  <c:v>1393.5</c:v>
                </c:pt>
                <c:pt idx="1595">
                  <c:v>1393.5429999999999</c:v>
                </c:pt>
                <c:pt idx="1596">
                  <c:v>1390.961</c:v>
                </c:pt>
                <c:pt idx="1597">
                  <c:v>1390.8240000000001</c:v>
                </c:pt>
                <c:pt idx="1598">
                  <c:v>1393.87</c:v>
                </c:pt>
                <c:pt idx="1599">
                  <c:v>1395.1569999999999</c:v>
                </c:pt>
                <c:pt idx="1600">
                  <c:v>1390.61</c:v>
                </c:pt>
                <c:pt idx="1601">
                  <c:v>1387.5989999999999</c:v>
                </c:pt>
                <c:pt idx="1602">
                  <c:v>1389.828</c:v>
                </c:pt>
                <c:pt idx="1603">
                  <c:v>1391.521</c:v>
                </c:pt>
                <c:pt idx="1604">
                  <c:v>1388.498</c:v>
                </c:pt>
                <c:pt idx="1605">
                  <c:v>1386.171</c:v>
                </c:pt>
                <c:pt idx="1606">
                  <c:v>1391.6669999999999</c:v>
                </c:pt>
                <c:pt idx="1607">
                  <c:v>1397.58</c:v>
                </c:pt>
                <c:pt idx="1608">
                  <c:v>1399.14</c:v>
                </c:pt>
                <c:pt idx="1609">
                  <c:v>1398.2270000000001</c:v>
                </c:pt>
                <c:pt idx="1610">
                  <c:v>1397.1289999999999</c:v>
                </c:pt>
                <c:pt idx="1611">
                  <c:v>1396.1590000000001</c:v>
                </c:pt>
                <c:pt idx="1612">
                  <c:v>1395.2429999999999</c:v>
                </c:pt>
                <c:pt idx="1613">
                  <c:v>1394.982</c:v>
                </c:pt>
                <c:pt idx="1614">
                  <c:v>1399.4079999999999</c:v>
                </c:pt>
                <c:pt idx="1615">
                  <c:v>1405.1769999999999</c:v>
                </c:pt>
                <c:pt idx="1616">
                  <c:v>1404.018</c:v>
                </c:pt>
                <c:pt idx="1617">
                  <c:v>1396.8130000000001</c:v>
                </c:pt>
                <c:pt idx="1618">
                  <c:v>1395.4190000000001</c:v>
                </c:pt>
                <c:pt idx="1619">
                  <c:v>1398.192</c:v>
                </c:pt>
                <c:pt idx="1620">
                  <c:v>1398.8209999999999</c:v>
                </c:pt>
                <c:pt idx="1621">
                  <c:v>1395.501</c:v>
                </c:pt>
                <c:pt idx="1622">
                  <c:v>1395.9690000000001</c:v>
                </c:pt>
                <c:pt idx="1623">
                  <c:v>1400.2809999999999</c:v>
                </c:pt>
                <c:pt idx="1624">
                  <c:v>1405.98</c:v>
                </c:pt>
                <c:pt idx="1625">
                  <c:v>1413.376</c:v>
                </c:pt>
                <c:pt idx="1626">
                  <c:v>1415.07</c:v>
                </c:pt>
                <c:pt idx="1627">
                  <c:v>1408.518</c:v>
                </c:pt>
                <c:pt idx="1628">
                  <c:v>1405.2439999999999</c:v>
                </c:pt>
                <c:pt idx="1629">
                  <c:v>1408.971</c:v>
                </c:pt>
                <c:pt idx="1630">
                  <c:v>1411.739</c:v>
                </c:pt>
                <c:pt idx="1631">
                  <c:v>1405.8320000000001</c:v>
                </c:pt>
                <c:pt idx="1632">
                  <c:v>1402.95</c:v>
                </c:pt>
                <c:pt idx="1633">
                  <c:v>1406.9480000000001</c:v>
                </c:pt>
                <c:pt idx="1634">
                  <c:v>1410.8689999999999</c:v>
                </c:pt>
                <c:pt idx="1635">
                  <c:v>1405.1310000000001</c:v>
                </c:pt>
                <c:pt idx="1636">
                  <c:v>1400.692</c:v>
                </c:pt>
                <c:pt idx="1637">
                  <c:v>1403.777</c:v>
                </c:pt>
                <c:pt idx="1638">
                  <c:v>1408.7550000000001</c:v>
                </c:pt>
                <c:pt idx="1639">
                  <c:v>1406.3520000000001</c:v>
                </c:pt>
                <c:pt idx="1640">
                  <c:v>1403.454</c:v>
                </c:pt>
                <c:pt idx="1641">
                  <c:v>1408.5409999999999</c:v>
                </c:pt>
                <c:pt idx="1642">
                  <c:v>1416.145</c:v>
                </c:pt>
                <c:pt idx="1643">
                  <c:v>1416.346</c:v>
                </c:pt>
                <c:pt idx="1644">
                  <c:v>1413.242</c:v>
                </c:pt>
                <c:pt idx="1645">
                  <c:v>1414.826</c:v>
                </c:pt>
                <c:pt idx="1646">
                  <c:v>1418.855</c:v>
                </c:pt>
                <c:pt idx="1647">
                  <c:v>1416.078</c:v>
                </c:pt>
                <c:pt idx="1648">
                  <c:v>1409.307</c:v>
                </c:pt>
                <c:pt idx="1649">
                  <c:v>1410.549</c:v>
                </c:pt>
                <c:pt idx="1650">
                  <c:v>1418.7860000000001</c:v>
                </c:pt>
                <c:pt idx="1651">
                  <c:v>1422.2180000000001</c:v>
                </c:pt>
                <c:pt idx="1652">
                  <c:v>1420.3710000000001</c:v>
                </c:pt>
                <c:pt idx="1653">
                  <c:v>1420.373</c:v>
                </c:pt>
                <c:pt idx="1654">
                  <c:v>1422.4829999999999</c:v>
                </c:pt>
                <c:pt idx="1655">
                  <c:v>1423.9939999999999</c:v>
                </c:pt>
                <c:pt idx="1656">
                  <c:v>1424.537</c:v>
                </c:pt>
                <c:pt idx="1657">
                  <c:v>1422.723</c:v>
                </c:pt>
                <c:pt idx="1658">
                  <c:v>1418.566</c:v>
                </c:pt>
                <c:pt idx="1659">
                  <c:v>1416.2670000000001</c:v>
                </c:pt>
                <c:pt idx="1660">
                  <c:v>1420.4939999999999</c:v>
                </c:pt>
                <c:pt idx="1661">
                  <c:v>1422.232</c:v>
                </c:pt>
                <c:pt idx="1662">
                  <c:v>1420.373</c:v>
                </c:pt>
                <c:pt idx="1663">
                  <c:v>1418.577</c:v>
                </c:pt>
                <c:pt idx="1664">
                  <c:v>1421.0709999999999</c:v>
                </c:pt>
                <c:pt idx="1665">
                  <c:v>1420.798</c:v>
                </c:pt>
                <c:pt idx="1666">
                  <c:v>1414.463</c:v>
                </c:pt>
                <c:pt idx="1667">
                  <c:v>1409.921</c:v>
                </c:pt>
                <c:pt idx="1668">
                  <c:v>1415.5650000000001</c:v>
                </c:pt>
                <c:pt idx="1669">
                  <c:v>1422.2809999999999</c:v>
                </c:pt>
                <c:pt idx="1670">
                  <c:v>1422.59</c:v>
                </c:pt>
                <c:pt idx="1671">
                  <c:v>1421.7829999999999</c:v>
                </c:pt>
                <c:pt idx="1672">
                  <c:v>1423.748</c:v>
                </c:pt>
                <c:pt idx="1673">
                  <c:v>1426.124</c:v>
                </c:pt>
                <c:pt idx="1674">
                  <c:v>1425.165</c:v>
                </c:pt>
                <c:pt idx="1675">
                  <c:v>1423.14</c:v>
                </c:pt>
                <c:pt idx="1676">
                  <c:v>1422.095</c:v>
                </c:pt>
                <c:pt idx="1677">
                  <c:v>1422.194</c:v>
                </c:pt>
                <c:pt idx="1678">
                  <c:v>1424.75</c:v>
                </c:pt>
                <c:pt idx="1679">
                  <c:v>1428.1969999999999</c:v>
                </c:pt>
                <c:pt idx="1680">
                  <c:v>1430.2380000000001</c:v>
                </c:pt>
                <c:pt idx="1681">
                  <c:v>1430.8910000000001</c:v>
                </c:pt>
                <c:pt idx="1682">
                  <c:v>1429.3530000000001</c:v>
                </c:pt>
                <c:pt idx="1683">
                  <c:v>1427.11</c:v>
                </c:pt>
                <c:pt idx="1684">
                  <c:v>1428.9269999999999</c:v>
                </c:pt>
                <c:pt idx="1685">
                  <c:v>1435.0309999999999</c:v>
                </c:pt>
                <c:pt idx="1686">
                  <c:v>1433.904</c:v>
                </c:pt>
                <c:pt idx="1687">
                  <c:v>1427.547</c:v>
                </c:pt>
                <c:pt idx="1688">
                  <c:v>1425.0160000000001</c:v>
                </c:pt>
                <c:pt idx="1689">
                  <c:v>1428.951</c:v>
                </c:pt>
                <c:pt idx="1690">
                  <c:v>1431.021</c:v>
                </c:pt>
                <c:pt idx="1691">
                  <c:v>1431.07</c:v>
                </c:pt>
                <c:pt idx="1692">
                  <c:v>1433.8440000000001</c:v>
                </c:pt>
                <c:pt idx="1693">
                  <c:v>1441.2550000000001</c:v>
                </c:pt>
                <c:pt idx="1694">
                  <c:v>1443.587</c:v>
                </c:pt>
                <c:pt idx="1695">
                  <c:v>1438.62</c:v>
                </c:pt>
                <c:pt idx="1696">
                  <c:v>1434.83</c:v>
                </c:pt>
                <c:pt idx="1697">
                  <c:v>1434.2860000000001</c:v>
                </c:pt>
                <c:pt idx="1698">
                  <c:v>1433.7270000000001</c:v>
                </c:pt>
                <c:pt idx="1699">
                  <c:v>1429.8510000000001</c:v>
                </c:pt>
                <c:pt idx="1700">
                  <c:v>1429.18</c:v>
                </c:pt>
                <c:pt idx="1701">
                  <c:v>1433.4639999999999</c:v>
                </c:pt>
                <c:pt idx="1702">
                  <c:v>1438.63</c:v>
                </c:pt>
                <c:pt idx="1703">
                  <c:v>1443.1990000000001</c:v>
                </c:pt>
                <c:pt idx="1704">
                  <c:v>1444.4690000000001</c:v>
                </c:pt>
                <c:pt idx="1705">
                  <c:v>1441.0840000000001</c:v>
                </c:pt>
                <c:pt idx="1706">
                  <c:v>1436.848</c:v>
                </c:pt>
                <c:pt idx="1707">
                  <c:v>1435.23</c:v>
                </c:pt>
                <c:pt idx="1708">
                  <c:v>1435.1089999999999</c:v>
                </c:pt>
                <c:pt idx="1709">
                  <c:v>1435.9739999999999</c:v>
                </c:pt>
                <c:pt idx="1710">
                  <c:v>1437.3579999999999</c:v>
                </c:pt>
                <c:pt idx="1711">
                  <c:v>1439.4179999999999</c:v>
                </c:pt>
                <c:pt idx="1712">
                  <c:v>1441.1389999999999</c:v>
                </c:pt>
                <c:pt idx="1713">
                  <c:v>1441.377</c:v>
                </c:pt>
                <c:pt idx="1714">
                  <c:v>1440.37</c:v>
                </c:pt>
                <c:pt idx="1715">
                  <c:v>1437.288</c:v>
                </c:pt>
                <c:pt idx="1716">
                  <c:v>1433.816</c:v>
                </c:pt>
                <c:pt idx="1717">
                  <c:v>1432.508</c:v>
                </c:pt>
                <c:pt idx="1718">
                  <c:v>1433.932</c:v>
                </c:pt>
                <c:pt idx="1719">
                  <c:v>1439.819</c:v>
                </c:pt>
                <c:pt idx="1720">
                  <c:v>1448.088</c:v>
                </c:pt>
                <c:pt idx="1721">
                  <c:v>1447.9949999999999</c:v>
                </c:pt>
                <c:pt idx="1722">
                  <c:v>1442.8050000000001</c:v>
                </c:pt>
                <c:pt idx="1723">
                  <c:v>1441.7380000000001</c:v>
                </c:pt>
                <c:pt idx="1724">
                  <c:v>1445.0440000000001</c:v>
                </c:pt>
                <c:pt idx="1725">
                  <c:v>1444.664</c:v>
                </c:pt>
                <c:pt idx="1726">
                  <c:v>1441.62</c:v>
                </c:pt>
                <c:pt idx="1727">
                  <c:v>1439.212</c:v>
                </c:pt>
                <c:pt idx="1728">
                  <c:v>1437.992</c:v>
                </c:pt>
                <c:pt idx="1729">
                  <c:v>1438.2529999999999</c:v>
                </c:pt>
                <c:pt idx="1730">
                  <c:v>1439.8209999999999</c:v>
                </c:pt>
                <c:pt idx="1731">
                  <c:v>1441.8219999999999</c:v>
                </c:pt>
                <c:pt idx="1732">
                  <c:v>1444.249</c:v>
                </c:pt>
                <c:pt idx="1733">
                  <c:v>1445.65</c:v>
                </c:pt>
                <c:pt idx="1734">
                  <c:v>1446.0039999999999</c:v>
                </c:pt>
                <c:pt idx="1735">
                  <c:v>1447.4059999999999</c:v>
                </c:pt>
                <c:pt idx="1736">
                  <c:v>1451.1579999999999</c:v>
                </c:pt>
                <c:pt idx="1737">
                  <c:v>1452.8330000000001</c:v>
                </c:pt>
                <c:pt idx="1738">
                  <c:v>1451.8489999999999</c:v>
                </c:pt>
                <c:pt idx="1739">
                  <c:v>1449.123</c:v>
                </c:pt>
                <c:pt idx="1740">
                  <c:v>1444.3489999999999</c:v>
                </c:pt>
                <c:pt idx="1741">
                  <c:v>1440.9829999999999</c:v>
                </c:pt>
                <c:pt idx="1742">
                  <c:v>1440.3610000000001</c:v>
                </c:pt>
                <c:pt idx="1743">
                  <c:v>1442.9780000000001</c:v>
                </c:pt>
                <c:pt idx="1744">
                  <c:v>1450.1369999999999</c:v>
                </c:pt>
                <c:pt idx="1745">
                  <c:v>1455.09</c:v>
                </c:pt>
                <c:pt idx="1746">
                  <c:v>1448.7739999999999</c:v>
                </c:pt>
                <c:pt idx="1747">
                  <c:v>1444.8050000000001</c:v>
                </c:pt>
                <c:pt idx="1748">
                  <c:v>1448.1590000000001</c:v>
                </c:pt>
                <c:pt idx="1749">
                  <c:v>1452.31</c:v>
                </c:pt>
                <c:pt idx="1750">
                  <c:v>1449.6079999999999</c:v>
                </c:pt>
                <c:pt idx="1751">
                  <c:v>1446.627</c:v>
                </c:pt>
                <c:pt idx="1752">
                  <c:v>1446.75</c:v>
                </c:pt>
                <c:pt idx="1753">
                  <c:v>1447.963</c:v>
                </c:pt>
                <c:pt idx="1754">
                  <c:v>1448.1610000000001</c:v>
                </c:pt>
                <c:pt idx="1755">
                  <c:v>1448.0709999999999</c:v>
                </c:pt>
                <c:pt idx="1756">
                  <c:v>1448.0920000000001</c:v>
                </c:pt>
                <c:pt idx="1757">
                  <c:v>1448.5119999999999</c:v>
                </c:pt>
                <c:pt idx="1758">
                  <c:v>1450.3989999999999</c:v>
                </c:pt>
                <c:pt idx="1759">
                  <c:v>1452.2840000000001</c:v>
                </c:pt>
                <c:pt idx="1760">
                  <c:v>1451.298</c:v>
                </c:pt>
                <c:pt idx="1761">
                  <c:v>1449.4970000000001</c:v>
                </c:pt>
                <c:pt idx="1762">
                  <c:v>1450.3230000000001</c:v>
                </c:pt>
                <c:pt idx="1763">
                  <c:v>1452.258</c:v>
                </c:pt>
                <c:pt idx="1764">
                  <c:v>1450.721</c:v>
                </c:pt>
                <c:pt idx="1765">
                  <c:v>1448.1089999999999</c:v>
                </c:pt>
                <c:pt idx="1766">
                  <c:v>1449.338</c:v>
                </c:pt>
                <c:pt idx="1767">
                  <c:v>1453.38</c:v>
                </c:pt>
                <c:pt idx="1768">
                  <c:v>1454.64</c:v>
                </c:pt>
                <c:pt idx="1769">
                  <c:v>1453.944</c:v>
                </c:pt>
                <c:pt idx="1770">
                  <c:v>1453.4449999999999</c:v>
                </c:pt>
                <c:pt idx="1771">
                  <c:v>1453.144</c:v>
                </c:pt>
                <c:pt idx="1772">
                  <c:v>1449.1089999999999</c:v>
                </c:pt>
                <c:pt idx="1773">
                  <c:v>1443.1679999999999</c:v>
                </c:pt>
                <c:pt idx="1774">
                  <c:v>1441</c:v>
                </c:pt>
                <c:pt idx="1775">
                  <c:v>1443.665</c:v>
                </c:pt>
                <c:pt idx="1776">
                  <c:v>1447.79</c:v>
                </c:pt>
                <c:pt idx="1777">
                  <c:v>1452.674</c:v>
                </c:pt>
                <c:pt idx="1778">
                  <c:v>1454.9459999999999</c:v>
                </c:pt>
                <c:pt idx="1779">
                  <c:v>1453.55</c:v>
                </c:pt>
                <c:pt idx="1780">
                  <c:v>1450.2809999999999</c:v>
                </c:pt>
                <c:pt idx="1781">
                  <c:v>1445.3979999999999</c:v>
                </c:pt>
                <c:pt idx="1782">
                  <c:v>1442.2819999999999</c:v>
                </c:pt>
                <c:pt idx="1783">
                  <c:v>1441.623</c:v>
                </c:pt>
                <c:pt idx="1784">
                  <c:v>1443.652</c:v>
                </c:pt>
                <c:pt idx="1785">
                  <c:v>1448.7929999999999</c:v>
                </c:pt>
                <c:pt idx="1786">
                  <c:v>1449.077</c:v>
                </c:pt>
                <c:pt idx="1787">
                  <c:v>1442.836</c:v>
                </c:pt>
                <c:pt idx="1788">
                  <c:v>1438.723</c:v>
                </c:pt>
                <c:pt idx="1789">
                  <c:v>1440.336</c:v>
                </c:pt>
                <c:pt idx="1790">
                  <c:v>1442.96</c:v>
                </c:pt>
                <c:pt idx="1791">
                  <c:v>1446.057</c:v>
                </c:pt>
                <c:pt idx="1792">
                  <c:v>1447.952</c:v>
                </c:pt>
                <c:pt idx="1793">
                  <c:v>1446.0309999999999</c:v>
                </c:pt>
                <c:pt idx="1794">
                  <c:v>1445.8009999999999</c:v>
                </c:pt>
                <c:pt idx="1795">
                  <c:v>1448.317</c:v>
                </c:pt>
                <c:pt idx="1796">
                  <c:v>1449.6369999999999</c:v>
                </c:pt>
                <c:pt idx="1797">
                  <c:v>1443.116</c:v>
                </c:pt>
                <c:pt idx="1798">
                  <c:v>1442.0609999999999</c:v>
                </c:pt>
                <c:pt idx="1799">
                  <c:v>1450.845</c:v>
                </c:pt>
                <c:pt idx="1800">
                  <c:v>1457.8689999999999</c:v>
                </c:pt>
                <c:pt idx="1801">
                  <c:v>1452.3820000000001</c:v>
                </c:pt>
                <c:pt idx="1802">
                  <c:v>1445.6659999999999</c:v>
                </c:pt>
                <c:pt idx="1803">
                  <c:v>1442.069</c:v>
                </c:pt>
                <c:pt idx="1804">
                  <c:v>1441.1679999999999</c:v>
                </c:pt>
                <c:pt idx="1805">
                  <c:v>1445.4970000000001</c:v>
                </c:pt>
                <c:pt idx="1806">
                  <c:v>1448.3240000000001</c:v>
                </c:pt>
                <c:pt idx="1807">
                  <c:v>1440.02</c:v>
                </c:pt>
                <c:pt idx="1808">
                  <c:v>1432.6559999999999</c:v>
                </c:pt>
                <c:pt idx="1809">
                  <c:v>1433.34</c:v>
                </c:pt>
                <c:pt idx="1810">
                  <c:v>1437.087</c:v>
                </c:pt>
                <c:pt idx="1811">
                  <c:v>1438.921</c:v>
                </c:pt>
                <c:pt idx="1812">
                  <c:v>1439.1420000000001</c:v>
                </c:pt>
                <c:pt idx="1813">
                  <c:v>1437.962</c:v>
                </c:pt>
                <c:pt idx="1814">
                  <c:v>1435.8389999999999</c:v>
                </c:pt>
                <c:pt idx="1815">
                  <c:v>1432.624</c:v>
                </c:pt>
                <c:pt idx="1816">
                  <c:v>1429.875</c:v>
                </c:pt>
                <c:pt idx="1817">
                  <c:v>1429.471</c:v>
                </c:pt>
                <c:pt idx="1818">
                  <c:v>1429.586</c:v>
                </c:pt>
                <c:pt idx="1819">
                  <c:v>1425.566</c:v>
                </c:pt>
                <c:pt idx="1820">
                  <c:v>1421.0519999999999</c:v>
                </c:pt>
                <c:pt idx="1821">
                  <c:v>1421.702</c:v>
                </c:pt>
                <c:pt idx="1822">
                  <c:v>1424.73</c:v>
                </c:pt>
                <c:pt idx="1823">
                  <c:v>1426.5719999999999</c:v>
                </c:pt>
                <c:pt idx="1824">
                  <c:v>1426.789</c:v>
                </c:pt>
                <c:pt idx="1825">
                  <c:v>1422.249</c:v>
                </c:pt>
                <c:pt idx="1826">
                  <c:v>1416.7539999999999</c:v>
                </c:pt>
                <c:pt idx="1827">
                  <c:v>1420.508</c:v>
                </c:pt>
                <c:pt idx="1828">
                  <c:v>1428.777</c:v>
                </c:pt>
                <c:pt idx="1829">
                  <c:v>1428.105</c:v>
                </c:pt>
                <c:pt idx="1830">
                  <c:v>1420.914</c:v>
                </c:pt>
                <c:pt idx="1831">
                  <c:v>1414.9469999999999</c:v>
                </c:pt>
                <c:pt idx="1832">
                  <c:v>1410.838</c:v>
                </c:pt>
                <c:pt idx="1833">
                  <c:v>1413.3969999999999</c:v>
                </c:pt>
                <c:pt idx="1834">
                  <c:v>1419.472</c:v>
                </c:pt>
                <c:pt idx="1835">
                  <c:v>1419.7090000000001</c:v>
                </c:pt>
                <c:pt idx="1836">
                  <c:v>1414.1969999999999</c:v>
                </c:pt>
                <c:pt idx="1837">
                  <c:v>1412.7860000000001</c:v>
                </c:pt>
                <c:pt idx="1838">
                  <c:v>1414.2149999999999</c:v>
                </c:pt>
                <c:pt idx="1839">
                  <c:v>1414.5940000000001</c:v>
                </c:pt>
                <c:pt idx="1840">
                  <c:v>1413.41</c:v>
                </c:pt>
                <c:pt idx="1841">
                  <c:v>1412.779</c:v>
                </c:pt>
                <c:pt idx="1842">
                  <c:v>1412.3969999999999</c:v>
                </c:pt>
                <c:pt idx="1843">
                  <c:v>1410.788</c:v>
                </c:pt>
                <c:pt idx="1844">
                  <c:v>1407.4280000000001</c:v>
                </c:pt>
                <c:pt idx="1845">
                  <c:v>1406.7829999999999</c:v>
                </c:pt>
                <c:pt idx="1846">
                  <c:v>1408.2550000000001</c:v>
                </c:pt>
                <c:pt idx="1847">
                  <c:v>1407.3510000000001</c:v>
                </c:pt>
                <c:pt idx="1848">
                  <c:v>1403.0940000000001</c:v>
                </c:pt>
                <c:pt idx="1849">
                  <c:v>1399.489</c:v>
                </c:pt>
                <c:pt idx="1850">
                  <c:v>1396.7719999999999</c:v>
                </c:pt>
                <c:pt idx="1851">
                  <c:v>1396.075</c:v>
                </c:pt>
                <c:pt idx="1852">
                  <c:v>1397.5039999999999</c:v>
                </c:pt>
                <c:pt idx="1853">
                  <c:v>1396.8219999999999</c:v>
                </c:pt>
                <c:pt idx="1854">
                  <c:v>1393.019</c:v>
                </c:pt>
                <c:pt idx="1855">
                  <c:v>1392.2570000000001</c:v>
                </c:pt>
                <c:pt idx="1856">
                  <c:v>1394.9870000000001</c:v>
                </c:pt>
                <c:pt idx="1857">
                  <c:v>1396.2190000000001</c:v>
                </c:pt>
                <c:pt idx="1858">
                  <c:v>1393.393</c:v>
                </c:pt>
                <c:pt idx="1859">
                  <c:v>1392.384</c:v>
                </c:pt>
                <c:pt idx="1860">
                  <c:v>1393.42</c:v>
                </c:pt>
                <c:pt idx="1861">
                  <c:v>1392.4780000000001</c:v>
                </c:pt>
                <c:pt idx="1862">
                  <c:v>1384.7529999999999</c:v>
                </c:pt>
                <c:pt idx="1863">
                  <c:v>1380.1320000000001</c:v>
                </c:pt>
                <c:pt idx="1864">
                  <c:v>1379.047</c:v>
                </c:pt>
                <c:pt idx="1865">
                  <c:v>1379.8589999999999</c:v>
                </c:pt>
                <c:pt idx="1866">
                  <c:v>1382.482</c:v>
                </c:pt>
                <c:pt idx="1867">
                  <c:v>1386.01</c:v>
                </c:pt>
                <c:pt idx="1868">
                  <c:v>1390.6769999999999</c:v>
                </c:pt>
                <c:pt idx="1869">
                  <c:v>1392.6469999999999</c:v>
                </c:pt>
                <c:pt idx="1870">
                  <c:v>1389.278</c:v>
                </c:pt>
                <c:pt idx="1871">
                  <c:v>1386.24</c:v>
                </c:pt>
                <c:pt idx="1872">
                  <c:v>1384.9929999999999</c:v>
                </c:pt>
                <c:pt idx="1873">
                  <c:v>1384.712</c:v>
                </c:pt>
                <c:pt idx="1874">
                  <c:v>1385.67</c:v>
                </c:pt>
                <c:pt idx="1875">
                  <c:v>1384.903</c:v>
                </c:pt>
                <c:pt idx="1876">
                  <c:v>1379.248</c:v>
                </c:pt>
                <c:pt idx="1877">
                  <c:v>1375.3610000000001</c:v>
                </c:pt>
                <c:pt idx="1878">
                  <c:v>1375.164</c:v>
                </c:pt>
                <c:pt idx="1879">
                  <c:v>1374.8489999999999</c:v>
                </c:pt>
                <c:pt idx="1880">
                  <c:v>1369.8420000000001</c:v>
                </c:pt>
                <c:pt idx="1881">
                  <c:v>1367.174</c:v>
                </c:pt>
                <c:pt idx="1882">
                  <c:v>1368.5820000000001</c:v>
                </c:pt>
                <c:pt idx="1883">
                  <c:v>1371.4649999999999</c:v>
                </c:pt>
                <c:pt idx="1884">
                  <c:v>1375.31</c:v>
                </c:pt>
                <c:pt idx="1885">
                  <c:v>1377.357</c:v>
                </c:pt>
                <c:pt idx="1886">
                  <c:v>1376.8150000000001</c:v>
                </c:pt>
                <c:pt idx="1887">
                  <c:v>1375.3109999999999</c:v>
                </c:pt>
                <c:pt idx="1888">
                  <c:v>1374.325</c:v>
                </c:pt>
                <c:pt idx="1889">
                  <c:v>1372.316</c:v>
                </c:pt>
                <c:pt idx="1890">
                  <c:v>1367.952</c:v>
                </c:pt>
                <c:pt idx="1891">
                  <c:v>1364.7760000000001</c:v>
                </c:pt>
                <c:pt idx="1892">
                  <c:v>1366.74</c:v>
                </c:pt>
                <c:pt idx="1893">
                  <c:v>1368.4580000000001</c:v>
                </c:pt>
                <c:pt idx="1894">
                  <c:v>1365.8510000000001</c:v>
                </c:pt>
                <c:pt idx="1895">
                  <c:v>1362.413</c:v>
                </c:pt>
                <c:pt idx="1896">
                  <c:v>1359.134</c:v>
                </c:pt>
                <c:pt idx="1897">
                  <c:v>1357.1210000000001</c:v>
                </c:pt>
                <c:pt idx="1898">
                  <c:v>1358.49</c:v>
                </c:pt>
                <c:pt idx="1899">
                  <c:v>1360.4870000000001</c:v>
                </c:pt>
                <c:pt idx="1900">
                  <c:v>1362.43</c:v>
                </c:pt>
                <c:pt idx="1901">
                  <c:v>1362.777</c:v>
                </c:pt>
                <c:pt idx="1902">
                  <c:v>1357.4090000000001</c:v>
                </c:pt>
                <c:pt idx="1903">
                  <c:v>1352.932</c:v>
                </c:pt>
                <c:pt idx="1904">
                  <c:v>1352.8009999999999</c:v>
                </c:pt>
                <c:pt idx="1905">
                  <c:v>1354.673</c:v>
                </c:pt>
                <c:pt idx="1906">
                  <c:v>1357.3140000000001</c:v>
                </c:pt>
                <c:pt idx="1907">
                  <c:v>1358.548</c:v>
                </c:pt>
                <c:pt idx="1908">
                  <c:v>1356.867</c:v>
                </c:pt>
                <c:pt idx="1909">
                  <c:v>1354.086</c:v>
                </c:pt>
                <c:pt idx="1910">
                  <c:v>1351.932</c:v>
                </c:pt>
                <c:pt idx="1911">
                  <c:v>1350.0409999999999</c:v>
                </c:pt>
                <c:pt idx="1912">
                  <c:v>1348.365</c:v>
                </c:pt>
                <c:pt idx="1913">
                  <c:v>1346.4190000000001</c:v>
                </c:pt>
                <c:pt idx="1914">
                  <c:v>1341.739</c:v>
                </c:pt>
                <c:pt idx="1915">
                  <c:v>1338.6120000000001</c:v>
                </c:pt>
                <c:pt idx="1916">
                  <c:v>1345.3140000000001</c:v>
                </c:pt>
                <c:pt idx="1917">
                  <c:v>1351.778</c:v>
                </c:pt>
                <c:pt idx="1918">
                  <c:v>1348.7750000000001</c:v>
                </c:pt>
                <c:pt idx="1919">
                  <c:v>1342.2460000000001</c:v>
                </c:pt>
                <c:pt idx="1920">
                  <c:v>1340.76</c:v>
                </c:pt>
                <c:pt idx="1921">
                  <c:v>1339.9269999999999</c:v>
                </c:pt>
                <c:pt idx="1922">
                  <c:v>1335.5820000000001</c:v>
                </c:pt>
                <c:pt idx="1923">
                  <c:v>1330.5940000000001</c:v>
                </c:pt>
                <c:pt idx="1924">
                  <c:v>1330.3720000000001</c:v>
                </c:pt>
                <c:pt idx="1925">
                  <c:v>1331.1579999999999</c:v>
                </c:pt>
                <c:pt idx="1926">
                  <c:v>1329.1790000000001</c:v>
                </c:pt>
                <c:pt idx="1927">
                  <c:v>1326.8209999999999</c:v>
                </c:pt>
                <c:pt idx="1928">
                  <c:v>1330.3610000000001</c:v>
                </c:pt>
                <c:pt idx="1929">
                  <c:v>1333.393</c:v>
                </c:pt>
                <c:pt idx="1930">
                  <c:v>1328.296</c:v>
                </c:pt>
                <c:pt idx="1931">
                  <c:v>1320.9359999999999</c:v>
                </c:pt>
                <c:pt idx="1932">
                  <c:v>1320.634</c:v>
                </c:pt>
                <c:pt idx="1933">
                  <c:v>1322.2650000000001</c:v>
                </c:pt>
                <c:pt idx="1934">
                  <c:v>1318.2139999999999</c:v>
                </c:pt>
                <c:pt idx="1935">
                  <c:v>1313.3630000000001</c:v>
                </c:pt>
                <c:pt idx="1936">
                  <c:v>1314.875</c:v>
                </c:pt>
                <c:pt idx="1937">
                  <c:v>1318.396</c:v>
                </c:pt>
                <c:pt idx="1938">
                  <c:v>1317.22</c:v>
                </c:pt>
                <c:pt idx="1939">
                  <c:v>1314.4190000000001</c:v>
                </c:pt>
                <c:pt idx="1940">
                  <c:v>1313.886</c:v>
                </c:pt>
                <c:pt idx="1941">
                  <c:v>1314.19</c:v>
                </c:pt>
                <c:pt idx="1942">
                  <c:v>1312.5360000000001</c:v>
                </c:pt>
                <c:pt idx="1943">
                  <c:v>1309.972</c:v>
                </c:pt>
                <c:pt idx="1944">
                  <c:v>1307.7270000000001</c:v>
                </c:pt>
                <c:pt idx="1945">
                  <c:v>1305.6369999999999</c:v>
                </c:pt>
                <c:pt idx="1946">
                  <c:v>1302.98</c:v>
                </c:pt>
                <c:pt idx="1947">
                  <c:v>1300.671</c:v>
                </c:pt>
                <c:pt idx="1948">
                  <c:v>1299.7670000000001</c:v>
                </c:pt>
                <c:pt idx="1949">
                  <c:v>1299.6759999999999</c:v>
                </c:pt>
                <c:pt idx="1950">
                  <c:v>1299.2170000000001</c:v>
                </c:pt>
                <c:pt idx="1951">
                  <c:v>1298.8979999999999</c:v>
                </c:pt>
                <c:pt idx="1952">
                  <c:v>1300.2460000000001</c:v>
                </c:pt>
                <c:pt idx="1953">
                  <c:v>1301.165</c:v>
                </c:pt>
                <c:pt idx="1954">
                  <c:v>1296.4649999999999</c:v>
                </c:pt>
                <c:pt idx="1955">
                  <c:v>1290.252</c:v>
                </c:pt>
                <c:pt idx="1956">
                  <c:v>1289.0809999999999</c:v>
                </c:pt>
                <c:pt idx="1957">
                  <c:v>1289.7919999999999</c:v>
                </c:pt>
                <c:pt idx="1958">
                  <c:v>1287.3820000000001</c:v>
                </c:pt>
                <c:pt idx="1959">
                  <c:v>1284.028</c:v>
                </c:pt>
                <c:pt idx="1960">
                  <c:v>1283.779</c:v>
                </c:pt>
                <c:pt idx="1961">
                  <c:v>1284.5309999999999</c:v>
                </c:pt>
                <c:pt idx="1962">
                  <c:v>1282.5909999999999</c:v>
                </c:pt>
                <c:pt idx="1963">
                  <c:v>1280.0530000000001</c:v>
                </c:pt>
                <c:pt idx="1964">
                  <c:v>1282.4760000000001</c:v>
                </c:pt>
                <c:pt idx="1965">
                  <c:v>1286.2239999999999</c:v>
                </c:pt>
                <c:pt idx="1966">
                  <c:v>1287.2070000000001</c:v>
                </c:pt>
                <c:pt idx="1967">
                  <c:v>1285.721</c:v>
                </c:pt>
                <c:pt idx="1968">
                  <c:v>1280.039</c:v>
                </c:pt>
                <c:pt idx="1969">
                  <c:v>1274.7080000000001</c:v>
                </c:pt>
                <c:pt idx="1970">
                  <c:v>1276.048</c:v>
                </c:pt>
                <c:pt idx="1971">
                  <c:v>1279.8820000000001</c:v>
                </c:pt>
                <c:pt idx="1972">
                  <c:v>1277.085</c:v>
                </c:pt>
                <c:pt idx="1973">
                  <c:v>1271.665</c:v>
                </c:pt>
                <c:pt idx="1974">
                  <c:v>1267.9580000000001</c:v>
                </c:pt>
                <c:pt idx="1975">
                  <c:v>1265.9269999999999</c:v>
                </c:pt>
                <c:pt idx="1976">
                  <c:v>1266.335</c:v>
                </c:pt>
                <c:pt idx="1977">
                  <c:v>1267.6020000000001</c:v>
                </c:pt>
                <c:pt idx="1978">
                  <c:v>1267.3389999999999</c:v>
                </c:pt>
                <c:pt idx="1979">
                  <c:v>1266.6389999999999</c:v>
                </c:pt>
                <c:pt idx="1980">
                  <c:v>1267.585</c:v>
                </c:pt>
                <c:pt idx="1981">
                  <c:v>1268.5989999999999</c:v>
                </c:pt>
                <c:pt idx="1982">
                  <c:v>1267.2380000000001</c:v>
                </c:pt>
                <c:pt idx="1983">
                  <c:v>1264.028</c:v>
                </c:pt>
                <c:pt idx="1984">
                  <c:v>1258.711</c:v>
                </c:pt>
                <c:pt idx="1985">
                  <c:v>1253.2650000000001</c:v>
                </c:pt>
                <c:pt idx="1986">
                  <c:v>1252.2929999999999</c:v>
                </c:pt>
                <c:pt idx="1987">
                  <c:v>1253.0450000000001</c:v>
                </c:pt>
                <c:pt idx="1988">
                  <c:v>1252.454</c:v>
                </c:pt>
                <c:pt idx="1989">
                  <c:v>1251.1210000000001</c:v>
                </c:pt>
                <c:pt idx="1990">
                  <c:v>1250.4380000000001</c:v>
                </c:pt>
                <c:pt idx="1991">
                  <c:v>1249.3520000000001</c:v>
                </c:pt>
                <c:pt idx="1992">
                  <c:v>1246.2639999999999</c:v>
                </c:pt>
                <c:pt idx="1993">
                  <c:v>1243.1780000000001</c:v>
                </c:pt>
                <c:pt idx="1994">
                  <c:v>1244.7850000000001</c:v>
                </c:pt>
                <c:pt idx="1995">
                  <c:v>1247.22</c:v>
                </c:pt>
                <c:pt idx="1996">
                  <c:v>1246.671</c:v>
                </c:pt>
                <c:pt idx="1997">
                  <c:v>1244.2239999999999</c:v>
                </c:pt>
                <c:pt idx="1998">
                  <c:v>1239.5830000000001</c:v>
                </c:pt>
                <c:pt idx="1999">
                  <c:v>1235.557</c:v>
                </c:pt>
                <c:pt idx="2000">
                  <c:v>1237.377</c:v>
                </c:pt>
                <c:pt idx="2001">
                  <c:v>1239.8140000000001</c:v>
                </c:pt>
                <c:pt idx="2002">
                  <c:v>1236.425</c:v>
                </c:pt>
                <c:pt idx="2003">
                  <c:v>1231.8</c:v>
                </c:pt>
                <c:pt idx="2004">
                  <c:v>1233.452</c:v>
                </c:pt>
                <c:pt idx="2005">
                  <c:v>1235.1969999999999</c:v>
                </c:pt>
                <c:pt idx="2006">
                  <c:v>1230.521</c:v>
                </c:pt>
                <c:pt idx="2007">
                  <c:v>1224.2940000000001</c:v>
                </c:pt>
                <c:pt idx="2008">
                  <c:v>1223.819</c:v>
                </c:pt>
                <c:pt idx="2009">
                  <c:v>1225.24</c:v>
                </c:pt>
                <c:pt idx="2010">
                  <c:v>1225.3530000000001</c:v>
                </c:pt>
                <c:pt idx="2011">
                  <c:v>1225.595</c:v>
                </c:pt>
                <c:pt idx="2012">
                  <c:v>1230.213</c:v>
                </c:pt>
                <c:pt idx="2013">
                  <c:v>1232.8779999999999</c:v>
                </c:pt>
                <c:pt idx="2014">
                  <c:v>1228.6420000000001</c:v>
                </c:pt>
                <c:pt idx="2015">
                  <c:v>1223.106</c:v>
                </c:pt>
                <c:pt idx="2016">
                  <c:v>1225.4269999999999</c:v>
                </c:pt>
                <c:pt idx="2017">
                  <c:v>1227.1659999999999</c:v>
                </c:pt>
                <c:pt idx="2018">
                  <c:v>1221.548</c:v>
                </c:pt>
                <c:pt idx="2019">
                  <c:v>1215.499</c:v>
                </c:pt>
                <c:pt idx="2020">
                  <c:v>1218.8440000000001</c:v>
                </c:pt>
                <c:pt idx="2021">
                  <c:v>1221.635</c:v>
                </c:pt>
                <c:pt idx="2022">
                  <c:v>1214.5319999999999</c:v>
                </c:pt>
                <c:pt idx="2023">
                  <c:v>1207.192</c:v>
                </c:pt>
                <c:pt idx="2024">
                  <c:v>1207.6569999999999</c:v>
                </c:pt>
                <c:pt idx="2025">
                  <c:v>1210.0619999999999</c:v>
                </c:pt>
                <c:pt idx="2026">
                  <c:v>1209.954</c:v>
                </c:pt>
                <c:pt idx="2027">
                  <c:v>1208.3309999999999</c:v>
                </c:pt>
                <c:pt idx="2028">
                  <c:v>1204.393</c:v>
                </c:pt>
                <c:pt idx="2029">
                  <c:v>1201.81</c:v>
                </c:pt>
                <c:pt idx="2030">
                  <c:v>1207.222</c:v>
                </c:pt>
                <c:pt idx="2031">
                  <c:v>1210.896</c:v>
                </c:pt>
                <c:pt idx="2032">
                  <c:v>1208.375</c:v>
                </c:pt>
                <c:pt idx="2033">
                  <c:v>1204.2059999999999</c:v>
                </c:pt>
                <c:pt idx="2034">
                  <c:v>1201.6130000000001</c:v>
                </c:pt>
                <c:pt idx="2035">
                  <c:v>1200.9639999999999</c:v>
                </c:pt>
                <c:pt idx="2036">
                  <c:v>1202.652</c:v>
                </c:pt>
                <c:pt idx="2037">
                  <c:v>1204.0160000000001</c:v>
                </c:pt>
                <c:pt idx="2038">
                  <c:v>1202.4760000000001</c:v>
                </c:pt>
                <c:pt idx="2039">
                  <c:v>1199.739</c:v>
                </c:pt>
                <c:pt idx="2040">
                  <c:v>1195.8579999999999</c:v>
                </c:pt>
                <c:pt idx="2041">
                  <c:v>1194.0260000000001</c:v>
                </c:pt>
                <c:pt idx="2042">
                  <c:v>1201.201</c:v>
                </c:pt>
                <c:pt idx="2043">
                  <c:v>1202.8589999999999</c:v>
                </c:pt>
                <c:pt idx="2044">
                  <c:v>1192.55</c:v>
                </c:pt>
                <c:pt idx="2045">
                  <c:v>1185</c:v>
                </c:pt>
                <c:pt idx="2046">
                  <c:v>1189.2239999999999</c:v>
                </c:pt>
                <c:pt idx="2047">
                  <c:v>1192.309</c:v>
                </c:pt>
                <c:pt idx="2048">
                  <c:v>1187.5170000000001</c:v>
                </c:pt>
                <c:pt idx="2049">
                  <c:v>1183.7860000000001</c:v>
                </c:pt>
                <c:pt idx="2050">
                  <c:v>1184.0820000000001</c:v>
                </c:pt>
                <c:pt idx="2051">
                  <c:v>1184.2539999999999</c:v>
                </c:pt>
                <c:pt idx="2052">
                  <c:v>1180.627</c:v>
                </c:pt>
                <c:pt idx="2053">
                  <c:v>1179.9880000000001</c:v>
                </c:pt>
                <c:pt idx="2054">
                  <c:v>1183.78</c:v>
                </c:pt>
                <c:pt idx="2055">
                  <c:v>1186.1199999999999</c:v>
                </c:pt>
                <c:pt idx="2056">
                  <c:v>1180.5329999999999</c:v>
                </c:pt>
                <c:pt idx="2057">
                  <c:v>1178.5640000000001</c:v>
                </c:pt>
                <c:pt idx="2058">
                  <c:v>1181.4349999999999</c:v>
                </c:pt>
                <c:pt idx="2059">
                  <c:v>1183.5740000000001</c:v>
                </c:pt>
                <c:pt idx="2060">
                  <c:v>1182.1199999999999</c:v>
                </c:pt>
                <c:pt idx="2061">
                  <c:v>1177.9939999999999</c:v>
                </c:pt>
                <c:pt idx="2062">
                  <c:v>1171.2909999999999</c:v>
                </c:pt>
                <c:pt idx="2063">
                  <c:v>1168.135</c:v>
                </c:pt>
                <c:pt idx="2064">
                  <c:v>1172.845</c:v>
                </c:pt>
                <c:pt idx="2065">
                  <c:v>1173.8979999999999</c:v>
                </c:pt>
                <c:pt idx="2066">
                  <c:v>1170.133</c:v>
                </c:pt>
                <c:pt idx="2067">
                  <c:v>1167.4659999999999</c:v>
                </c:pt>
                <c:pt idx="2068">
                  <c:v>1167.5609999999999</c:v>
                </c:pt>
                <c:pt idx="2069">
                  <c:v>1166.1679999999999</c:v>
                </c:pt>
                <c:pt idx="2070">
                  <c:v>1162.5170000000001</c:v>
                </c:pt>
                <c:pt idx="2071">
                  <c:v>1161.5070000000001</c:v>
                </c:pt>
                <c:pt idx="2072">
                  <c:v>1163.655</c:v>
                </c:pt>
                <c:pt idx="2073">
                  <c:v>1164.58</c:v>
                </c:pt>
                <c:pt idx="2074">
                  <c:v>1163.223</c:v>
                </c:pt>
                <c:pt idx="2075">
                  <c:v>1163.633</c:v>
                </c:pt>
                <c:pt idx="2076">
                  <c:v>1165.539</c:v>
                </c:pt>
                <c:pt idx="2077">
                  <c:v>1165.0419999999999</c:v>
                </c:pt>
                <c:pt idx="2078">
                  <c:v>1160.229</c:v>
                </c:pt>
                <c:pt idx="2079">
                  <c:v>1159.9000000000001</c:v>
                </c:pt>
                <c:pt idx="2080">
                  <c:v>1162.7950000000001</c:v>
                </c:pt>
                <c:pt idx="2081">
                  <c:v>1162.4069999999999</c:v>
                </c:pt>
                <c:pt idx="2082">
                  <c:v>1157.104</c:v>
                </c:pt>
                <c:pt idx="2083">
                  <c:v>1158.721</c:v>
                </c:pt>
                <c:pt idx="2084">
                  <c:v>1164.9739999999999</c:v>
                </c:pt>
                <c:pt idx="2085">
                  <c:v>1166.5319999999999</c:v>
                </c:pt>
                <c:pt idx="2086">
                  <c:v>1162.1010000000001</c:v>
                </c:pt>
                <c:pt idx="2087">
                  <c:v>1158.4090000000001</c:v>
                </c:pt>
                <c:pt idx="2088">
                  <c:v>1155.761</c:v>
                </c:pt>
                <c:pt idx="2089">
                  <c:v>1156.163</c:v>
                </c:pt>
                <c:pt idx="2090">
                  <c:v>1158.771</c:v>
                </c:pt>
                <c:pt idx="2091">
                  <c:v>1158.848</c:v>
                </c:pt>
                <c:pt idx="2092">
                  <c:v>1156.9939999999999</c:v>
                </c:pt>
                <c:pt idx="2093">
                  <c:v>1156.664</c:v>
                </c:pt>
                <c:pt idx="2094">
                  <c:v>1156.9190000000001</c:v>
                </c:pt>
                <c:pt idx="2095">
                  <c:v>1154.712</c:v>
                </c:pt>
                <c:pt idx="2096">
                  <c:v>1151.021</c:v>
                </c:pt>
                <c:pt idx="2097">
                  <c:v>1151.261</c:v>
                </c:pt>
                <c:pt idx="2098">
                  <c:v>1153.1880000000001</c:v>
                </c:pt>
                <c:pt idx="2099">
                  <c:v>1152.623</c:v>
                </c:pt>
                <c:pt idx="2100">
                  <c:v>1150.6949999999999</c:v>
                </c:pt>
                <c:pt idx="2101">
                  <c:v>1150.6510000000001</c:v>
                </c:pt>
                <c:pt idx="2102">
                  <c:v>1152.068</c:v>
                </c:pt>
                <c:pt idx="2103">
                  <c:v>1155.663</c:v>
                </c:pt>
                <c:pt idx="2104">
                  <c:v>1158.944</c:v>
                </c:pt>
                <c:pt idx="2105">
                  <c:v>1156.998</c:v>
                </c:pt>
                <c:pt idx="2106">
                  <c:v>1152.5899999999999</c:v>
                </c:pt>
                <c:pt idx="2107">
                  <c:v>1148.9780000000001</c:v>
                </c:pt>
                <c:pt idx="2108">
                  <c:v>1145.8119999999999</c:v>
                </c:pt>
                <c:pt idx="2109">
                  <c:v>1142.03</c:v>
                </c:pt>
                <c:pt idx="2110">
                  <c:v>1139.0830000000001</c:v>
                </c:pt>
                <c:pt idx="2111">
                  <c:v>1139.825</c:v>
                </c:pt>
                <c:pt idx="2112">
                  <c:v>1141.2929999999999</c:v>
                </c:pt>
                <c:pt idx="2113">
                  <c:v>1141.402</c:v>
                </c:pt>
                <c:pt idx="2114">
                  <c:v>1140.4870000000001</c:v>
                </c:pt>
                <c:pt idx="2115">
                  <c:v>1136.9749999999999</c:v>
                </c:pt>
                <c:pt idx="2116">
                  <c:v>1135.7260000000001</c:v>
                </c:pt>
                <c:pt idx="2117">
                  <c:v>1140.3499999999999</c:v>
                </c:pt>
                <c:pt idx="2118">
                  <c:v>1145.4010000000001</c:v>
                </c:pt>
                <c:pt idx="2119">
                  <c:v>1144.3440000000001</c:v>
                </c:pt>
                <c:pt idx="2120">
                  <c:v>1141.2809999999999</c:v>
                </c:pt>
                <c:pt idx="2121">
                  <c:v>1137.5139999999999</c:v>
                </c:pt>
                <c:pt idx="2122">
                  <c:v>1135.5029999999999</c:v>
                </c:pt>
                <c:pt idx="2123">
                  <c:v>1139.3589999999999</c:v>
                </c:pt>
                <c:pt idx="2124">
                  <c:v>1143.008</c:v>
                </c:pt>
                <c:pt idx="2125">
                  <c:v>1144.838</c:v>
                </c:pt>
                <c:pt idx="2126">
                  <c:v>1144.81</c:v>
                </c:pt>
                <c:pt idx="2127">
                  <c:v>1141.3679999999999</c:v>
                </c:pt>
                <c:pt idx="2128">
                  <c:v>1138.579</c:v>
                </c:pt>
                <c:pt idx="2129">
                  <c:v>1137.191</c:v>
                </c:pt>
                <c:pt idx="2130">
                  <c:v>1137.4870000000001</c:v>
                </c:pt>
                <c:pt idx="2131">
                  <c:v>1140.432</c:v>
                </c:pt>
                <c:pt idx="2132">
                  <c:v>1141.8130000000001</c:v>
                </c:pt>
                <c:pt idx="2133">
                  <c:v>1140.268</c:v>
                </c:pt>
                <c:pt idx="2134">
                  <c:v>1138.816</c:v>
                </c:pt>
                <c:pt idx="2135">
                  <c:v>1138.1869999999999</c:v>
                </c:pt>
                <c:pt idx="2136">
                  <c:v>1137.6189999999999</c:v>
                </c:pt>
                <c:pt idx="2137">
                  <c:v>1136.894</c:v>
                </c:pt>
                <c:pt idx="2138">
                  <c:v>1135.9860000000001</c:v>
                </c:pt>
                <c:pt idx="2139">
                  <c:v>1134.9169999999999</c:v>
                </c:pt>
                <c:pt idx="2140">
                  <c:v>1134.201</c:v>
                </c:pt>
                <c:pt idx="2141">
                  <c:v>1133.8820000000001</c:v>
                </c:pt>
                <c:pt idx="2142">
                  <c:v>1135.106</c:v>
                </c:pt>
                <c:pt idx="2143">
                  <c:v>1137.4269999999999</c:v>
                </c:pt>
                <c:pt idx="2144">
                  <c:v>1137.3910000000001</c:v>
                </c:pt>
                <c:pt idx="2145">
                  <c:v>1133.4690000000001</c:v>
                </c:pt>
                <c:pt idx="2146">
                  <c:v>1130.704</c:v>
                </c:pt>
                <c:pt idx="2147">
                  <c:v>1129.0039999999999</c:v>
                </c:pt>
                <c:pt idx="2148">
                  <c:v>1127.7760000000001</c:v>
                </c:pt>
                <c:pt idx="2149">
                  <c:v>1127.1320000000001</c:v>
                </c:pt>
                <c:pt idx="2150">
                  <c:v>1129.3969999999999</c:v>
                </c:pt>
                <c:pt idx="2151">
                  <c:v>1133.7570000000001</c:v>
                </c:pt>
                <c:pt idx="2152">
                  <c:v>1137.654</c:v>
                </c:pt>
                <c:pt idx="2153">
                  <c:v>1140.229</c:v>
                </c:pt>
                <c:pt idx="2154">
                  <c:v>1139.6289999999999</c:v>
                </c:pt>
                <c:pt idx="2155">
                  <c:v>1136.8679999999999</c:v>
                </c:pt>
                <c:pt idx="2156">
                  <c:v>1135.877</c:v>
                </c:pt>
                <c:pt idx="2157">
                  <c:v>1136.0039999999999</c:v>
                </c:pt>
                <c:pt idx="2158">
                  <c:v>1135.433</c:v>
                </c:pt>
                <c:pt idx="2159">
                  <c:v>1134.299</c:v>
                </c:pt>
                <c:pt idx="2160">
                  <c:v>1133.0920000000001</c:v>
                </c:pt>
                <c:pt idx="2161">
                  <c:v>1131.877</c:v>
                </c:pt>
                <c:pt idx="2162">
                  <c:v>1130.5820000000001</c:v>
                </c:pt>
                <c:pt idx="2163">
                  <c:v>1129.616</c:v>
                </c:pt>
                <c:pt idx="2164">
                  <c:v>1130.3789999999999</c:v>
                </c:pt>
                <c:pt idx="2165">
                  <c:v>1131.5940000000001</c:v>
                </c:pt>
                <c:pt idx="2166">
                  <c:v>1132.125</c:v>
                </c:pt>
                <c:pt idx="2167">
                  <c:v>1131.9290000000001</c:v>
                </c:pt>
                <c:pt idx="2168">
                  <c:v>1130.347</c:v>
                </c:pt>
                <c:pt idx="2169">
                  <c:v>1128.771</c:v>
                </c:pt>
                <c:pt idx="2170">
                  <c:v>1128.838</c:v>
                </c:pt>
                <c:pt idx="2171">
                  <c:v>1128.558</c:v>
                </c:pt>
                <c:pt idx="2172">
                  <c:v>1124.92</c:v>
                </c:pt>
                <c:pt idx="2173">
                  <c:v>1121.9190000000001</c:v>
                </c:pt>
                <c:pt idx="2174">
                  <c:v>1122.7919999999999</c:v>
                </c:pt>
                <c:pt idx="2175">
                  <c:v>1125.1980000000001</c:v>
                </c:pt>
                <c:pt idx="2176">
                  <c:v>1129.44</c:v>
                </c:pt>
                <c:pt idx="2177">
                  <c:v>1130.9459999999999</c:v>
                </c:pt>
                <c:pt idx="2178">
                  <c:v>1122.6420000000001</c:v>
                </c:pt>
                <c:pt idx="2179">
                  <c:v>1118.201</c:v>
                </c:pt>
                <c:pt idx="2180">
                  <c:v>1121.748</c:v>
                </c:pt>
                <c:pt idx="2181">
                  <c:v>1124.702</c:v>
                </c:pt>
                <c:pt idx="2182">
                  <c:v>1118.595</c:v>
                </c:pt>
                <c:pt idx="2183">
                  <c:v>1115.694</c:v>
                </c:pt>
                <c:pt idx="2184">
                  <c:v>1117.393</c:v>
                </c:pt>
                <c:pt idx="2185">
                  <c:v>1120.5360000000001</c:v>
                </c:pt>
                <c:pt idx="2186">
                  <c:v>1126.0530000000001</c:v>
                </c:pt>
                <c:pt idx="2187">
                  <c:v>1126.223</c:v>
                </c:pt>
                <c:pt idx="2188">
                  <c:v>1121.097</c:v>
                </c:pt>
                <c:pt idx="2189">
                  <c:v>1116.954</c:v>
                </c:pt>
                <c:pt idx="2190">
                  <c:v>1115.885</c:v>
                </c:pt>
                <c:pt idx="2191">
                  <c:v>1118.6189999999999</c:v>
                </c:pt>
                <c:pt idx="2192">
                  <c:v>1124.3340000000001</c:v>
                </c:pt>
                <c:pt idx="2193">
                  <c:v>1124.374</c:v>
                </c:pt>
                <c:pt idx="2194">
                  <c:v>1117.414</c:v>
                </c:pt>
                <c:pt idx="2195">
                  <c:v>1114.8009999999999</c:v>
                </c:pt>
                <c:pt idx="2196">
                  <c:v>1116.481</c:v>
                </c:pt>
                <c:pt idx="2197">
                  <c:v>1118.7840000000001</c:v>
                </c:pt>
                <c:pt idx="2198">
                  <c:v>1120.951</c:v>
                </c:pt>
                <c:pt idx="2199">
                  <c:v>1121.6179999999999</c:v>
                </c:pt>
                <c:pt idx="2200">
                  <c:v>1121.0029999999999</c:v>
                </c:pt>
                <c:pt idx="2201">
                  <c:v>1120.682</c:v>
                </c:pt>
                <c:pt idx="2202">
                  <c:v>1120.2760000000001</c:v>
                </c:pt>
                <c:pt idx="2203">
                  <c:v>1118.6759999999999</c:v>
                </c:pt>
                <c:pt idx="2204">
                  <c:v>1116.502</c:v>
                </c:pt>
                <c:pt idx="2205">
                  <c:v>1116.58</c:v>
                </c:pt>
                <c:pt idx="2206">
                  <c:v>1116.876</c:v>
                </c:pt>
                <c:pt idx="2207">
                  <c:v>1113.299</c:v>
                </c:pt>
                <c:pt idx="2208">
                  <c:v>1109.481</c:v>
                </c:pt>
                <c:pt idx="2209">
                  <c:v>1114.299</c:v>
                </c:pt>
                <c:pt idx="2210">
                  <c:v>1120.2840000000001</c:v>
                </c:pt>
                <c:pt idx="2211">
                  <c:v>1118.4290000000001</c:v>
                </c:pt>
                <c:pt idx="2212">
                  <c:v>1114.9649999999999</c:v>
                </c:pt>
                <c:pt idx="2213">
                  <c:v>1116.578</c:v>
                </c:pt>
                <c:pt idx="2214">
                  <c:v>1119.3879999999999</c:v>
                </c:pt>
                <c:pt idx="2215">
                  <c:v>1120.5329999999999</c:v>
                </c:pt>
                <c:pt idx="2216">
                  <c:v>1120.1849999999999</c:v>
                </c:pt>
                <c:pt idx="2217">
                  <c:v>1116.799</c:v>
                </c:pt>
                <c:pt idx="2218">
                  <c:v>1115.6389999999999</c:v>
                </c:pt>
                <c:pt idx="2219">
                  <c:v>1124.3810000000001</c:v>
                </c:pt>
                <c:pt idx="2220">
                  <c:v>1129.704</c:v>
                </c:pt>
                <c:pt idx="2221">
                  <c:v>1127.2</c:v>
                </c:pt>
                <c:pt idx="2222">
                  <c:v>1123.3240000000001</c:v>
                </c:pt>
                <c:pt idx="2223">
                  <c:v>1121.713</c:v>
                </c:pt>
                <c:pt idx="2224">
                  <c:v>1121.202</c:v>
                </c:pt>
                <c:pt idx="2225">
                  <c:v>1121.6980000000001</c:v>
                </c:pt>
                <c:pt idx="2226">
                  <c:v>1121.9280000000001</c:v>
                </c:pt>
                <c:pt idx="2227">
                  <c:v>1120.692</c:v>
                </c:pt>
                <c:pt idx="2228">
                  <c:v>1120.4739999999999</c:v>
                </c:pt>
                <c:pt idx="2229">
                  <c:v>1121.2159999999999</c:v>
                </c:pt>
                <c:pt idx="2230">
                  <c:v>1120.673</c:v>
                </c:pt>
                <c:pt idx="2231">
                  <c:v>1117.521</c:v>
                </c:pt>
                <c:pt idx="2232">
                  <c:v>1116.114</c:v>
                </c:pt>
                <c:pt idx="2233">
                  <c:v>1116.3779999999999</c:v>
                </c:pt>
                <c:pt idx="2234">
                  <c:v>1117.904</c:v>
                </c:pt>
                <c:pt idx="2235">
                  <c:v>1120.317</c:v>
                </c:pt>
                <c:pt idx="2236">
                  <c:v>1119.8520000000001</c:v>
                </c:pt>
                <c:pt idx="2237">
                  <c:v>1117.336</c:v>
                </c:pt>
                <c:pt idx="2238">
                  <c:v>1116.7860000000001</c:v>
                </c:pt>
                <c:pt idx="2239">
                  <c:v>1118.2639999999999</c:v>
                </c:pt>
                <c:pt idx="2240">
                  <c:v>1121.029</c:v>
                </c:pt>
                <c:pt idx="2241">
                  <c:v>1124.2439999999999</c:v>
                </c:pt>
                <c:pt idx="2242">
                  <c:v>1124.1559999999999</c:v>
                </c:pt>
                <c:pt idx="2243">
                  <c:v>1122.482</c:v>
                </c:pt>
                <c:pt idx="2244">
                  <c:v>1122.0350000000001</c:v>
                </c:pt>
                <c:pt idx="2245">
                  <c:v>1122.298</c:v>
                </c:pt>
                <c:pt idx="2246">
                  <c:v>1121.7190000000001</c:v>
                </c:pt>
                <c:pt idx="2247">
                  <c:v>1121.55</c:v>
                </c:pt>
                <c:pt idx="2248">
                  <c:v>1123.4280000000001</c:v>
                </c:pt>
                <c:pt idx="2249">
                  <c:v>1125.155</c:v>
                </c:pt>
                <c:pt idx="2250">
                  <c:v>1122.8969999999999</c:v>
                </c:pt>
                <c:pt idx="2251">
                  <c:v>1120.2809999999999</c:v>
                </c:pt>
                <c:pt idx="2252">
                  <c:v>1119.395</c:v>
                </c:pt>
                <c:pt idx="2253">
                  <c:v>1119.5940000000001</c:v>
                </c:pt>
                <c:pt idx="2254">
                  <c:v>1121.7370000000001</c:v>
                </c:pt>
                <c:pt idx="2255">
                  <c:v>1122.3140000000001</c:v>
                </c:pt>
                <c:pt idx="2256">
                  <c:v>1118.972</c:v>
                </c:pt>
                <c:pt idx="2257">
                  <c:v>1117.3969999999999</c:v>
                </c:pt>
                <c:pt idx="2258">
                  <c:v>1120.4269999999999</c:v>
                </c:pt>
                <c:pt idx="2259">
                  <c:v>1123.5899999999999</c:v>
                </c:pt>
                <c:pt idx="2260">
                  <c:v>1125.69</c:v>
                </c:pt>
                <c:pt idx="2261">
                  <c:v>1124.481</c:v>
                </c:pt>
                <c:pt idx="2262">
                  <c:v>1119.3989999999999</c:v>
                </c:pt>
                <c:pt idx="2263">
                  <c:v>1119.614</c:v>
                </c:pt>
                <c:pt idx="2264">
                  <c:v>1130.5899999999999</c:v>
                </c:pt>
                <c:pt idx="2265">
                  <c:v>1130.3800000000001</c:v>
                </c:pt>
                <c:pt idx="2266">
                  <c:v>1119.924</c:v>
                </c:pt>
                <c:pt idx="2267">
                  <c:v>1116.155</c:v>
                </c:pt>
                <c:pt idx="2268">
                  <c:v>1123.904</c:v>
                </c:pt>
                <c:pt idx="2269">
                  <c:v>1127.7719999999999</c:v>
                </c:pt>
                <c:pt idx="2270">
                  <c:v>1128.174</c:v>
                </c:pt>
                <c:pt idx="2271">
                  <c:v>1125.56</c:v>
                </c:pt>
                <c:pt idx="2272">
                  <c:v>1120.905</c:v>
                </c:pt>
                <c:pt idx="2273">
                  <c:v>1118.7940000000001</c:v>
                </c:pt>
                <c:pt idx="2274">
                  <c:v>1118.4290000000001</c:v>
                </c:pt>
                <c:pt idx="2275">
                  <c:v>1118.4570000000001</c:v>
                </c:pt>
                <c:pt idx="2276">
                  <c:v>1118.5119999999999</c:v>
                </c:pt>
                <c:pt idx="2277">
                  <c:v>1117.828</c:v>
                </c:pt>
                <c:pt idx="2278">
                  <c:v>1117.1500000000001</c:v>
                </c:pt>
                <c:pt idx="2279">
                  <c:v>1118.0050000000001</c:v>
                </c:pt>
                <c:pt idx="2280">
                  <c:v>1119.5840000000001</c:v>
                </c:pt>
                <c:pt idx="2281">
                  <c:v>1121.759</c:v>
                </c:pt>
                <c:pt idx="2282">
                  <c:v>1122.8510000000001</c:v>
                </c:pt>
                <c:pt idx="2283">
                  <c:v>1118.538</c:v>
                </c:pt>
                <c:pt idx="2284">
                  <c:v>1115.2059999999999</c:v>
                </c:pt>
                <c:pt idx="2285">
                  <c:v>1116.3409999999999</c:v>
                </c:pt>
                <c:pt idx="2286">
                  <c:v>1118.2360000000001</c:v>
                </c:pt>
                <c:pt idx="2287">
                  <c:v>1116.55</c:v>
                </c:pt>
                <c:pt idx="2288">
                  <c:v>1116.452</c:v>
                </c:pt>
                <c:pt idx="2289">
                  <c:v>1119.452</c:v>
                </c:pt>
                <c:pt idx="2290">
                  <c:v>1121.6289999999999</c:v>
                </c:pt>
                <c:pt idx="2291">
                  <c:v>1118.5340000000001</c:v>
                </c:pt>
                <c:pt idx="2292">
                  <c:v>1118.6510000000001</c:v>
                </c:pt>
                <c:pt idx="2293">
                  <c:v>1122.729</c:v>
                </c:pt>
                <c:pt idx="2294">
                  <c:v>1124.653</c:v>
                </c:pt>
                <c:pt idx="2295">
                  <c:v>1121.7349999999999</c:v>
                </c:pt>
                <c:pt idx="2296">
                  <c:v>1119.2270000000001</c:v>
                </c:pt>
                <c:pt idx="2297">
                  <c:v>1117.6500000000001</c:v>
                </c:pt>
                <c:pt idx="2298">
                  <c:v>1119.2449999999999</c:v>
                </c:pt>
                <c:pt idx="2299">
                  <c:v>1123.4970000000001</c:v>
                </c:pt>
                <c:pt idx="2300">
                  <c:v>1121.9469999999999</c:v>
                </c:pt>
                <c:pt idx="2301">
                  <c:v>1115.634</c:v>
                </c:pt>
                <c:pt idx="2302">
                  <c:v>1114.046</c:v>
                </c:pt>
                <c:pt idx="2303">
                  <c:v>1116.2950000000001</c:v>
                </c:pt>
                <c:pt idx="2304">
                  <c:v>1118.4780000000001</c:v>
                </c:pt>
                <c:pt idx="2305">
                  <c:v>1120.288</c:v>
                </c:pt>
                <c:pt idx="2306">
                  <c:v>1121.1030000000001</c:v>
                </c:pt>
                <c:pt idx="2307">
                  <c:v>1121.6990000000001</c:v>
                </c:pt>
                <c:pt idx="2308">
                  <c:v>1123.473</c:v>
                </c:pt>
                <c:pt idx="2309">
                  <c:v>1125.126</c:v>
                </c:pt>
                <c:pt idx="2310">
                  <c:v>1123.9849999999999</c:v>
                </c:pt>
                <c:pt idx="2311">
                  <c:v>1121.7149999999999</c:v>
                </c:pt>
                <c:pt idx="2312">
                  <c:v>1119.335</c:v>
                </c:pt>
                <c:pt idx="2313">
                  <c:v>1117.4490000000001</c:v>
                </c:pt>
                <c:pt idx="2314">
                  <c:v>1116.8430000000001</c:v>
                </c:pt>
                <c:pt idx="2315">
                  <c:v>1116.731</c:v>
                </c:pt>
                <c:pt idx="2316">
                  <c:v>1116.8610000000001</c:v>
                </c:pt>
                <c:pt idx="2317">
                  <c:v>1116.8779999999999</c:v>
                </c:pt>
                <c:pt idx="2318">
                  <c:v>1116.8689999999999</c:v>
                </c:pt>
                <c:pt idx="2319">
                  <c:v>1115.482</c:v>
                </c:pt>
                <c:pt idx="2320">
                  <c:v>1111.6959999999999</c:v>
                </c:pt>
                <c:pt idx="2321">
                  <c:v>1110.8320000000001</c:v>
                </c:pt>
                <c:pt idx="2322">
                  <c:v>1114.2080000000001</c:v>
                </c:pt>
                <c:pt idx="2323">
                  <c:v>1114.8699999999999</c:v>
                </c:pt>
                <c:pt idx="2324">
                  <c:v>1110.489</c:v>
                </c:pt>
                <c:pt idx="2325">
                  <c:v>1110.6400000000001</c:v>
                </c:pt>
                <c:pt idx="2326">
                  <c:v>1115.002</c:v>
                </c:pt>
                <c:pt idx="2327">
                  <c:v>1117.6010000000001</c:v>
                </c:pt>
                <c:pt idx="2328">
                  <c:v>1117.57</c:v>
                </c:pt>
                <c:pt idx="2329">
                  <c:v>1114.5740000000001</c:v>
                </c:pt>
                <c:pt idx="2330">
                  <c:v>1110.3409999999999</c:v>
                </c:pt>
                <c:pt idx="2331">
                  <c:v>1110.4380000000001</c:v>
                </c:pt>
                <c:pt idx="2332">
                  <c:v>1113.3510000000001</c:v>
                </c:pt>
                <c:pt idx="2333">
                  <c:v>1113.3119999999999</c:v>
                </c:pt>
                <c:pt idx="2334">
                  <c:v>1112.2090000000001</c:v>
                </c:pt>
                <c:pt idx="2335">
                  <c:v>1112.992</c:v>
                </c:pt>
                <c:pt idx="2336">
                  <c:v>1115.163</c:v>
                </c:pt>
                <c:pt idx="2337">
                  <c:v>1120.3599999999999</c:v>
                </c:pt>
                <c:pt idx="2338">
                  <c:v>1123.9960000000001</c:v>
                </c:pt>
                <c:pt idx="2339">
                  <c:v>1117.614</c:v>
                </c:pt>
                <c:pt idx="2340">
                  <c:v>1111.511</c:v>
                </c:pt>
                <c:pt idx="2341">
                  <c:v>1111.9359999999999</c:v>
                </c:pt>
                <c:pt idx="2342">
                  <c:v>1113.4849999999999</c:v>
                </c:pt>
                <c:pt idx="2343">
                  <c:v>1110.837</c:v>
                </c:pt>
                <c:pt idx="2344">
                  <c:v>1110.0909999999999</c:v>
                </c:pt>
                <c:pt idx="2345">
                  <c:v>1112.972</c:v>
                </c:pt>
                <c:pt idx="2346">
                  <c:v>1114.8009999999999</c:v>
                </c:pt>
                <c:pt idx="2347">
                  <c:v>1111.7650000000001</c:v>
                </c:pt>
                <c:pt idx="2348">
                  <c:v>1109.3240000000001</c:v>
                </c:pt>
                <c:pt idx="2349">
                  <c:v>1107.9100000000001</c:v>
                </c:pt>
                <c:pt idx="2350">
                  <c:v>1108.393</c:v>
                </c:pt>
                <c:pt idx="2351">
                  <c:v>1111.8309999999999</c:v>
                </c:pt>
                <c:pt idx="2352">
                  <c:v>1114.3710000000001</c:v>
                </c:pt>
                <c:pt idx="2353">
                  <c:v>1115.8209999999999</c:v>
                </c:pt>
                <c:pt idx="2354">
                  <c:v>1114.4490000000001</c:v>
                </c:pt>
                <c:pt idx="2355">
                  <c:v>1110.6410000000001</c:v>
                </c:pt>
                <c:pt idx="2356">
                  <c:v>1109.885</c:v>
                </c:pt>
                <c:pt idx="2357">
                  <c:v>1110.9259999999999</c:v>
                </c:pt>
                <c:pt idx="2358">
                  <c:v>1109.885</c:v>
                </c:pt>
                <c:pt idx="2359">
                  <c:v>1108.4580000000001</c:v>
                </c:pt>
                <c:pt idx="2360">
                  <c:v>1111.4359999999999</c:v>
                </c:pt>
                <c:pt idx="2361">
                  <c:v>1115.3710000000001</c:v>
                </c:pt>
                <c:pt idx="2362">
                  <c:v>1112.7449999999999</c:v>
                </c:pt>
                <c:pt idx="2363">
                  <c:v>1108.7829999999999</c:v>
                </c:pt>
                <c:pt idx="2364">
                  <c:v>1107.5909999999999</c:v>
                </c:pt>
                <c:pt idx="2365">
                  <c:v>1107.8989999999999</c:v>
                </c:pt>
                <c:pt idx="2366">
                  <c:v>1109.24</c:v>
                </c:pt>
                <c:pt idx="2367">
                  <c:v>1109.8920000000001</c:v>
                </c:pt>
                <c:pt idx="2368">
                  <c:v>1109.191</c:v>
                </c:pt>
                <c:pt idx="2369">
                  <c:v>1108.3209999999999</c:v>
                </c:pt>
                <c:pt idx="2370">
                  <c:v>1107.68</c:v>
                </c:pt>
                <c:pt idx="2371">
                  <c:v>1108.4010000000001</c:v>
                </c:pt>
                <c:pt idx="2372">
                  <c:v>1110.548</c:v>
                </c:pt>
                <c:pt idx="2373">
                  <c:v>1111.636</c:v>
                </c:pt>
                <c:pt idx="2374">
                  <c:v>1110.0820000000001</c:v>
                </c:pt>
                <c:pt idx="2375">
                  <c:v>1110.0440000000001</c:v>
                </c:pt>
                <c:pt idx="2376">
                  <c:v>1111.3140000000001</c:v>
                </c:pt>
                <c:pt idx="2377">
                  <c:v>1110.2349999999999</c:v>
                </c:pt>
                <c:pt idx="2378">
                  <c:v>1106.6980000000001</c:v>
                </c:pt>
                <c:pt idx="2379">
                  <c:v>1106.0609999999999</c:v>
                </c:pt>
                <c:pt idx="2380">
                  <c:v>1107.7449999999999</c:v>
                </c:pt>
                <c:pt idx="2381">
                  <c:v>1110.059</c:v>
                </c:pt>
                <c:pt idx="2382">
                  <c:v>1111.587</c:v>
                </c:pt>
                <c:pt idx="2383">
                  <c:v>1109.354</c:v>
                </c:pt>
                <c:pt idx="2384">
                  <c:v>1105.6500000000001</c:v>
                </c:pt>
                <c:pt idx="2385">
                  <c:v>1106.5989999999999</c:v>
                </c:pt>
                <c:pt idx="2386">
                  <c:v>1108.2349999999999</c:v>
                </c:pt>
                <c:pt idx="2387">
                  <c:v>1106.7349999999999</c:v>
                </c:pt>
                <c:pt idx="2388">
                  <c:v>1104.7550000000001</c:v>
                </c:pt>
                <c:pt idx="2389">
                  <c:v>1106.5709999999999</c:v>
                </c:pt>
                <c:pt idx="2390">
                  <c:v>1107.694</c:v>
                </c:pt>
                <c:pt idx="2391">
                  <c:v>1106.3520000000001</c:v>
                </c:pt>
                <c:pt idx="2392">
                  <c:v>1104.2570000000001</c:v>
                </c:pt>
                <c:pt idx="2393">
                  <c:v>1100.337</c:v>
                </c:pt>
                <c:pt idx="2394">
                  <c:v>1101.5340000000001</c:v>
                </c:pt>
                <c:pt idx="2395">
                  <c:v>1108.7329999999999</c:v>
                </c:pt>
                <c:pt idx="2396">
                  <c:v>1112.396</c:v>
                </c:pt>
                <c:pt idx="2397">
                  <c:v>1108.585</c:v>
                </c:pt>
                <c:pt idx="2398">
                  <c:v>1108.252</c:v>
                </c:pt>
                <c:pt idx="2399">
                  <c:v>1111.704</c:v>
                </c:pt>
                <c:pt idx="2400">
                  <c:v>1110.8150000000001</c:v>
                </c:pt>
                <c:pt idx="2401">
                  <c:v>1106.039</c:v>
                </c:pt>
                <c:pt idx="2402">
                  <c:v>1106.838</c:v>
                </c:pt>
                <c:pt idx="2403">
                  <c:v>1111.769</c:v>
                </c:pt>
                <c:pt idx="2404">
                  <c:v>1109.3309999999999</c:v>
                </c:pt>
                <c:pt idx="2405">
                  <c:v>1104.4259999999999</c:v>
                </c:pt>
                <c:pt idx="2406">
                  <c:v>1106.394</c:v>
                </c:pt>
                <c:pt idx="2407">
                  <c:v>1111.413</c:v>
                </c:pt>
                <c:pt idx="2408">
                  <c:v>1111.462</c:v>
                </c:pt>
                <c:pt idx="2409">
                  <c:v>1108.867</c:v>
                </c:pt>
                <c:pt idx="2410">
                  <c:v>1104.902</c:v>
                </c:pt>
                <c:pt idx="2411">
                  <c:v>1102.365</c:v>
                </c:pt>
                <c:pt idx="2412">
                  <c:v>1106.578</c:v>
                </c:pt>
                <c:pt idx="2413">
                  <c:v>1109.3810000000001</c:v>
                </c:pt>
                <c:pt idx="2414">
                  <c:v>1108.075</c:v>
                </c:pt>
                <c:pt idx="2415">
                  <c:v>1105.816</c:v>
                </c:pt>
                <c:pt idx="2416">
                  <c:v>1104.105</c:v>
                </c:pt>
                <c:pt idx="2417">
                  <c:v>1101.932</c:v>
                </c:pt>
                <c:pt idx="2418">
                  <c:v>1099.056</c:v>
                </c:pt>
                <c:pt idx="2419">
                  <c:v>1099.1880000000001</c:v>
                </c:pt>
                <c:pt idx="2420">
                  <c:v>1102.9280000000001</c:v>
                </c:pt>
                <c:pt idx="2421">
                  <c:v>1103.634</c:v>
                </c:pt>
                <c:pt idx="2422">
                  <c:v>1101.171</c:v>
                </c:pt>
                <c:pt idx="2423">
                  <c:v>1101.2339999999999</c:v>
                </c:pt>
                <c:pt idx="2424">
                  <c:v>1103.116</c:v>
                </c:pt>
                <c:pt idx="2425">
                  <c:v>1103.2750000000001</c:v>
                </c:pt>
                <c:pt idx="2426">
                  <c:v>1102.3009999999999</c:v>
                </c:pt>
                <c:pt idx="2427">
                  <c:v>1103.6569999999999</c:v>
                </c:pt>
                <c:pt idx="2428">
                  <c:v>1105.365</c:v>
                </c:pt>
                <c:pt idx="2429">
                  <c:v>1104.941</c:v>
                </c:pt>
                <c:pt idx="2430">
                  <c:v>1103.4639999999999</c:v>
                </c:pt>
                <c:pt idx="2431">
                  <c:v>1102.069</c:v>
                </c:pt>
                <c:pt idx="2432">
                  <c:v>1101.1120000000001</c:v>
                </c:pt>
                <c:pt idx="2433">
                  <c:v>1100.7270000000001</c:v>
                </c:pt>
                <c:pt idx="2434">
                  <c:v>1100.827</c:v>
                </c:pt>
                <c:pt idx="2435">
                  <c:v>1101.655</c:v>
                </c:pt>
                <c:pt idx="2436">
                  <c:v>1102.5519999999999</c:v>
                </c:pt>
                <c:pt idx="2437">
                  <c:v>1103.569</c:v>
                </c:pt>
                <c:pt idx="2438">
                  <c:v>1102.817</c:v>
                </c:pt>
                <c:pt idx="2439">
                  <c:v>1099.511</c:v>
                </c:pt>
                <c:pt idx="2440">
                  <c:v>1097.22</c:v>
                </c:pt>
                <c:pt idx="2441">
                  <c:v>1096.3579999999999</c:v>
                </c:pt>
                <c:pt idx="2442">
                  <c:v>1095.683</c:v>
                </c:pt>
                <c:pt idx="2443">
                  <c:v>1095.4069999999999</c:v>
                </c:pt>
                <c:pt idx="2444">
                  <c:v>1097.6210000000001</c:v>
                </c:pt>
                <c:pt idx="2445">
                  <c:v>1101.664</c:v>
                </c:pt>
                <c:pt idx="2446">
                  <c:v>1101.6130000000001</c:v>
                </c:pt>
                <c:pt idx="2447">
                  <c:v>1099.096</c:v>
                </c:pt>
                <c:pt idx="2448">
                  <c:v>1096.498</c:v>
                </c:pt>
                <c:pt idx="2449">
                  <c:v>1094.3989999999999</c:v>
                </c:pt>
                <c:pt idx="2450">
                  <c:v>1094.0429999999999</c:v>
                </c:pt>
                <c:pt idx="2451">
                  <c:v>1094.2349999999999</c:v>
                </c:pt>
                <c:pt idx="2452">
                  <c:v>1094.1199999999999</c:v>
                </c:pt>
                <c:pt idx="2453">
                  <c:v>1093.79</c:v>
                </c:pt>
                <c:pt idx="2454">
                  <c:v>1093.1410000000001</c:v>
                </c:pt>
                <c:pt idx="2455">
                  <c:v>1092.538</c:v>
                </c:pt>
                <c:pt idx="2456">
                  <c:v>1091.9190000000001</c:v>
                </c:pt>
                <c:pt idx="2457">
                  <c:v>1092.9280000000001</c:v>
                </c:pt>
                <c:pt idx="2458">
                  <c:v>1096.95</c:v>
                </c:pt>
                <c:pt idx="2459">
                  <c:v>1096.3040000000001</c:v>
                </c:pt>
                <c:pt idx="2460">
                  <c:v>1090.0920000000001</c:v>
                </c:pt>
                <c:pt idx="2461">
                  <c:v>1086.107</c:v>
                </c:pt>
                <c:pt idx="2462">
                  <c:v>1085.1079999999999</c:v>
                </c:pt>
                <c:pt idx="2463">
                  <c:v>1085.3009999999999</c:v>
                </c:pt>
                <c:pt idx="2464">
                  <c:v>1086.17</c:v>
                </c:pt>
                <c:pt idx="2465">
                  <c:v>1084.6469999999999</c:v>
                </c:pt>
                <c:pt idx="2466">
                  <c:v>1082.654</c:v>
                </c:pt>
                <c:pt idx="2467">
                  <c:v>1084.271</c:v>
                </c:pt>
                <c:pt idx="2468">
                  <c:v>1087.499</c:v>
                </c:pt>
                <c:pt idx="2469">
                  <c:v>1088.77</c:v>
                </c:pt>
                <c:pt idx="2470">
                  <c:v>1088.0530000000001</c:v>
                </c:pt>
                <c:pt idx="2471">
                  <c:v>1084.8789999999999</c:v>
                </c:pt>
                <c:pt idx="2472">
                  <c:v>1081.838</c:v>
                </c:pt>
                <c:pt idx="2473">
                  <c:v>1080.671</c:v>
                </c:pt>
                <c:pt idx="2474">
                  <c:v>1082.202</c:v>
                </c:pt>
                <c:pt idx="2475">
                  <c:v>1087.203</c:v>
                </c:pt>
                <c:pt idx="2476">
                  <c:v>1088.854</c:v>
                </c:pt>
                <c:pt idx="2477">
                  <c:v>1083.163</c:v>
                </c:pt>
                <c:pt idx="2478">
                  <c:v>1082.508</c:v>
                </c:pt>
                <c:pt idx="2479">
                  <c:v>1088.5239999999999</c:v>
                </c:pt>
                <c:pt idx="2480">
                  <c:v>1090.202</c:v>
                </c:pt>
                <c:pt idx="2481">
                  <c:v>1086.521</c:v>
                </c:pt>
                <c:pt idx="2482">
                  <c:v>1081.0060000000001</c:v>
                </c:pt>
                <c:pt idx="2483">
                  <c:v>1074.857</c:v>
                </c:pt>
                <c:pt idx="2484">
                  <c:v>1076.6990000000001</c:v>
                </c:pt>
                <c:pt idx="2485">
                  <c:v>1081.749</c:v>
                </c:pt>
                <c:pt idx="2486">
                  <c:v>1080.701</c:v>
                </c:pt>
                <c:pt idx="2487">
                  <c:v>1076.7360000000001</c:v>
                </c:pt>
                <c:pt idx="2488">
                  <c:v>1077.0350000000001</c:v>
                </c:pt>
                <c:pt idx="2489">
                  <c:v>1077.9390000000001</c:v>
                </c:pt>
                <c:pt idx="2490">
                  <c:v>1076.5170000000001</c:v>
                </c:pt>
                <c:pt idx="2491">
                  <c:v>1074.8019999999999</c:v>
                </c:pt>
                <c:pt idx="2492">
                  <c:v>1074.587</c:v>
                </c:pt>
                <c:pt idx="2493">
                  <c:v>1075.0329999999999</c:v>
                </c:pt>
                <c:pt idx="2494">
                  <c:v>1075.9690000000001</c:v>
                </c:pt>
                <c:pt idx="2495">
                  <c:v>1076.0260000000001</c:v>
                </c:pt>
                <c:pt idx="2496">
                  <c:v>1074.432</c:v>
                </c:pt>
                <c:pt idx="2497">
                  <c:v>1073.895</c:v>
                </c:pt>
                <c:pt idx="2498">
                  <c:v>1074.644</c:v>
                </c:pt>
                <c:pt idx="2499">
                  <c:v>1075.2439999999999</c:v>
                </c:pt>
                <c:pt idx="2500">
                  <c:v>1075.1610000000001</c:v>
                </c:pt>
                <c:pt idx="2501">
                  <c:v>1072.1120000000001</c:v>
                </c:pt>
                <c:pt idx="2502">
                  <c:v>1067.3309999999999</c:v>
                </c:pt>
                <c:pt idx="2503">
                  <c:v>1069.5429999999999</c:v>
                </c:pt>
                <c:pt idx="2504">
                  <c:v>1074.596</c:v>
                </c:pt>
                <c:pt idx="2505">
                  <c:v>1076.3720000000001</c:v>
                </c:pt>
                <c:pt idx="2506">
                  <c:v>1075.2280000000001</c:v>
                </c:pt>
                <c:pt idx="2507">
                  <c:v>1069.2460000000001</c:v>
                </c:pt>
                <c:pt idx="2508">
                  <c:v>1064.7449999999999</c:v>
                </c:pt>
                <c:pt idx="2509">
                  <c:v>1065.2729999999999</c:v>
                </c:pt>
                <c:pt idx="2510">
                  <c:v>1066.9670000000001</c:v>
                </c:pt>
                <c:pt idx="2511">
                  <c:v>1067.7280000000001</c:v>
                </c:pt>
                <c:pt idx="2512">
                  <c:v>1066.192</c:v>
                </c:pt>
                <c:pt idx="2513">
                  <c:v>1062.1010000000001</c:v>
                </c:pt>
                <c:pt idx="2514">
                  <c:v>1061.5740000000001</c:v>
                </c:pt>
                <c:pt idx="2515">
                  <c:v>1067.095</c:v>
                </c:pt>
                <c:pt idx="2516">
                  <c:v>1067.3230000000001</c:v>
                </c:pt>
                <c:pt idx="2517">
                  <c:v>1062.5150000000001</c:v>
                </c:pt>
                <c:pt idx="2518">
                  <c:v>1063.45</c:v>
                </c:pt>
                <c:pt idx="2519">
                  <c:v>1068.3309999999999</c:v>
                </c:pt>
                <c:pt idx="2520">
                  <c:v>1066.8309999999999</c:v>
                </c:pt>
                <c:pt idx="2521">
                  <c:v>1060.819</c:v>
                </c:pt>
                <c:pt idx="2522">
                  <c:v>1055.5889999999999</c:v>
                </c:pt>
                <c:pt idx="2523">
                  <c:v>1053.662</c:v>
                </c:pt>
                <c:pt idx="2524">
                  <c:v>1057.8030000000001</c:v>
                </c:pt>
                <c:pt idx="2525">
                  <c:v>1062.9970000000001</c:v>
                </c:pt>
                <c:pt idx="2526">
                  <c:v>1062.452</c:v>
                </c:pt>
                <c:pt idx="2527">
                  <c:v>1060.4190000000001</c:v>
                </c:pt>
                <c:pt idx="2528">
                  <c:v>1058.2049999999999</c:v>
                </c:pt>
                <c:pt idx="2529">
                  <c:v>1058.902</c:v>
                </c:pt>
                <c:pt idx="2530">
                  <c:v>1069.251</c:v>
                </c:pt>
                <c:pt idx="2531">
                  <c:v>1069.2819999999999</c:v>
                </c:pt>
                <c:pt idx="2532">
                  <c:v>1058.489</c:v>
                </c:pt>
                <c:pt idx="2533">
                  <c:v>1051.98</c:v>
                </c:pt>
                <c:pt idx="2534">
                  <c:v>1053.2670000000001</c:v>
                </c:pt>
                <c:pt idx="2535">
                  <c:v>1054.231</c:v>
                </c:pt>
                <c:pt idx="2536">
                  <c:v>1054.5989999999999</c:v>
                </c:pt>
                <c:pt idx="2537">
                  <c:v>1054.394</c:v>
                </c:pt>
                <c:pt idx="2538">
                  <c:v>1053.8399999999999</c:v>
                </c:pt>
                <c:pt idx="2539">
                  <c:v>1053.395</c:v>
                </c:pt>
                <c:pt idx="2540">
                  <c:v>1053.0160000000001</c:v>
                </c:pt>
                <c:pt idx="2541">
                  <c:v>1052.6659999999999</c:v>
                </c:pt>
                <c:pt idx="2542">
                  <c:v>1052.316</c:v>
                </c:pt>
                <c:pt idx="2543">
                  <c:v>1052.0360000000001</c:v>
                </c:pt>
                <c:pt idx="2544">
                  <c:v>1051.3510000000001</c:v>
                </c:pt>
                <c:pt idx="2545">
                  <c:v>1049.0519999999999</c:v>
                </c:pt>
                <c:pt idx="2546">
                  <c:v>1047.7239999999999</c:v>
                </c:pt>
                <c:pt idx="2547">
                  <c:v>1047.7370000000001</c:v>
                </c:pt>
                <c:pt idx="2548">
                  <c:v>1048.905</c:v>
                </c:pt>
                <c:pt idx="2549">
                  <c:v>1052.0050000000001</c:v>
                </c:pt>
                <c:pt idx="2550">
                  <c:v>1051.9359999999999</c:v>
                </c:pt>
                <c:pt idx="2551">
                  <c:v>1049.069</c:v>
                </c:pt>
                <c:pt idx="2552">
                  <c:v>1044.569</c:v>
                </c:pt>
                <c:pt idx="2553">
                  <c:v>1039.6310000000001</c:v>
                </c:pt>
                <c:pt idx="2554">
                  <c:v>1037.971</c:v>
                </c:pt>
                <c:pt idx="2555">
                  <c:v>1038.299</c:v>
                </c:pt>
                <c:pt idx="2556">
                  <c:v>1038.0989999999999</c:v>
                </c:pt>
                <c:pt idx="2557">
                  <c:v>1037.9280000000001</c:v>
                </c:pt>
                <c:pt idx="2558">
                  <c:v>1038.587</c:v>
                </c:pt>
                <c:pt idx="2559">
                  <c:v>1039.0509999999999</c:v>
                </c:pt>
                <c:pt idx="2560">
                  <c:v>1036.942</c:v>
                </c:pt>
                <c:pt idx="2561">
                  <c:v>1037.2429999999999</c:v>
                </c:pt>
                <c:pt idx="2562">
                  <c:v>1041.521</c:v>
                </c:pt>
                <c:pt idx="2563">
                  <c:v>1043.712</c:v>
                </c:pt>
                <c:pt idx="2564">
                  <c:v>1038.5730000000001</c:v>
                </c:pt>
                <c:pt idx="2565">
                  <c:v>1035.088</c:v>
                </c:pt>
                <c:pt idx="2566">
                  <c:v>1033.364</c:v>
                </c:pt>
                <c:pt idx="2567">
                  <c:v>1032.316</c:v>
                </c:pt>
                <c:pt idx="2568">
                  <c:v>1032.0039999999999</c:v>
                </c:pt>
                <c:pt idx="2569">
                  <c:v>1036.443</c:v>
                </c:pt>
                <c:pt idx="2570">
                  <c:v>1041.8510000000001</c:v>
                </c:pt>
                <c:pt idx="2571">
                  <c:v>1037.502</c:v>
                </c:pt>
                <c:pt idx="2572">
                  <c:v>1029.8030000000001</c:v>
                </c:pt>
                <c:pt idx="2573">
                  <c:v>1027.259</c:v>
                </c:pt>
                <c:pt idx="2574">
                  <c:v>1027.4949999999999</c:v>
                </c:pt>
                <c:pt idx="2575">
                  <c:v>1030.162</c:v>
                </c:pt>
                <c:pt idx="2576">
                  <c:v>1030.579</c:v>
                </c:pt>
                <c:pt idx="2577">
                  <c:v>1026.1880000000001</c:v>
                </c:pt>
                <c:pt idx="2578">
                  <c:v>1023.855</c:v>
                </c:pt>
                <c:pt idx="2579">
                  <c:v>1028.5440000000001</c:v>
                </c:pt>
                <c:pt idx="2580">
                  <c:v>1029.4159999999999</c:v>
                </c:pt>
                <c:pt idx="2581">
                  <c:v>1026.04</c:v>
                </c:pt>
                <c:pt idx="2582">
                  <c:v>1025.1469999999999</c:v>
                </c:pt>
                <c:pt idx="2583">
                  <c:v>1028.0820000000001</c:v>
                </c:pt>
                <c:pt idx="2584">
                  <c:v>1025.713</c:v>
                </c:pt>
                <c:pt idx="2585">
                  <c:v>1020.763</c:v>
                </c:pt>
                <c:pt idx="2586">
                  <c:v>1019.851</c:v>
                </c:pt>
                <c:pt idx="2587">
                  <c:v>1021.0170000000001</c:v>
                </c:pt>
                <c:pt idx="2588">
                  <c:v>1020.4109999999999</c:v>
                </c:pt>
                <c:pt idx="2589">
                  <c:v>1020.037</c:v>
                </c:pt>
                <c:pt idx="2590">
                  <c:v>1022.38</c:v>
                </c:pt>
                <c:pt idx="2591">
                  <c:v>1024.25</c:v>
                </c:pt>
                <c:pt idx="2592">
                  <c:v>1023.478</c:v>
                </c:pt>
                <c:pt idx="2593">
                  <c:v>1023.624</c:v>
                </c:pt>
                <c:pt idx="2594">
                  <c:v>1026.33</c:v>
                </c:pt>
                <c:pt idx="2595">
                  <c:v>1024.06</c:v>
                </c:pt>
                <c:pt idx="2596">
                  <c:v>1015.95</c:v>
                </c:pt>
                <c:pt idx="2597">
                  <c:v>1011.659</c:v>
                </c:pt>
                <c:pt idx="2598">
                  <c:v>1012.074</c:v>
                </c:pt>
                <c:pt idx="2599">
                  <c:v>1014.609</c:v>
                </c:pt>
                <c:pt idx="2600">
                  <c:v>1017.025</c:v>
                </c:pt>
                <c:pt idx="2601">
                  <c:v>1014.698</c:v>
                </c:pt>
                <c:pt idx="2602">
                  <c:v>1010.7190000000001</c:v>
                </c:pt>
                <c:pt idx="2603">
                  <c:v>1010.878</c:v>
                </c:pt>
                <c:pt idx="2604">
                  <c:v>1011.005</c:v>
                </c:pt>
                <c:pt idx="2605">
                  <c:v>1007.995</c:v>
                </c:pt>
                <c:pt idx="2606">
                  <c:v>1004.943</c:v>
                </c:pt>
                <c:pt idx="2607">
                  <c:v>1004.316</c:v>
                </c:pt>
                <c:pt idx="2608">
                  <c:v>1004.731</c:v>
                </c:pt>
                <c:pt idx="2609">
                  <c:v>1005.563</c:v>
                </c:pt>
                <c:pt idx="2610">
                  <c:v>1009.013</c:v>
                </c:pt>
                <c:pt idx="2611">
                  <c:v>1015.284</c:v>
                </c:pt>
                <c:pt idx="2612">
                  <c:v>1012.987</c:v>
                </c:pt>
                <c:pt idx="2613">
                  <c:v>1003.758</c:v>
                </c:pt>
                <c:pt idx="2614">
                  <c:v>1002.08</c:v>
                </c:pt>
                <c:pt idx="2615">
                  <c:v>1005.07</c:v>
                </c:pt>
                <c:pt idx="2616">
                  <c:v>1003.455</c:v>
                </c:pt>
                <c:pt idx="2617">
                  <c:v>999.12829999999997</c:v>
                </c:pt>
                <c:pt idx="2618">
                  <c:v>995.30029999999988</c:v>
                </c:pt>
                <c:pt idx="2619">
                  <c:v>994.31719999999984</c:v>
                </c:pt>
                <c:pt idx="2620">
                  <c:v>997.59199999999998</c:v>
                </c:pt>
                <c:pt idx="2621">
                  <c:v>1000.934</c:v>
                </c:pt>
                <c:pt idx="2622">
                  <c:v>1000.499</c:v>
                </c:pt>
                <c:pt idx="2623">
                  <c:v>999.86389999999983</c:v>
                </c:pt>
                <c:pt idx="2624">
                  <c:v>999.63610000000006</c:v>
                </c:pt>
                <c:pt idx="2625">
                  <c:v>998.23789999999997</c:v>
                </c:pt>
                <c:pt idx="2626">
                  <c:v>994.84409999999991</c:v>
                </c:pt>
                <c:pt idx="2627">
                  <c:v>992.30939999999998</c:v>
                </c:pt>
                <c:pt idx="2628">
                  <c:v>991.05059999999992</c:v>
                </c:pt>
                <c:pt idx="2629">
                  <c:v>993.54390000000001</c:v>
                </c:pt>
                <c:pt idx="2630">
                  <c:v>997.20450000000005</c:v>
                </c:pt>
                <c:pt idx="2631">
                  <c:v>996.5444</c:v>
                </c:pt>
                <c:pt idx="2632">
                  <c:v>992.9348</c:v>
                </c:pt>
                <c:pt idx="2633">
                  <c:v>986.0175999999999</c:v>
                </c:pt>
                <c:pt idx="2634">
                  <c:v>981.34769999999992</c:v>
                </c:pt>
                <c:pt idx="2635">
                  <c:v>983.33189999999991</c:v>
                </c:pt>
                <c:pt idx="2636">
                  <c:v>986.37149999999997</c:v>
                </c:pt>
                <c:pt idx="2637">
                  <c:v>986.02840000000003</c:v>
                </c:pt>
                <c:pt idx="2638">
                  <c:v>983.18870000000004</c:v>
                </c:pt>
                <c:pt idx="2639">
                  <c:v>978.13369999999998</c:v>
                </c:pt>
                <c:pt idx="2640">
                  <c:v>976.17650000000003</c:v>
                </c:pt>
                <c:pt idx="2641">
                  <c:v>979.72910000000002</c:v>
                </c:pt>
                <c:pt idx="2642">
                  <c:v>981.70280000000002</c:v>
                </c:pt>
                <c:pt idx="2643">
                  <c:v>982.04549999999983</c:v>
                </c:pt>
                <c:pt idx="2644">
                  <c:v>980.81819999999993</c:v>
                </c:pt>
                <c:pt idx="2645">
                  <c:v>978.84589999999992</c:v>
                </c:pt>
                <c:pt idx="2646">
                  <c:v>977.54789999999991</c:v>
                </c:pt>
                <c:pt idx="2647">
                  <c:v>976.06330000000003</c:v>
                </c:pt>
                <c:pt idx="2648">
                  <c:v>975.18299999999999</c:v>
                </c:pt>
                <c:pt idx="2649">
                  <c:v>975.95119999999986</c:v>
                </c:pt>
                <c:pt idx="2650">
                  <c:v>976.36989999999992</c:v>
                </c:pt>
                <c:pt idx="2651">
                  <c:v>972.98619999999994</c:v>
                </c:pt>
                <c:pt idx="2652">
                  <c:v>968.01559999999984</c:v>
                </c:pt>
                <c:pt idx="2653">
                  <c:v>967.00480000000005</c:v>
                </c:pt>
                <c:pt idx="2654">
                  <c:v>968.77419999999995</c:v>
                </c:pt>
                <c:pt idx="2655">
                  <c:v>970.29909999999995</c:v>
                </c:pt>
                <c:pt idx="2656">
                  <c:v>971.66830000000004</c:v>
                </c:pt>
                <c:pt idx="2657">
                  <c:v>973.32489999999996</c:v>
                </c:pt>
                <c:pt idx="2658">
                  <c:v>974.2885</c:v>
                </c:pt>
                <c:pt idx="2659">
                  <c:v>971.35059999999987</c:v>
                </c:pt>
                <c:pt idx="2660">
                  <c:v>968.11580000000004</c:v>
                </c:pt>
                <c:pt idx="2661">
                  <c:v>972.40639999999996</c:v>
                </c:pt>
                <c:pt idx="2662">
                  <c:v>975.05349999999999</c:v>
                </c:pt>
                <c:pt idx="2663">
                  <c:v>971.50890000000004</c:v>
                </c:pt>
                <c:pt idx="2664">
                  <c:v>968.80189999999993</c:v>
                </c:pt>
                <c:pt idx="2665">
                  <c:v>969.19079999999997</c:v>
                </c:pt>
                <c:pt idx="2666">
                  <c:v>968.32479999999998</c:v>
                </c:pt>
                <c:pt idx="2667">
                  <c:v>965.65559999999994</c:v>
                </c:pt>
                <c:pt idx="2668">
                  <c:v>964.57809999999995</c:v>
                </c:pt>
                <c:pt idx="2669">
                  <c:v>965.22580000000005</c:v>
                </c:pt>
                <c:pt idx="2670">
                  <c:v>962.19179999999994</c:v>
                </c:pt>
                <c:pt idx="2671">
                  <c:v>957.76639999999998</c:v>
                </c:pt>
                <c:pt idx="2672">
                  <c:v>959.84479999999996</c:v>
                </c:pt>
                <c:pt idx="2673">
                  <c:v>963.19690000000003</c:v>
                </c:pt>
                <c:pt idx="2674">
                  <c:v>963.8531999999999</c:v>
                </c:pt>
                <c:pt idx="2675">
                  <c:v>963.29390000000001</c:v>
                </c:pt>
                <c:pt idx="2676">
                  <c:v>961.91309999999999</c:v>
                </c:pt>
                <c:pt idx="2677">
                  <c:v>960.19809999999995</c:v>
                </c:pt>
                <c:pt idx="2678">
                  <c:v>958.56299999999987</c:v>
                </c:pt>
                <c:pt idx="2679">
                  <c:v>956.66780000000006</c:v>
                </c:pt>
                <c:pt idx="2680">
                  <c:v>952.65970000000004</c:v>
                </c:pt>
                <c:pt idx="2681">
                  <c:v>953.45009999999991</c:v>
                </c:pt>
                <c:pt idx="2682">
                  <c:v>957.90609999999992</c:v>
                </c:pt>
                <c:pt idx="2683">
                  <c:v>959.03880000000004</c:v>
                </c:pt>
                <c:pt idx="2684">
                  <c:v>956.4319999999999</c:v>
                </c:pt>
                <c:pt idx="2685">
                  <c:v>951.99170000000004</c:v>
                </c:pt>
                <c:pt idx="2686">
                  <c:v>947.95229999999992</c:v>
                </c:pt>
                <c:pt idx="2687">
                  <c:v>950.32339999999999</c:v>
                </c:pt>
                <c:pt idx="2688">
                  <c:v>953.33799999999985</c:v>
                </c:pt>
                <c:pt idx="2689">
                  <c:v>952.89089999999999</c:v>
                </c:pt>
                <c:pt idx="2690">
                  <c:v>951.67759999999998</c:v>
                </c:pt>
                <c:pt idx="2691">
                  <c:v>951.9384</c:v>
                </c:pt>
                <c:pt idx="2692">
                  <c:v>951.88869999999997</c:v>
                </c:pt>
                <c:pt idx="2693">
                  <c:v>951.7038</c:v>
                </c:pt>
                <c:pt idx="2694">
                  <c:v>950.04880000000003</c:v>
                </c:pt>
                <c:pt idx="2695">
                  <c:v>945.8741</c:v>
                </c:pt>
                <c:pt idx="2696">
                  <c:v>944.48419999999999</c:v>
                </c:pt>
                <c:pt idx="2697">
                  <c:v>945.84389999999996</c:v>
                </c:pt>
                <c:pt idx="2698">
                  <c:v>950.18079999999998</c:v>
                </c:pt>
                <c:pt idx="2699">
                  <c:v>953.55289999999991</c:v>
                </c:pt>
                <c:pt idx="2700">
                  <c:v>948.84929999999986</c:v>
                </c:pt>
                <c:pt idx="2701">
                  <c:v>944.17349999999999</c:v>
                </c:pt>
                <c:pt idx="2702">
                  <c:v>945.8155999999999</c:v>
                </c:pt>
                <c:pt idx="2703">
                  <c:v>947.44509999999991</c:v>
                </c:pt>
                <c:pt idx="2704">
                  <c:v>945.6884</c:v>
                </c:pt>
                <c:pt idx="2705">
                  <c:v>944.51139999999998</c:v>
                </c:pt>
                <c:pt idx="2706">
                  <c:v>945.94079999999997</c:v>
                </c:pt>
                <c:pt idx="2707">
                  <c:v>946.98219999999992</c:v>
                </c:pt>
                <c:pt idx="2708">
                  <c:v>947.09439999999995</c:v>
                </c:pt>
                <c:pt idx="2709">
                  <c:v>946.70100000000002</c:v>
                </c:pt>
                <c:pt idx="2710">
                  <c:v>945.08579999999995</c:v>
                </c:pt>
                <c:pt idx="2711">
                  <c:v>942.13559999999984</c:v>
                </c:pt>
                <c:pt idx="2712">
                  <c:v>939.99719999999991</c:v>
                </c:pt>
                <c:pt idx="2713">
                  <c:v>938.55799999999988</c:v>
                </c:pt>
                <c:pt idx="2714">
                  <c:v>938.36509999999987</c:v>
                </c:pt>
                <c:pt idx="2715">
                  <c:v>939.89659999999992</c:v>
                </c:pt>
                <c:pt idx="2716">
                  <c:v>942.15749999999991</c:v>
                </c:pt>
                <c:pt idx="2717">
                  <c:v>944.58969999999999</c:v>
                </c:pt>
                <c:pt idx="2718">
                  <c:v>942.76419999999996</c:v>
                </c:pt>
                <c:pt idx="2719">
                  <c:v>938.38729999999987</c:v>
                </c:pt>
                <c:pt idx="2720">
                  <c:v>938.50229999999988</c:v>
                </c:pt>
                <c:pt idx="2721">
                  <c:v>938.24180000000001</c:v>
                </c:pt>
                <c:pt idx="2722">
                  <c:v>936.30419999999992</c:v>
                </c:pt>
                <c:pt idx="2723">
                  <c:v>936.11509999999998</c:v>
                </c:pt>
                <c:pt idx="2724">
                  <c:v>935.18809999999996</c:v>
                </c:pt>
                <c:pt idx="2725">
                  <c:v>934.82929999999988</c:v>
                </c:pt>
                <c:pt idx="2726">
                  <c:v>940.1816</c:v>
                </c:pt>
                <c:pt idx="2727">
                  <c:v>941.67420000000004</c:v>
                </c:pt>
                <c:pt idx="2728">
                  <c:v>937.04939999999999</c:v>
                </c:pt>
                <c:pt idx="2729">
                  <c:v>934.4008</c:v>
                </c:pt>
                <c:pt idx="2730">
                  <c:v>934.39499999999998</c:v>
                </c:pt>
                <c:pt idx="2731">
                  <c:v>934.63850000000002</c:v>
                </c:pt>
                <c:pt idx="2732">
                  <c:v>935.6259</c:v>
                </c:pt>
                <c:pt idx="2733">
                  <c:v>936.4550999999999</c:v>
                </c:pt>
                <c:pt idx="2734">
                  <c:v>935.64219999999989</c:v>
                </c:pt>
                <c:pt idx="2735">
                  <c:v>935.08119999999997</c:v>
                </c:pt>
                <c:pt idx="2736">
                  <c:v>934.60739999999998</c:v>
                </c:pt>
                <c:pt idx="2737">
                  <c:v>932.7559</c:v>
                </c:pt>
                <c:pt idx="2738">
                  <c:v>931.45479999999998</c:v>
                </c:pt>
                <c:pt idx="2739">
                  <c:v>933.20150000000001</c:v>
                </c:pt>
                <c:pt idx="2740">
                  <c:v>935.2604</c:v>
                </c:pt>
                <c:pt idx="2741">
                  <c:v>936.35829999999987</c:v>
                </c:pt>
                <c:pt idx="2742">
                  <c:v>935.62759999999992</c:v>
                </c:pt>
                <c:pt idx="2743">
                  <c:v>932.45619999999985</c:v>
                </c:pt>
                <c:pt idx="2744">
                  <c:v>931.89949999999999</c:v>
                </c:pt>
                <c:pt idx="2745">
                  <c:v>934.85659999999984</c:v>
                </c:pt>
                <c:pt idx="2746">
                  <c:v>931.78160000000003</c:v>
                </c:pt>
                <c:pt idx="2747">
                  <c:v>925.91959999999983</c:v>
                </c:pt>
                <c:pt idx="2748">
                  <c:v>926.29880000000003</c:v>
                </c:pt>
                <c:pt idx="2749">
                  <c:v>930.73680000000002</c:v>
                </c:pt>
                <c:pt idx="2750">
                  <c:v>932.28430000000003</c:v>
                </c:pt>
                <c:pt idx="2751">
                  <c:v>930.74180000000001</c:v>
                </c:pt>
                <c:pt idx="2752">
                  <c:v>930.89749999999992</c:v>
                </c:pt>
                <c:pt idx="2753">
                  <c:v>932.53689999999983</c:v>
                </c:pt>
                <c:pt idx="2754">
                  <c:v>931.53890000000001</c:v>
                </c:pt>
                <c:pt idx="2755">
                  <c:v>929.36509999999987</c:v>
                </c:pt>
                <c:pt idx="2756">
                  <c:v>927.40150000000006</c:v>
                </c:pt>
                <c:pt idx="2757">
                  <c:v>927.27279999999996</c:v>
                </c:pt>
                <c:pt idx="2758">
                  <c:v>929.80799999999988</c:v>
                </c:pt>
                <c:pt idx="2759">
                  <c:v>930.83039999999994</c:v>
                </c:pt>
                <c:pt idx="2760">
                  <c:v>930.70979999999997</c:v>
                </c:pt>
                <c:pt idx="2761">
                  <c:v>931.42149999999992</c:v>
                </c:pt>
                <c:pt idx="2762">
                  <c:v>929.5474999999999</c:v>
                </c:pt>
                <c:pt idx="2763">
                  <c:v>927.53159999999991</c:v>
                </c:pt>
                <c:pt idx="2764">
                  <c:v>928.75310000000002</c:v>
                </c:pt>
                <c:pt idx="2765">
                  <c:v>933.12890000000004</c:v>
                </c:pt>
                <c:pt idx="2766">
                  <c:v>935.49670000000003</c:v>
                </c:pt>
                <c:pt idx="2767">
                  <c:v>936.28290000000004</c:v>
                </c:pt>
                <c:pt idx="2768">
                  <c:v>936.77</c:v>
                </c:pt>
                <c:pt idx="2769">
                  <c:v>934.93959999999993</c:v>
                </c:pt>
                <c:pt idx="2770">
                  <c:v>932.88749999999993</c:v>
                </c:pt>
                <c:pt idx="2771">
                  <c:v>934.85239999999988</c:v>
                </c:pt>
                <c:pt idx="2772">
                  <c:v>935.21730000000002</c:v>
                </c:pt>
                <c:pt idx="2773">
                  <c:v>932.73569999999984</c:v>
                </c:pt>
                <c:pt idx="2774">
                  <c:v>930.99869999999999</c:v>
                </c:pt>
                <c:pt idx="2775">
                  <c:v>930.3981</c:v>
                </c:pt>
                <c:pt idx="2776">
                  <c:v>930.10969999999998</c:v>
                </c:pt>
                <c:pt idx="2777">
                  <c:v>931.23080000000004</c:v>
                </c:pt>
                <c:pt idx="2778">
                  <c:v>932.72810000000004</c:v>
                </c:pt>
                <c:pt idx="2779">
                  <c:v>932.29719999999998</c:v>
                </c:pt>
                <c:pt idx="2780">
                  <c:v>931.26580000000001</c:v>
                </c:pt>
                <c:pt idx="2781">
                  <c:v>929.96239999999989</c:v>
                </c:pt>
                <c:pt idx="2782">
                  <c:v>929.70680000000004</c:v>
                </c:pt>
                <c:pt idx="2783">
                  <c:v>929.80959999999993</c:v>
                </c:pt>
                <c:pt idx="2784">
                  <c:v>930.27440000000001</c:v>
                </c:pt>
                <c:pt idx="2785">
                  <c:v>933.62890000000004</c:v>
                </c:pt>
                <c:pt idx="2786">
                  <c:v>935.01329999999996</c:v>
                </c:pt>
                <c:pt idx="2787">
                  <c:v>933.23350000000005</c:v>
                </c:pt>
                <c:pt idx="2788">
                  <c:v>933.82089999999994</c:v>
                </c:pt>
                <c:pt idx="2789">
                  <c:v>936.38639999999998</c:v>
                </c:pt>
                <c:pt idx="2790">
                  <c:v>938.09849999999994</c:v>
                </c:pt>
                <c:pt idx="2791">
                  <c:v>938.4393</c:v>
                </c:pt>
                <c:pt idx="2792">
                  <c:v>934.47349999999994</c:v>
                </c:pt>
                <c:pt idx="2793">
                  <c:v>930.8809</c:v>
                </c:pt>
                <c:pt idx="2794">
                  <c:v>932.99869999999999</c:v>
                </c:pt>
                <c:pt idx="2795">
                  <c:v>937.2346</c:v>
                </c:pt>
                <c:pt idx="2796">
                  <c:v>938.15159999999992</c:v>
                </c:pt>
                <c:pt idx="2797">
                  <c:v>938.86149999999986</c:v>
                </c:pt>
                <c:pt idx="2798">
                  <c:v>941.3732</c:v>
                </c:pt>
                <c:pt idx="2799">
                  <c:v>942.74770000000001</c:v>
                </c:pt>
                <c:pt idx="2800">
                  <c:v>938.63919999999996</c:v>
                </c:pt>
                <c:pt idx="2801">
                  <c:v>937.04870000000005</c:v>
                </c:pt>
                <c:pt idx="2802">
                  <c:v>938.47400000000005</c:v>
                </c:pt>
                <c:pt idx="2803">
                  <c:v>937.65159999999992</c:v>
                </c:pt>
                <c:pt idx="2804">
                  <c:v>934.44909999999993</c:v>
                </c:pt>
                <c:pt idx="2805">
                  <c:v>934.23209999999983</c:v>
                </c:pt>
                <c:pt idx="2806">
                  <c:v>934.91619999999989</c:v>
                </c:pt>
                <c:pt idx="2807">
                  <c:v>934.87400000000002</c:v>
                </c:pt>
                <c:pt idx="2808">
                  <c:v>936.4855</c:v>
                </c:pt>
                <c:pt idx="2809">
                  <c:v>936.5415999999999</c:v>
                </c:pt>
                <c:pt idx="2810">
                  <c:v>934.36619999999982</c:v>
                </c:pt>
                <c:pt idx="2811">
                  <c:v>932.72270000000003</c:v>
                </c:pt>
                <c:pt idx="2812">
                  <c:v>932.81179999999983</c:v>
                </c:pt>
                <c:pt idx="2813">
                  <c:v>933.69110000000001</c:v>
                </c:pt>
                <c:pt idx="2814">
                  <c:v>933.63570000000004</c:v>
                </c:pt>
                <c:pt idx="2815">
                  <c:v>931.60299999999984</c:v>
                </c:pt>
                <c:pt idx="2816">
                  <c:v>930.44269999999972</c:v>
                </c:pt>
                <c:pt idx="2817">
                  <c:v>932.81119999999987</c:v>
                </c:pt>
                <c:pt idx="2818">
                  <c:v>935.35359999999991</c:v>
                </c:pt>
                <c:pt idx="2819">
                  <c:v>937.57600000000002</c:v>
                </c:pt>
                <c:pt idx="2820">
                  <c:v>939.00779999999997</c:v>
                </c:pt>
                <c:pt idx="2821">
                  <c:v>937.58439999999996</c:v>
                </c:pt>
                <c:pt idx="2822">
                  <c:v>935.1164</c:v>
                </c:pt>
                <c:pt idx="2823">
                  <c:v>932.99400000000003</c:v>
                </c:pt>
                <c:pt idx="2824">
                  <c:v>932.88350000000003</c:v>
                </c:pt>
                <c:pt idx="2825">
                  <c:v>934.5607</c:v>
                </c:pt>
                <c:pt idx="2826">
                  <c:v>937.37130000000002</c:v>
                </c:pt>
                <c:pt idx="2827">
                  <c:v>939.27909999999997</c:v>
                </c:pt>
                <c:pt idx="2828">
                  <c:v>937.97119999999984</c:v>
                </c:pt>
                <c:pt idx="2829">
                  <c:v>935.35519999999985</c:v>
                </c:pt>
                <c:pt idx="2830">
                  <c:v>933.1318</c:v>
                </c:pt>
                <c:pt idx="2831">
                  <c:v>933.77750000000003</c:v>
                </c:pt>
                <c:pt idx="2832">
                  <c:v>938.26969999999983</c:v>
                </c:pt>
                <c:pt idx="2833">
                  <c:v>942.48519999999996</c:v>
                </c:pt>
                <c:pt idx="2834">
                  <c:v>941.91129999999987</c:v>
                </c:pt>
                <c:pt idx="2835">
                  <c:v>940.01930000000004</c:v>
                </c:pt>
                <c:pt idx="2836">
                  <c:v>937.0788</c:v>
                </c:pt>
                <c:pt idx="2837">
                  <c:v>935.4144</c:v>
                </c:pt>
                <c:pt idx="2838">
                  <c:v>939.66880000000003</c:v>
                </c:pt>
                <c:pt idx="2839">
                  <c:v>943.03159999999991</c:v>
                </c:pt>
                <c:pt idx="2840">
                  <c:v>943.59059999999999</c:v>
                </c:pt>
                <c:pt idx="2841">
                  <c:v>941.35879999999997</c:v>
                </c:pt>
                <c:pt idx="2842">
                  <c:v>936.05809999999997</c:v>
                </c:pt>
                <c:pt idx="2843">
                  <c:v>935.16559999999993</c:v>
                </c:pt>
                <c:pt idx="2844">
                  <c:v>938.52829999999983</c:v>
                </c:pt>
                <c:pt idx="2845">
                  <c:v>941.61580000000004</c:v>
                </c:pt>
                <c:pt idx="2846">
                  <c:v>943.79349999999999</c:v>
                </c:pt>
                <c:pt idx="2847">
                  <c:v>946.05880000000002</c:v>
                </c:pt>
                <c:pt idx="2848">
                  <c:v>946.66059999999993</c:v>
                </c:pt>
                <c:pt idx="2849">
                  <c:v>943.00409999999999</c:v>
                </c:pt>
                <c:pt idx="2850">
                  <c:v>938.95899999999983</c:v>
                </c:pt>
                <c:pt idx="2851">
                  <c:v>939.50670000000002</c:v>
                </c:pt>
                <c:pt idx="2852">
                  <c:v>940.71259999999984</c:v>
                </c:pt>
                <c:pt idx="2853">
                  <c:v>941.19659999999999</c:v>
                </c:pt>
                <c:pt idx="2854">
                  <c:v>942.72519999999997</c:v>
                </c:pt>
                <c:pt idx="2855">
                  <c:v>948.9378999999999</c:v>
                </c:pt>
                <c:pt idx="2856">
                  <c:v>949.8581999999999</c:v>
                </c:pt>
                <c:pt idx="2857">
                  <c:v>945.82259999999985</c:v>
                </c:pt>
                <c:pt idx="2858">
                  <c:v>943.02159999999992</c:v>
                </c:pt>
                <c:pt idx="2859">
                  <c:v>942.76179999999999</c:v>
                </c:pt>
                <c:pt idx="2860">
                  <c:v>944.14719999999988</c:v>
                </c:pt>
                <c:pt idx="2861">
                  <c:v>946.1511999999999</c:v>
                </c:pt>
                <c:pt idx="2862">
                  <c:v>946.80289999999991</c:v>
                </c:pt>
                <c:pt idx="2863">
                  <c:v>946.79579999999999</c:v>
                </c:pt>
                <c:pt idx="2864">
                  <c:v>946.44639999999993</c:v>
                </c:pt>
                <c:pt idx="2865">
                  <c:v>946.74570000000006</c:v>
                </c:pt>
                <c:pt idx="2866">
                  <c:v>948.25119999999993</c:v>
                </c:pt>
                <c:pt idx="2867">
                  <c:v>949.11279999999999</c:v>
                </c:pt>
                <c:pt idx="2868">
                  <c:v>949.08360000000005</c:v>
                </c:pt>
                <c:pt idx="2869">
                  <c:v>948.27719999999999</c:v>
                </c:pt>
                <c:pt idx="2870">
                  <c:v>947.18200000000002</c:v>
                </c:pt>
                <c:pt idx="2871">
                  <c:v>947.52959999999996</c:v>
                </c:pt>
                <c:pt idx="2872">
                  <c:v>947.80539999999996</c:v>
                </c:pt>
                <c:pt idx="2873">
                  <c:v>947.21889999999996</c:v>
                </c:pt>
                <c:pt idx="2874">
                  <c:v>946.6</c:v>
                </c:pt>
                <c:pt idx="2875">
                  <c:v>947.6105</c:v>
                </c:pt>
                <c:pt idx="2876">
                  <c:v>950.28229999999996</c:v>
                </c:pt>
                <c:pt idx="2877">
                  <c:v>952.20780000000002</c:v>
                </c:pt>
                <c:pt idx="2878">
                  <c:v>953.71950000000004</c:v>
                </c:pt>
                <c:pt idx="2879">
                  <c:v>955.279</c:v>
                </c:pt>
                <c:pt idx="2880">
                  <c:v>955.54109999999991</c:v>
                </c:pt>
                <c:pt idx="2881">
                  <c:v>952.19889999999998</c:v>
                </c:pt>
                <c:pt idx="2882">
                  <c:v>949.77919999999995</c:v>
                </c:pt>
                <c:pt idx="2883">
                  <c:v>950.59090000000003</c:v>
                </c:pt>
                <c:pt idx="2884">
                  <c:v>952.08230000000003</c:v>
                </c:pt>
                <c:pt idx="2885">
                  <c:v>954.09950000000003</c:v>
                </c:pt>
                <c:pt idx="2886">
                  <c:v>955.62759999999992</c:v>
                </c:pt>
                <c:pt idx="2887">
                  <c:v>954.97749999999996</c:v>
                </c:pt>
                <c:pt idx="2888">
                  <c:v>953.29510000000005</c:v>
                </c:pt>
                <c:pt idx="2889">
                  <c:v>951.12</c:v>
                </c:pt>
                <c:pt idx="2890">
                  <c:v>951.87459999999999</c:v>
                </c:pt>
                <c:pt idx="2891">
                  <c:v>954.34029999999984</c:v>
                </c:pt>
                <c:pt idx="2892">
                  <c:v>955.91570000000002</c:v>
                </c:pt>
                <c:pt idx="2893">
                  <c:v>957.41679999999997</c:v>
                </c:pt>
                <c:pt idx="2894">
                  <c:v>961.03340000000003</c:v>
                </c:pt>
                <c:pt idx="2895">
                  <c:v>964.2328</c:v>
                </c:pt>
                <c:pt idx="2896">
                  <c:v>964.00469999999996</c:v>
                </c:pt>
                <c:pt idx="2897">
                  <c:v>962.45179999999993</c:v>
                </c:pt>
                <c:pt idx="2898">
                  <c:v>961.21690000000001</c:v>
                </c:pt>
                <c:pt idx="2899">
                  <c:v>960.81689999999992</c:v>
                </c:pt>
                <c:pt idx="2900">
                  <c:v>961.54819999999984</c:v>
                </c:pt>
                <c:pt idx="2901">
                  <c:v>961.53989999999999</c:v>
                </c:pt>
                <c:pt idx="2902">
                  <c:v>959.06459999999993</c:v>
                </c:pt>
                <c:pt idx="2903">
                  <c:v>958.00289999999984</c:v>
                </c:pt>
                <c:pt idx="2904">
                  <c:v>958.52549999999997</c:v>
                </c:pt>
                <c:pt idx="2905">
                  <c:v>960.05649999999991</c:v>
                </c:pt>
                <c:pt idx="2906">
                  <c:v>962.65350000000001</c:v>
                </c:pt>
                <c:pt idx="2907">
                  <c:v>963.22990000000004</c:v>
                </c:pt>
                <c:pt idx="2908">
                  <c:v>962.37300000000005</c:v>
                </c:pt>
                <c:pt idx="2909">
                  <c:v>961.13279999999997</c:v>
                </c:pt>
                <c:pt idx="2910">
                  <c:v>960.55319999999983</c:v>
                </c:pt>
                <c:pt idx="2911">
                  <c:v>964.07240000000002</c:v>
                </c:pt>
                <c:pt idx="2912">
                  <c:v>967.22339999999997</c:v>
                </c:pt>
                <c:pt idx="2913">
                  <c:v>963.16619999999989</c:v>
                </c:pt>
                <c:pt idx="2914">
                  <c:v>959.28740000000005</c:v>
                </c:pt>
                <c:pt idx="2915">
                  <c:v>963.24670000000003</c:v>
                </c:pt>
                <c:pt idx="2916">
                  <c:v>966.58749999999998</c:v>
                </c:pt>
                <c:pt idx="2917">
                  <c:v>966.55209999999988</c:v>
                </c:pt>
                <c:pt idx="2918">
                  <c:v>966.86559999999986</c:v>
                </c:pt>
                <c:pt idx="2919">
                  <c:v>969.02329999999984</c:v>
                </c:pt>
                <c:pt idx="2920">
                  <c:v>970.42169999999987</c:v>
                </c:pt>
                <c:pt idx="2921">
                  <c:v>971.10919999999999</c:v>
                </c:pt>
                <c:pt idx="2922">
                  <c:v>971.74509999999998</c:v>
                </c:pt>
                <c:pt idx="2923">
                  <c:v>971.71010000000001</c:v>
                </c:pt>
                <c:pt idx="2924">
                  <c:v>969.40880000000004</c:v>
                </c:pt>
                <c:pt idx="2925">
                  <c:v>966.66149999999993</c:v>
                </c:pt>
                <c:pt idx="2926">
                  <c:v>968.93459999999993</c:v>
                </c:pt>
                <c:pt idx="2927">
                  <c:v>971.99189999999999</c:v>
                </c:pt>
                <c:pt idx="2928">
                  <c:v>969.86019999999985</c:v>
                </c:pt>
                <c:pt idx="2929">
                  <c:v>967.03279999999984</c:v>
                </c:pt>
                <c:pt idx="2930">
                  <c:v>966.60730000000001</c:v>
                </c:pt>
                <c:pt idx="2931">
                  <c:v>967.61699999999996</c:v>
                </c:pt>
                <c:pt idx="2932">
                  <c:v>970.51869999999997</c:v>
                </c:pt>
                <c:pt idx="2933">
                  <c:v>969.7482</c:v>
                </c:pt>
                <c:pt idx="2934">
                  <c:v>964.83349999999996</c:v>
                </c:pt>
                <c:pt idx="2935">
                  <c:v>965.96439999999996</c:v>
                </c:pt>
                <c:pt idx="2936">
                  <c:v>974.11429999999996</c:v>
                </c:pt>
                <c:pt idx="2937">
                  <c:v>978.15909999999997</c:v>
                </c:pt>
                <c:pt idx="2938">
                  <c:v>978.52449999999999</c:v>
                </c:pt>
                <c:pt idx="2939">
                  <c:v>976.67759999999998</c:v>
                </c:pt>
                <c:pt idx="2940">
                  <c:v>974.22040000000004</c:v>
                </c:pt>
                <c:pt idx="2941">
                  <c:v>973.22349999999994</c:v>
                </c:pt>
                <c:pt idx="2942">
                  <c:v>972.89170000000001</c:v>
                </c:pt>
                <c:pt idx="2943">
                  <c:v>972.41089999999997</c:v>
                </c:pt>
                <c:pt idx="2944">
                  <c:v>972.4144</c:v>
                </c:pt>
                <c:pt idx="2945">
                  <c:v>973.07449999999994</c:v>
                </c:pt>
                <c:pt idx="2946">
                  <c:v>974.97329999999999</c:v>
                </c:pt>
                <c:pt idx="2947">
                  <c:v>978.62619999999993</c:v>
                </c:pt>
                <c:pt idx="2948">
                  <c:v>979.46339999999998</c:v>
                </c:pt>
                <c:pt idx="2949">
                  <c:v>976.74789999999996</c:v>
                </c:pt>
                <c:pt idx="2950">
                  <c:v>977.13530000000003</c:v>
                </c:pt>
                <c:pt idx="2951">
                  <c:v>979.92589999999996</c:v>
                </c:pt>
                <c:pt idx="2952">
                  <c:v>976.08699999999999</c:v>
                </c:pt>
                <c:pt idx="2953">
                  <c:v>969.05629999999985</c:v>
                </c:pt>
                <c:pt idx="2954">
                  <c:v>968.3155999999999</c:v>
                </c:pt>
                <c:pt idx="2955">
                  <c:v>971.57169999999996</c:v>
                </c:pt>
                <c:pt idx="2956">
                  <c:v>977.29650000000004</c:v>
                </c:pt>
                <c:pt idx="2957">
                  <c:v>981.30109999999991</c:v>
                </c:pt>
                <c:pt idx="2958">
                  <c:v>980.34559999999988</c:v>
                </c:pt>
                <c:pt idx="2959">
                  <c:v>978.91579999999999</c:v>
                </c:pt>
                <c:pt idx="2960">
                  <c:v>979.63059999999996</c:v>
                </c:pt>
                <c:pt idx="2961">
                  <c:v>980.22670000000005</c:v>
                </c:pt>
                <c:pt idx="2962">
                  <c:v>980.25699999999983</c:v>
                </c:pt>
                <c:pt idx="2963">
                  <c:v>979.77660000000003</c:v>
                </c:pt>
                <c:pt idx="2964">
                  <c:v>978.91239999999993</c:v>
                </c:pt>
                <c:pt idx="2965">
                  <c:v>978.64229999999986</c:v>
                </c:pt>
                <c:pt idx="2966">
                  <c:v>979.20640000000003</c:v>
                </c:pt>
                <c:pt idx="2967">
                  <c:v>981.42049999999983</c:v>
                </c:pt>
                <c:pt idx="2968">
                  <c:v>983.9695999999999</c:v>
                </c:pt>
                <c:pt idx="2969">
                  <c:v>983.11670000000004</c:v>
                </c:pt>
                <c:pt idx="2970">
                  <c:v>981.12570000000005</c:v>
                </c:pt>
                <c:pt idx="2971">
                  <c:v>979.50059999999996</c:v>
                </c:pt>
                <c:pt idx="2972">
                  <c:v>978.78989999999999</c:v>
                </c:pt>
                <c:pt idx="2973">
                  <c:v>979.77200000000005</c:v>
                </c:pt>
                <c:pt idx="2974">
                  <c:v>981.58609999999999</c:v>
                </c:pt>
                <c:pt idx="2975">
                  <c:v>984.20640000000003</c:v>
                </c:pt>
                <c:pt idx="2976">
                  <c:v>984.24689999999998</c:v>
                </c:pt>
                <c:pt idx="2977">
                  <c:v>980.94259999999986</c:v>
                </c:pt>
                <c:pt idx="2978">
                  <c:v>983.08619999999996</c:v>
                </c:pt>
                <c:pt idx="2979">
                  <c:v>988.8671999999998</c:v>
                </c:pt>
                <c:pt idx="2980">
                  <c:v>990.07960000000003</c:v>
                </c:pt>
                <c:pt idx="2981">
                  <c:v>987.53109999999992</c:v>
                </c:pt>
                <c:pt idx="2982">
                  <c:v>983.28359999999998</c:v>
                </c:pt>
                <c:pt idx="2983">
                  <c:v>979.15930000000003</c:v>
                </c:pt>
                <c:pt idx="2984">
                  <c:v>976.45249999999987</c:v>
                </c:pt>
                <c:pt idx="2985">
                  <c:v>975.52599999999984</c:v>
                </c:pt>
                <c:pt idx="2986">
                  <c:v>977.1816</c:v>
                </c:pt>
                <c:pt idx="2987">
                  <c:v>981.19920000000002</c:v>
                </c:pt>
                <c:pt idx="2988">
                  <c:v>987.78020000000004</c:v>
                </c:pt>
                <c:pt idx="2989">
                  <c:v>990.62080000000003</c:v>
                </c:pt>
                <c:pt idx="2990">
                  <c:v>987.31229999999994</c:v>
                </c:pt>
                <c:pt idx="2991">
                  <c:v>984.40589999999997</c:v>
                </c:pt>
                <c:pt idx="2992">
                  <c:v>982.93849999999998</c:v>
                </c:pt>
                <c:pt idx="2993">
                  <c:v>986.30549999999994</c:v>
                </c:pt>
                <c:pt idx="2994">
                  <c:v>992.39340000000004</c:v>
                </c:pt>
                <c:pt idx="2995">
                  <c:v>994.7269</c:v>
                </c:pt>
                <c:pt idx="2996">
                  <c:v>992.7921</c:v>
                </c:pt>
                <c:pt idx="2997">
                  <c:v>985.71759999999983</c:v>
                </c:pt>
                <c:pt idx="2998">
                  <c:v>979.92319999999984</c:v>
                </c:pt>
                <c:pt idx="2999">
                  <c:v>985.22739999999999</c:v>
                </c:pt>
                <c:pt idx="3000">
                  <c:v>989.52099999999996</c:v>
                </c:pt>
                <c:pt idx="3001">
                  <c:v>989.99509999999998</c:v>
                </c:pt>
                <c:pt idx="3002">
                  <c:v>988.42589999999996</c:v>
                </c:pt>
                <c:pt idx="3003">
                  <c:v>984.32799999999986</c:v>
                </c:pt>
                <c:pt idx="3004">
                  <c:v>986.69119999999998</c:v>
                </c:pt>
                <c:pt idx="3005">
                  <c:v>993.0702</c:v>
                </c:pt>
                <c:pt idx="3006">
                  <c:v>991.52369999999996</c:v>
                </c:pt>
                <c:pt idx="3007">
                  <c:v>984.80649999999991</c:v>
                </c:pt>
                <c:pt idx="3008">
                  <c:v>985.07489999999996</c:v>
                </c:pt>
                <c:pt idx="3009">
                  <c:v>987.2296</c:v>
                </c:pt>
                <c:pt idx="3010">
                  <c:v>985.68370000000004</c:v>
                </c:pt>
                <c:pt idx="3011">
                  <c:v>984.00310000000002</c:v>
                </c:pt>
                <c:pt idx="3012">
                  <c:v>986.70979999999997</c:v>
                </c:pt>
                <c:pt idx="3013">
                  <c:v>989.91579999999999</c:v>
                </c:pt>
                <c:pt idx="3014">
                  <c:v>992.73599999999999</c:v>
                </c:pt>
                <c:pt idx="3015">
                  <c:v>993.32529999999986</c:v>
                </c:pt>
                <c:pt idx="3016">
                  <c:v>989.89289999999994</c:v>
                </c:pt>
                <c:pt idx="3017">
                  <c:v>988.11069999999984</c:v>
                </c:pt>
                <c:pt idx="3018">
                  <c:v>987.43589999999983</c:v>
                </c:pt>
                <c:pt idx="3019">
                  <c:v>984.80189999999993</c:v>
                </c:pt>
                <c:pt idx="3020">
                  <c:v>981.82779999999991</c:v>
                </c:pt>
                <c:pt idx="3021">
                  <c:v>985.47140000000002</c:v>
                </c:pt>
                <c:pt idx="3022">
                  <c:v>990.5643</c:v>
                </c:pt>
                <c:pt idx="3023">
                  <c:v>992.20619999999997</c:v>
                </c:pt>
                <c:pt idx="3024">
                  <c:v>992.43279999999993</c:v>
                </c:pt>
                <c:pt idx="3025">
                  <c:v>993.10659999999996</c:v>
                </c:pt>
                <c:pt idx="3026">
                  <c:v>992.91179999999997</c:v>
                </c:pt>
                <c:pt idx="3027">
                  <c:v>991.63040000000001</c:v>
                </c:pt>
                <c:pt idx="3028">
                  <c:v>990.58590000000004</c:v>
                </c:pt>
                <c:pt idx="3029">
                  <c:v>990.41830000000004</c:v>
                </c:pt>
                <c:pt idx="3030">
                  <c:v>989.87030000000004</c:v>
                </c:pt>
                <c:pt idx="3031">
                  <c:v>989.10389999999995</c:v>
                </c:pt>
                <c:pt idx="3032">
                  <c:v>988.20510000000002</c:v>
                </c:pt>
                <c:pt idx="3033">
                  <c:v>987.96419999999989</c:v>
                </c:pt>
                <c:pt idx="3034">
                  <c:v>992.0548</c:v>
                </c:pt>
                <c:pt idx="3035">
                  <c:v>995.3377999999999</c:v>
                </c:pt>
                <c:pt idx="3036">
                  <c:v>992.69619999999998</c:v>
                </c:pt>
                <c:pt idx="3037">
                  <c:v>990.19370000000004</c:v>
                </c:pt>
                <c:pt idx="3038">
                  <c:v>994.33289999999988</c:v>
                </c:pt>
                <c:pt idx="3039">
                  <c:v>997.00519999999983</c:v>
                </c:pt>
                <c:pt idx="3040">
                  <c:v>996.97709999999984</c:v>
                </c:pt>
                <c:pt idx="3041">
                  <c:v>997.22879999999998</c:v>
                </c:pt>
                <c:pt idx="3042">
                  <c:v>998.78139999999996</c:v>
                </c:pt>
                <c:pt idx="3043">
                  <c:v>999.73299999999983</c:v>
                </c:pt>
                <c:pt idx="3044">
                  <c:v>999.99009999999998</c:v>
                </c:pt>
                <c:pt idx="3045">
                  <c:v>999.06409999999994</c:v>
                </c:pt>
                <c:pt idx="3046">
                  <c:v>997.27470000000005</c:v>
                </c:pt>
                <c:pt idx="3047">
                  <c:v>993.84849999999983</c:v>
                </c:pt>
                <c:pt idx="3048">
                  <c:v>991.59590000000003</c:v>
                </c:pt>
                <c:pt idx="3049">
                  <c:v>992.69730000000004</c:v>
                </c:pt>
                <c:pt idx="3050">
                  <c:v>994.70979999999997</c:v>
                </c:pt>
                <c:pt idx="3051">
                  <c:v>997.39559999999983</c:v>
                </c:pt>
                <c:pt idx="3052">
                  <c:v>996.65170000000001</c:v>
                </c:pt>
                <c:pt idx="3053">
                  <c:v>992.55459999999994</c:v>
                </c:pt>
                <c:pt idx="3054">
                  <c:v>990.92</c:v>
                </c:pt>
                <c:pt idx="3055">
                  <c:v>993.16549999999984</c:v>
                </c:pt>
                <c:pt idx="3056">
                  <c:v>996.21010000000001</c:v>
                </c:pt>
                <c:pt idx="3057">
                  <c:v>999.13719999999989</c:v>
                </c:pt>
                <c:pt idx="3058">
                  <c:v>999.30099999999993</c:v>
                </c:pt>
                <c:pt idx="3059">
                  <c:v>998.20860000000005</c:v>
                </c:pt>
                <c:pt idx="3060">
                  <c:v>997.0181</c:v>
                </c:pt>
                <c:pt idx="3061">
                  <c:v>996.61980000000005</c:v>
                </c:pt>
                <c:pt idx="3062">
                  <c:v>997.89729999999986</c:v>
                </c:pt>
                <c:pt idx="3063">
                  <c:v>997.65659999999991</c:v>
                </c:pt>
                <c:pt idx="3064">
                  <c:v>993.64059999999984</c:v>
                </c:pt>
                <c:pt idx="3065">
                  <c:v>991.78319999999997</c:v>
                </c:pt>
                <c:pt idx="3066">
                  <c:v>992.37139999999999</c:v>
                </c:pt>
                <c:pt idx="3067">
                  <c:v>993.85299999999972</c:v>
                </c:pt>
                <c:pt idx="3068">
                  <c:v>995.17359999999996</c:v>
                </c:pt>
                <c:pt idx="3069">
                  <c:v>992.30409999999983</c:v>
                </c:pt>
                <c:pt idx="3070">
                  <c:v>988.15199999999993</c:v>
                </c:pt>
                <c:pt idx="3071">
                  <c:v>987.68730000000005</c:v>
                </c:pt>
                <c:pt idx="3072">
                  <c:v>990.26549999999997</c:v>
                </c:pt>
                <c:pt idx="3073">
                  <c:v>998.678</c:v>
                </c:pt>
                <c:pt idx="3074">
                  <c:v>1002.573</c:v>
                </c:pt>
                <c:pt idx="3075">
                  <c:v>996.82989999999984</c:v>
                </c:pt>
                <c:pt idx="3076">
                  <c:v>994.19190000000003</c:v>
                </c:pt>
                <c:pt idx="3077">
                  <c:v>998.5027</c:v>
                </c:pt>
                <c:pt idx="3078">
                  <c:v>999.58</c:v>
                </c:pt>
                <c:pt idx="3079">
                  <c:v>997.57010000000002</c:v>
                </c:pt>
                <c:pt idx="3080">
                  <c:v>998.33749999999986</c:v>
                </c:pt>
                <c:pt idx="3081">
                  <c:v>1000.327</c:v>
                </c:pt>
                <c:pt idx="3082">
                  <c:v>998.76319999999998</c:v>
                </c:pt>
                <c:pt idx="3083">
                  <c:v>995.6585</c:v>
                </c:pt>
                <c:pt idx="3084">
                  <c:v>992.84939999999983</c:v>
                </c:pt>
                <c:pt idx="3085">
                  <c:v>991.63739999999996</c:v>
                </c:pt>
                <c:pt idx="3086">
                  <c:v>993.17269999999996</c:v>
                </c:pt>
                <c:pt idx="3087">
                  <c:v>994.22950000000003</c:v>
                </c:pt>
                <c:pt idx="3088">
                  <c:v>993.5806</c:v>
                </c:pt>
                <c:pt idx="3089">
                  <c:v>996.78890000000001</c:v>
                </c:pt>
                <c:pt idx="3090">
                  <c:v>1003.518</c:v>
                </c:pt>
                <c:pt idx="3091">
                  <c:v>1003.773</c:v>
                </c:pt>
                <c:pt idx="3092">
                  <c:v>998.96609999999987</c:v>
                </c:pt>
                <c:pt idx="3093">
                  <c:v>993.65699999999993</c:v>
                </c:pt>
                <c:pt idx="3094">
                  <c:v>989.48219999999992</c:v>
                </c:pt>
                <c:pt idx="3095">
                  <c:v>987.81689999999992</c:v>
                </c:pt>
                <c:pt idx="3096">
                  <c:v>988.14</c:v>
                </c:pt>
                <c:pt idx="3097">
                  <c:v>990.9</c:v>
                </c:pt>
                <c:pt idx="3098">
                  <c:v>993.66549999999984</c:v>
                </c:pt>
                <c:pt idx="3099">
                  <c:v>995.89390000000003</c:v>
                </c:pt>
                <c:pt idx="3100">
                  <c:v>997.96599999999989</c:v>
                </c:pt>
                <c:pt idx="3101">
                  <c:v>999.97810000000004</c:v>
                </c:pt>
                <c:pt idx="3102">
                  <c:v>997.51139999999998</c:v>
                </c:pt>
                <c:pt idx="3103">
                  <c:v>992.02609999999993</c:v>
                </c:pt>
                <c:pt idx="3104">
                  <c:v>989.01279999999997</c:v>
                </c:pt>
                <c:pt idx="3105">
                  <c:v>987.62040000000002</c:v>
                </c:pt>
                <c:pt idx="3106">
                  <c:v>984.71029999999996</c:v>
                </c:pt>
                <c:pt idx="3107">
                  <c:v>984.43799999999987</c:v>
                </c:pt>
                <c:pt idx="3108">
                  <c:v>990.255</c:v>
                </c:pt>
                <c:pt idx="3109">
                  <c:v>993.33870000000002</c:v>
                </c:pt>
                <c:pt idx="3110">
                  <c:v>985.97990000000004</c:v>
                </c:pt>
                <c:pt idx="3111">
                  <c:v>985.26149999999996</c:v>
                </c:pt>
                <c:pt idx="3112">
                  <c:v>992.14729999999986</c:v>
                </c:pt>
                <c:pt idx="3113">
                  <c:v>992.97569999999996</c:v>
                </c:pt>
                <c:pt idx="3114">
                  <c:v>988.02559999999994</c:v>
                </c:pt>
                <c:pt idx="3115">
                  <c:v>989.99069999999983</c:v>
                </c:pt>
                <c:pt idx="3116">
                  <c:v>993.94699999999989</c:v>
                </c:pt>
                <c:pt idx="3117">
                  <c:v>992.6475999999999</c:v>
                </c:pt>
                <c:pt idx="3118">
                  <c:v>989.54919999999993</c:v>
                </c:pt>
                <c:pt idx="3119">
                  <c:v>988.09389999999996</c:v>
                </c:pt>
                <c:pt idx="3120">
                  <c:v>989.17589999999996</c:v>
                </c:pt>
                <c:pt idx="3121">
                  <c:v>993.11900000000003</c:v>
                </c:pt>
                <c:pt idx="3122">
                  <c:v>994.32360000000006</c:v>
                </c:pt>
                <c:pt idx="3123">
                  <c:v>990.38170000000002</c:v>
                </c:pt>
                <c:pt idx="3124">
                  <c:v>987.92289999999991</c:v>
                </c:pt>
                <c:pt idx="3125">
                  <c:v>987.11170000000004</c:v>
                </c:pt>
                <c:pt idx="3126">
                  <c:v>987.78530000000001</c:v>
                </c:pt>
                <c:pt idx="3127">
                  <c:v>989.27760000000001</c:v>
                </c:pt>
                <c:pt idx="3128">
                  <c:v>991.42880000000002</c:v>
                </c:pt>
                <c:pt idx="3129">
                  <c:v>992.0797</c:v>
                </c:pt>
                <c:pt idx="3130">
                  <c:v>990.03139999999996</c:v>
                </c:pt>
                <c:pt idx="3131">
                  <c:v>987.10709999999983</c:v>
                </c:pt>
                <c:pt idx="3132">
                  <c:v>983.12239999999997</c:v>
                </c:pt>
                <c:pt idx="3133">
                  <c:v>983.13559999999984</c:v>
                </c:pt>
                <c:pt idx="3134">
                  <c:v>986.86239999999987</c:v>
                </c:pt>
                <c:pt idx="3135">
                  <c:v>989.45749999999987</c:v>
                </c:pt>
                <c:pt idx="3136">
                  <c:v>990.09159999999997</c:v>
                </c:pt>
                <c:pt idx="3137">
                  <c:v>985.92689999999993</c:v>
                </c:pt>
                <c:pt idx="3138">
                  <c:v>981.17629999999997</c:v>
                </c:pt>
                <c:pt idx="3139">
                  <c:v>981.42399999999998</c:v>
                </c:pt>
                <c:pt idx="3140">
                  <c:v>984.11329999999998</c:v>
                </c:pt>
                <c:pt idx="3141">
                  <c:v>988.54549999999983</c:v>
                </c:pt>
                <c:pt idx="3142">
                  <c:v>989.49879999999996</c:v>
                </c:pt>
                <c:pt idx="3143">
                  <c:v>985.91519999999991</c:v>
                </c:pt>
                <c:pt idx="3144">
                  <c:v>983.98990000000003</c:v>
                </c:pt>
                <c:pt idx="3145">
                  <c:v>986.58640000000003</c:v>
                </c:pt>
                <c:pt idx="3146">
                  <c:v>989.08540000000005</c:v>
                </c:pt>
                <c:pt idx="3147">
                  <c:v>990.84259999999972</c:v>
                </c:pt>
                <c:pt idx="3148">
                  <c:v>988.25310000000002</c:v>
                </c:pt>
                <c:pt idx="3149">
                  <c:v>985.29560000000004</c:v>
                </c:pt>
                <c:pt idx="3150">
                  <c:v>991.61180000000002</c:v>
                </c:pt>
                <c:pt idx="3151">
                  <c:v>996.79280000000006</c:v>
                </c:pt>
                <c:pt idx="3152">
                  <c:v>995.18399999999997</c:v>
                </c:pt>
                <c:pt idx="3153">
                  <c:v>991.17840000000001</c:v>
                </c:pt>
                <c:pt idx="3154">
                  <c:v>984.82069999999987</c:v>
                </c:pt>
                <c:pt idx="3155">
                  <c:v>984.66330000000005</c:v>
                </c:pt>
                <c:pt idx="3156">
                  <c:v>989.57889999999998</c:v>
                </c:pt>
                <c:pt idx="3157">
                  <c:v>990.23659999999984</c:v>
                </c:pt>
                <c:pt idx="3158">
                  <c:v>987.50409999999999</c:v>
                </c:pt>
                <c:pt idx="3159">
                  <c:v>991.09</c:v>
                </c:pt>
                <c:pt idx="3160">
                  <c:v>995.30599999999993</c:v>
                </c:pt>
                <c:pt idx="3161">
                  <c:v>992.36789999999985</c:v>
                </c:pt>
                <c:pt idx="3162">
                  <c:v>989.76840000000004</c:v>
                </c:pt>
                <c:pt idx="3163">
                  <c:v>996.90549999999996</c:v>
                </c:pt>
                <c:pt idx="3164">
                  <c:v>998.74689999999998</c:v>
                </c:pt>
                <c:pt idx="3165">
                  <c:v>993.32539999999983</c:v>
                </c:pt>
                <c:pt idx="3166">
                  <c:v>990.18349999999998</c:v>
                </c:pt>
                <c:pt idx="3167">
                  <c:v>991.82870000000003</c:v>
                </c:pt>
                <c:pt idx="3168">
                  <c:v>990.90380000000005</c:v>
                </c:pt>
                <c:pt idx="3169">
                  <c:v>989.15449999999998</c:v>
                </c:pt>
                <c:pt idx="3170">
                  <c:v>991.85799999999972</c:v>
                </c:pt>
                <c:pt idx="3171">
                  <c:v>995.05529999999987</c:v>
                </c:pt>
                <c:pt idx="3172">
                  <c:v>995.07079999999996</c:v>
                </c:pt>
                <c:pt idx="3173">
                  <c:v>991.74130000000002</c:v>
                </c:pt>
                <c:pt idx="3174">
                  <c:v>984.40589999999997</c:v>
                </c:pt>
                <c:pt idx="3175">
                  <c:v>983.24329999999998</c:v>
                </c:pt>
                <c:pt idx="3176">
                  <c:v>993.00800000000004</c:v>
                </c:pt>
                <c:pt idx="3177">
                  <c:v>995.3463999999999</c:v>
                </c:pt>
                <c:pt idx="3178">
                  <c:v>991.0838</c:v>
                </c:pt>
                <c:pt idx="3179">
                  <c:v>985.33429999999987</c:v>
                </c:pt>
                <c:pt idx="3180">
                  <c:v>981.82759999999985</c:v>
                </c:pt>
                <c:pt idx="3181">
                  <c:v>988.18859999999995</c:v>
                </c:pt>
                <c:pt idx="3182">
                  <c:v>996.15909999999997</c:v>
                </c:pt>
                <c:pt idx="3183">
                  <c:v>998.60929999999996</c:v>
                </c:pt>
                <c:pt idx="3184">
                  <c:v>998.42689999999993</c:v>
                </c:pt>
                <c:pt idx="3185">
                  <c:v>996.02800000000002</c:v>
                </c:pt>
                <c:pt idx="3186">
                  <c:v>994.8001999999999</c:v>
                </c:pt>
                <c:pt idx="3187">
                  <c:v>995.09749999999997</c:v>
                </c:pt>
                <c:pt idx="3188">
                  <c:v>996.71860000000004</c:v>
                </c:pt>
                <c:pt idx="3189">
                  <c:v>998.66909999999996</c:v>
                </c:pt>
                <c:pt idx="3190">
                  <c:v>997.02659999999992</c:v>
                </c:pt>
                <c:pt idx="3191">
                  <c:v>994.61959999999999</c:v>
                </c:pt>
                <c:pt idx="3192">
                  <c:v>997.77329999999995</c:v>
                </c:pt>
                <c:pt idx="3193">
                  <c:v>999.66079999999999</c:v>
                </c:pt>
                <c:pt idx="3194">
                  <c:v>995.70330000000001</c:v>
                </c:pt>
                <c:pt idx="3195">
                  <c:v>995.26219999999989</c:v>
                </c:pt>
                <c:pt idx="3196">
                  <c:v>1001.428</c:v>
                </c:pt>
                <c:pt idx="3197">
                  <c:v>1002.318</c:v>
                </c:pt>
                <c:pt idx="3198">
                  <c:v>997.54899999999998</c:v>
                </c:pt>
                <c:pt idx="3199">
                  <c:v>994.88509999999997</c:v>
                </c:pt>
                <c:pt idx="3200">
                  <c:v>994.87239999999997</c:v>
                </c:pt>
                <c:pt idx="3201">
                  <c:v>1000.419</c:v>
                </c:pt>
                <c:pt idx="3202">
                  <c:v>1005.681</c:v>
                </c:pt>
                <c:pt idx="3203">
                  <c:v>1005.82</c:v>
                </c:pt>
                <c:pt idx="3204">
                  <c:v>1004.942</c:v>
                </c:pt>
                <c:pt idx="3205">
                  <c:v>1005.8579999999999</c:v>
                </c:pt>
                <c:pt idx="3206">
                  <c:v>1003.679</c:v>
                </c:pt>
                <c:pt idx="3207">
                  <c:v>998.471</c:v>
                </c:pt>
                <c:pt idx="3208">
                  <c:v>999.84059999999988</c:v>
                </c:pt>
                <c:pt idx="3209">
                  <c:v>1006.192</c:v>
                </c:pt>
                <c:pt idx="3210">
                  <c:v>1004.265</c:v>
                </c:pt>
                <c:pt idx="3211">
                  <c:v>1000.987</c:v>
                </c:pt>
                <c:pt idx="3212">
                  <c:v>1004.653</c:v>
                </c:pt>
                <c:pt idx="3213">
                  <c:v>1010.549</c:v>
                </c:pt>
                <c:pt idx="3214">
                  <c:v>1016.059</c:v>
                </c:pt>
                <c:pt idx="3215">
                  <c:v>1016.515</c:v>
                </c:pt>
                <c:pt idx="3216">
                  <c:v>1011.3920000000001</c:v>
                </c:pt>
                <c:pt idx="3217">
                  <c:v>1011.011</c:v>
                </c:pt>
                <c:pt idx="3218">
                  <c:v>1016.337</c:v>
                </c:pt>
                <c:pt idx="3219">
                  <c:v>1015.0650000000001</c:v>
                </c:pt>
                <c:pt idx="3220">
                  <c:v>1011.24</c:v>
                </c:pt>
                <c:pt idx="3221">
                  <c:v>1011.8339999999999</c:v>
                </c:pt>
                <c:pt idx="3222">
                  <c:v>1014.309</c:v>
                </c:pt>
                <c:pt idx="3223">
                  <c:v>1015.3440000000001</c:v>
                </c:pt>
                <c:pt idx="3224">
                  <c:v>1017.194</c:v>
                </c:pt>
                <c:pt idx="3225">
                  <c:v>1020.422</c:v>
                </c:pt>
                <c:pt idx="3226">
                  <c:v>1021.671</c:v>
                </c:pt>
                <c:pt idx="3227">
                  <c:v>1019.539</c:v>
                </c:pt>
                <c:pt idx="3228">
                  <c:v>1020.802</c:v>
                </c:pt>
                <c:pt idx="3229">
                  <c:v>1023.979</c:v>
                </c:pt>
                <c:pt idx="3230">
                  <c:v>1025.473</c:v>
                </c:pt>
                <c:pt idx="3231">
                  <c:v>1026.5889999999999</c:v>
                </c:pt>
                <c:pt idx="3232">
                  <c:v>1030.4059999999999</c:v>
                </c:pt>
                <c:pt idx="3233">
                  <c:v>1033.722</c:v>
                </c:pt>
                <c:pt idx="3234">
                  <c:v>1035.5239999999999</c:v>
                </c:pt>
                <c:pt idx="3235">
                  <c:v>1034.47</c:v>
                </c:pt>
                <c:pt idx="3236">
                  <c:v>1026.9110000000001</c:v>
                </c:pt>
                <c:pt idx="3237">
                  <c:v>1031.5160000000001</c:v>
                </c:pt>
                <c:pt idx="3238">
                  <c:v>1043.2239999999999</c:v>
                </c:pt>
                <c:pt idx="3239">
                  <c:v>1046.67</c:v>
                </c:pt>
                <c:pt idx="3240">
                  <c:v>1045.069</c:v>
                </c:pt>
                <c:pt idx="3241">
                  <c:v>1043.684</c:v>
                </c:pt>
                <c:pt idx="3242">
                  <c:v>1042.9179999999999</c:v>
                </c:pt>
                <c:pt idx="3243">
                  <c:v>1042.7629999999999</c:v>
                </c:pt>
                <c:pt idx="3244">
                  <c:v>1043.636</c:v>
                </c:pt>
                <c:pt idx="3245">
                  <c:v>1045.6300000000001</c:v>
                </c:pt>
                <c:pt idx="3246">
                  <c:v>1051.4390000000001</c:v>
                </c:pt>
                <c:pt idx="3247">
                  <c:v>1059.164</c:v>
                </c:pt>
                <c:pt idx="3248">
                  <c:v>1060.241</c:v>
                </c:pt>
                <c:pt idx="3249">
                  <c:v>1057.28</c:v>
                </c:pt>
                <c:pt idx="3250">
                  <c:v>1054.68</c:v>
                </c:pt>
                <c:pt idx="3251">
                  <c:v>1055.0619999999999</c:v>
                </c:pt>
                <c:pt idx="3252">
                  <c:v>1060.175</c:v>
                </c:pt>
                <c:pt idx="3253">
                  <c:v>1065.9949999999999</c:v>
                </c:pt>
                <c:pt idx="3254">
                  <c:v>1071.2070000000001</c:v>
                </c:pt>
                <c:pt idx="3255">
                  <c:v>1071.51</c:v>
                </c:pt>
                <c:pt idx="3256">
                  <c:v>1068.2940000000001</c:v>
                </c:pt>
                <c:pt idx="3257">
                  <c:v>1070.7570000000001</c:v>
                </c:pt>
                <c:pt idx="3258">
                  <c:v>1076.5039999999999</c:v>
                </c:pt>
                <c:pt idx="3259">
                  <c:v>1074.404</c:v>
                </c:pt>
                <c:pt idx="3260">
                  <c:v>1073.097</c:v>
                </c:pt>
                <c:pt idx="3261">
                  <c:v>1081.45</c:v>
                </c:pt>
                <c:pt idx="3262">
                  <c:v>1089.136</c:v>
                </c:pt>
                <c:pt idx="3263">
                  <c:v>1089.971</c:v>
                </c:pt>
                <c:pt idx="3264">
                  <c:v>1091.2650000000001</c:v>
                </c:pt>
                <c:pt idx="3265">
                  <c:v>1093.7159999999999</c:v>
                </c:pt>
                <c:pt idx="3266">
                  <c:v>1094.9469999999999</c:v>
                </c:pt>
                <c:pt idx="3267">
                  <c:v>1095.3209999999999</c:v>
                </c:pt>
                <c:pt idx="3268">
                  <c:v>1096.5329999999999</c:v>
                </c:pt>
                <c:pt idx="3269">
                  <c:v>1099.009</c:v>
                </c:pt>
                <c:pt idx="3270">
                  <c:v>1103.72</c:v>
                </c:pt>
                <c:pt idx="3271">
                  <c:v>1109.0039999999999</c:v>
                </c:pt>
                <c:pt idx="3272">
                  <c:v>1114.5139999999999</c:v>
                </c:pt>
                <c:pt idx="3273">
                  <c:v>1118.702</c:v>
                </c:pt>
                <c:pt idx="3274">
                  <c:v>1121.5519999999999</c:v>
                </c:pt>
                <c:pt idx="3275">
                  <c:v>1123.248</c:v>
                </c:pt>
                <c:pt idx="3276">
                  <c:v>1124.0340000000001</c:v>
                </c:pt>
                <c:pt idx="3277">
                  <c:v>1124.7139999999999</c:v>
                </c:pt>
                <c:pt idx="3278">
                  <c:v>1125.5450000000001</c:v>
                </c:pt>
                <c:pt idx="3279">
                  <c:v>1127.3510000000001</c:v>
                </c:pt>
                <c:pt idx="3280">
                  <c:v>1128.5740000000001</c:v>
                </c:pt>
                <c:pt idx="3281">
                  <c:v>1127.934</c:v>
                </c:pt>
                <c:pt idx="3282">
                  <c:v>1131.297</c:v>
                </c:pt>
                <c:pt idx="3283">
                  <c:v>1139.3779999999999</c:v>
                </c:pt>
                <c:pt idx="3284">
                  <c:v>1139.0809999999999</c:v>
                </c:pt>
                <c:pt idx="3285">
                  <c:v>1132.7329999999999</c:v>
                </c:pt>
                <c:pt idx="3286">
                  <c:v>1133.104</c:v>
                </c:pt>
                <c:pt idx="3287">
                  <c:v>1138.508</c:v>
                </c:pt>
                <c:pt idx="3288">
                  <c:v>1150.8119999999999</c:v>
                </c:pt>
                <c:pt idx="3289">
                  <c:v>1156.662</c:v>
                </c:pt>
                <c:pt idx="3290">
                  <c:v>1149.0419999999999</c:v>
                </c:pt>
                <c:pt idx="3291">
                  <c:v>1143.8440000000001</c:v>
                </c:pt>
                <c:pt idx="3292">
                  <c:v>1145.8019999999999</c:v>
                </c:pt>
                <c:pt idx="3293">
                  <c:v>1148.213</c:v>
                </c:pt>
                <c:pt idx="3294">
                  <c:v>1149.5530000000001</c:v>
                </c:pt>
                <c:pt idx="3295">
                  <c:v>1146.644</c:v>
                </c:pt>
                <c:pt idx="3296">
                  <c:v>1142.8050000000001</c:v>
                </c:pt>
                <c:pt idx="3297">
                  <c:v>1145.104</c:v>
                </c:pt>
                <c:pt idx="3298">
                  <c:v>1148.923</c:v>
                </c:pt>
                <c:pt idx="3299">
                  <c:v>1152.5150000000001</c:v>
                </c:pt>
                <c:pt idx="3300">
                  <c:v>1152.7860000000001</c:v>
                </c:pt>
                <c:pt idx="3301">
                  <c:v>1148.2</c:v>
                </c:pt>
                <c:pt idx="3302">
                  <c:v>1146.9949999999999</c:v>
                </c:pt>
                <c:pt idx="3303">
                  <c:v>1147.9849999999999</c:v>
                </c:pt>
                <c:pt idx="3304">
                  <c:v>1146.0889999999999</c:v>
                </c:pt>
                <c:pt idx="3305">
                  <c:v>1143.7049999999999</c:v>
                </c:pt>
                <c:pt idx="3306">
                  <c:v>1148.193</c:v>
                </c:pt>
                <c:pt idx="3307">
                  <c:v>1148.9639999999999</c:v>
                </c:pt>
                <c:pt idx="3308">
                  <c:v>1141.71</c:v>
                </c:pt>
                <c:pt idx="3309">
                  <c:v>1136.4690000000001</c:v>
                </c:pt>
                <c:pt idx="3310">
                  <c:v>1137.8219999999999</c:v>
                </c:pt>
                <c:pt idx="3311">
                  <c:v>1140.174</c:v>
                </c:pt>
                <c:pt idx="3312">
                  <c:v>1142.124</c:v>
                </c:pt>
                <c:pt idx="3313">
                  <c:v>1140.182</c:v>
                </c:pt>
                <c:pt idx="3314">
                  <c:v>1136.684</c:v>
                </c:pt>
                <c:pt idx="3315">
                  <c:v>1135.5160000000001</c:v>
                </c:pt>
                <c:pt idx="3316">
                  <c:v>1134.421</c:v>
                </c:pt>
                <c:pt idx="3317">
                  <c:v>1132.5840000000001</c:v>
                </c:pt>
                <c:pt idx="3318">
                  <c:v>1129.3969999999999</c:v>
                </c:pt>
                <c:pt idx="3319">
                  <c:v>1123.8620000000001</c:v>
                </c:pt>
                <c:pt idx="3320">
                  <c:v>1122.0260000000001</c:v>
                </c:pt>
                <c:pt idx="3321">
                  <c:v>1122.2</c:v>
                </c:pt>
                <c:pt idx="3322">
                  <c:v>1120.6990000000001</c:v>
                </c:pt>
                <c:pt idx="3323">
                  <c:v>1117.5160000000001</c:v>
                </c:pt>
                <c:pt idx="3324">
                  <c:v>1110.2760000000001</c:v>
                </c:pt>
                <c:pt idx="3325">
                  <c:v>1107.1949999999999</c:v>
                </c:pt>
                <c:pt idx="3326">
                  <c:v>1110.5509999999999</c:v>
                </c:pt>
                <c:pt idx="3327">
                  <c:v>1108.99</c:v>
                </c:pt>
                <c:pt idx="3328">
                  <c:v>1097.1669999999999</c:v>
                </c:pt>
                <c:pt idx="3329">
                  <c:v>1090.258</c:v>
                </c:pt>
                <c:pt idx="3330">
                  <c:v>1087.6179999999999</c:v>
                </c:pt>
                <c:pt idx="3331">
                  <c:v>1090.213</c:v>
                </c:pt>
                <c:pt idx="3332">
                  <c:v>1091.646</c:v>
                </c:pt>
                <c:pt idx="3333">
                  <c:v>1081.2860000000001</c:v>
                </c:pt>
                <c:pt idx="3334">
                  <c:v>1075.2619999999999</c:v>
                </c:pt>
                <c:pt idx="3335">
                  <c:v>1077.51</c:v>
                </c:pt>
                <c:pt idx="3336">
                  <c:v>1077.242</c:v>
                </c:pt>
                <c:pt idx="3337">
                  <c:v>1071.1110000000001</c:v>
                </c:pt>
                <c:pt idx="3338">
                  <c:v>1065.857</c:v>
                </c:pt>
                <c:pt idx="3339">
                  <c:v>1062.271</c:v>
                </c:pt>
                <c:pt idx="3340">
                  <c:v>1064.5920000000001</c:v>
                </c:pt>
                <c:pt idx="3341">
                  <c:v>1066.25</c:v>
                </c:pt>
                <c:pt idx="3342">
                  <c:v>1061.3140000000001</c:v>
                </c:pt>
                <c:pt idx="3343">
                  <c:v>1053.912</c:v>
                </c:pt>
                <c:pt idx="3344">
                  <c:v>1045.4680000000001</c:v>
                </c:pt>
                <c:pt idx="3345">
                  <c:v>1041.057</c:v>
                </c:pt>
                <c:pt idx="3346">
                  <c:v>1041.854</c:v>
                </c:pt>
                <c:pt idx="3347">
                  <c:v>1044.3420000000001</c:v>
                </c:pt>
                <c:pt idx="3348">
                  <c:v>1047.0730000000001</c:v>
                </c:pt>
                <c:pt idx="3349">
                  <c:v>1047.693</c:v>
                </c:pt>
                <c:pt idx="3350">
                  <c:v>1045.3920000000001</c:v>
                </c:pt>
                <c:pt idx="3351">
                  <c:v>1037.6859999999999</c:v>
                </c:pt>
                <c:pt idx="3352">
                  <c:v>1034.1690000000001</c:v>
                </c:pt>
                <c:pt idx="3353">
                  <c:v>1036.491</c:v>
                </c:pt>
                <c:pt idx="3354">
                  <c:v>1035.04</c:v>
                </c:pt>
                <c:pt idx="3355">
                  <c:v>1029.107</c:v>
                </c:pt>
                <c:pt idx="3356">
                  <c:v>1023.232</c:v>
                </c:pt>
                <c:pt idx="3357">
                  <c:v>1017.946</c:v>
                </c:pt>
                <c:pt idx="3358">
                  <c:v>1013.399</c:v>
                </c:pt>
                <c:pt idx="3359">
                  <c:v>1011.683</c:v>
                </c:pt>
                <c:pt idx="3360">
                  <c:v>1014.033</c:v>
                </c:pt>
                <c:pt idx="3361">
                  <c:v>1018.658</c:v>
                </c:pt>
                <c:pt idx="3362">
                  <c:v>1024.6369999999999</c:v>
                </c:pt>
                <c:pt idx="3363">
                  <c:v>1022.818</c:v>
                </c:pt>
                <c:pt idx="3364">
                  <c:v>1014.831</c:v>
                </c:pt>
                <c:pt idx="3365">
                  <c:v>1006.912</c:v>
                </c:pt>
                <c:pt idx="3366">
                  <c:v>1001.222</c:v>
                </c:pt>
                <c:pt idx="3367">
                  <c:v>1003.127</c:v>
                </c:pt>
                <c:pt idx="3368">
                  <c:v>1005.03</c:v>
                </c:pt>
                <c:pt idx="3369">
                  <c:v>1004.9059999999999</c:v>
                </c:pt>
                <c:pt idx="3370">
                  <c:v>1001.552</c:v>
                </c:pt>
                <c:pt idx="3371">
                  <c:v>995.51209999999992</c:v>
                </c:pt>
                <c:pt idx="3372">
                  <c:v>998.79480000000001</c:v>
                </c:pt>
                <c:pt idx="3373">
                  <c:v>1005.143</c:v>
                </c:pt>
                <c:pt idx="3374">
                  <c:v>1004.234</c:v>
                </c:pt>
                <c:pt idx="3375">
                  <c:v>999.51419999999996</c:v>
                </c:pt>
                <c:pt idx="3376">
                  <c:v>992.59649999999999</c:v>
                </c:pt>
                <c:pt idx="3377">
                  <c:v>988.19010000000003</c:v>
                </c:pt>
                <c:pt idx="3378">
                  <c:v>986.91059999999993</c:v>
                </c:pt>
                <c:pt idx="3379">
                  <c:v>985.48519999999996</c:v>
                </c:pt>
                <c:pt idx="3380">
                  <c:v>983.38739999999996</c:v>
                </c:pt>
                <c:pt idx="3381">
                  <c:v>981.12919999999997</c:v>
                </c:pt>
                <c:pt idx="3382">
                  <c:v>979.21609999999998</c:v>
                </c:pt>
                <c:pt idx="3383">
                  <c:v>978.01729999999986</c:v>
                </c:pt>
                <c:pt idx="3384">
                  <c:v>977.42189999999994</c:v>
                </c:pt>
                <c:pt idx="3385">
                  <c:v>978.3981</c:v>
                </c:pt>
                <c:pt idx="3386">
                  <c:v>977.35689999999988</c:v>
                </c:pt>
                <c:pt idx="3387">
                  <c:v>974.20780000000002</c:v>
                </c:pt>
                <c:pt idx="3388">
                  <c:v>969.41359999999997</c:v>
                </c:pt>
                <c:pt idx="3389">
                  <c:v>964.27059999999994</c:v>
                </c:pt>
                <c:pt idx="3390">
                  <c:v>961.96419999999989</c:v>
                </c:pt>
                <c:pt idx="3391">
                  <c:v>962.64709999999991</c:v>
                </c:pt>
                <c:pt idx="3392">
                  <c:v>966.53109999999992</c:v>
                </c:pt>
                <c:pt idx="3393">
                  <c:v>967.91269999999986</c:v>
                </c:pt>
                <c:pt idx="3394">
                  <c:v>959.40139999999997</c:v>
                </c:pt>
                <c:pt idx="3395">
                  <c:v>958.19629999999984</c:v>
                </c:pt>
                <c:pt idx="3396">
                  <c:v>961.91930000000002</c:v>
                </c:pt>
                <c:pt idx="3397">
                  <c:v>959.5465999999999</c:v>
                </c:pt>
                <c:pt idx="3398">
                  <c:v>954.34199999999987</c:v>
                </c:pt>
                <c:pt idx="3399">
                  <c:v>951.88490000000002</c:v>
                </c:pt>
                <c:pt idx="3400">
                  <c:v>952.00800000000004</c:v>
                </c:pt>
                <c:pt idx="3401">
                  <c:v>954.37009999999998</c:v>
                </c:pt>
                <c:pt idx="3402">
                  <c:v>954.96109999999987</c:v>
                </c:pt>
                <c:pt idx="3403">
                  <c:v>951.55579999999998</c:v>
                </c:pt>
                <c:pt idx="3404">
                  <c:v>950.53089999999997</c:v>
                </c:pt>
                <c:pt idx="3405">
                  <c:v>950.85279999999989</c:v>
                </c:pt>
                <c:pt idx="3406">
                  <c:v>949.8877</c:v>
                </c:pt>
                <c:pt idx="3407">
                  <c:v>948.0779</c:v>
                </c:pt>
                <c:pt idx="3408">
                  <c:v>945.07349999999997</c:v>
                </c:pt>
                <c:pt idx="3409">
                  <c:v>942.90030000000002</c:v>
                </c:pt>
                <c:pt idx="3410">
                  <c:v>941.91380000000004</c:v>
                </c:pt>
                <c:pt idx="3411">
                  <c:v>942.27250000000004</c:v>
                </c:pt>
                <c:pt idx="3412">
                  <c:v>943.70090000000005</c:v>
                </c:pt>
                <c:pt idx="3413">
                  <c:v>942.31809999999996</c:v>
                </c:pt>
                <c:pt idx="3414">
                  <c:v>940.31919999999991</c:v>
                </c:pt>
                <c:pt idx="3415">
                  <c:v>943.11329999999998</c:v>
                </c:pt>
                <c:pt idx="3416">
                  <c:v>944.24879999999996</c:v>
                </c:pt>
                <c:pt idx="3417">
                  <c:v>938.67420000000004</c:v>
                </c:pt>
                <c:pt idx="3418">
                  <c:v>937.39</c:v>
                </c:pt>
                <c:pt idx="3419">
                  <c:v>941.28499999999997</c:v>
                </c:pt>
                <c:pt idx="3420">
                  <c:v>938.34229999999991</c:v>
                </c:pt>
                <c:pt idx="3421">
                  <c:v>930.67070000000001</c:v>
                </c:pt>
                <c:pt idx="3422">
                  <c:v>928.45339999999999</c:v>
                </c:pt>
                <c:pt idx="3423">
                  <c:v>929.91859999999997</c:v>
                </c:pt>
                <c:pt idx="3424">
                  <c:v>935.09469999999999</c:v>
                </c:pt>
                <c:pt idx="3425">
                  <c:v>937.79250000000002</c:v>
                </c:pt>
                <c:pt idx="3426">
                  <c:v>935.99159999999983</c:v>
                </c:pt>
                <c:pt idx="3427">
                  <c:v>931.79660000000001</c:v>
                </c:pt>
                <c:pt idx="3428">
                  <c:v>926.68150000000003</c:v>
                </c:pt>
                <c:pt idx="3429">
                  <c:v>927.36779999999987</c:v>
                </c:pt>
                <c:pt idx="3430">
                  <c:v>929.66129999999987</c:v>
                </c:pt>
                <c:pt idx="3431">
                  <c:v>927.4049</c:v>
                </c:pt>
                <c:pt idx="3432">
                  <c:v>924.47709999999984</c:v>
                </c:pt>
                <c:pt idx="3433">
                  <c:v>923.85579999999993</c:v>
                </c:pt>
                <c:pt idx="3434">
                  <c:v>922.86349999999993</c:v>
                </c:pt>
                <c:pt idx="3435">
                  <c:v>921.62919999999997</c:v>
                </c:pt>
                <c:pt idx="3436">
                  <c:v>924.78160000000003</c:v>
                </c:pt>
                <c:pt idx="3437">
                  <c:v>929.88049999999998</c:v>
                </c:pt>
                <c:pt idx="3438">
                  <c:v>926.0261999999999</c:v>
                </c:pt>
                <c:pt idx="3439">
                  <c:v>920.24980000000005</c:v>
                </c:pt>
                <c:pt idx="3440">
                  <c:v>916.87909999999999</c:v>
                </c:pt>
                <c:pt idx="3441">
                  <c:v>916.24890000000005</c:v>
                </c:pt>
                <c:pt idx="3442">
                  <c:v>919.19079999999997</c:v>
                </c:pt>
                <c:pt idx="3443">
                  <c:v>919.26379999999995</c:v>
                </c:pt>
                <c:pt idx="3444">
                  <c:v>917.6943</c:v>
                </c:pt>
                <c:pt idx="3445">
                  <c:v>918.75509999999997</c:v>
                </c:pt>
                <c:pt idx="3446">
                  <c:v>921.46370000000002</c:v>
                </c:pt>
                <c:pt idx="3447">
                  <c:v>925.32109999999989</c:v>
                </c:pt>
                <c:pt idx="3448">
                  <c:v>927.95279999999991</c:v>
                </c:pt>
                <c:pt idx="3449">
                  <c:v>928.76819999999998</c:v>
                </c:pt>
                <c:pt idx="3450">
                  <c:v>925.32049999999992</c:v>
                </c:pt>
                <c:pt idx="3451">
                  <c:v>917.31919999999991</c:v>
                </c:pt>
                <c:pt idx="3452">
                  <c:v>918.28430000000003</c:v>
                </c:pt>
                <c:pt idx="3453">
                  <c:v>922.64599999999996</c:v>
                </c:pt>
                <c:pt idx="3454">
                  <c:v>922.70669999999996</c:v>
                </c:pt>
                <c:pt idx="3455">
                  <c:v>921.80099999999993</c:v>
                </c:pt>
                <c:pt idx="3456">
                  <c:v>923.74379999999996</c:v>
                </c:pt>
                <c:pt idx="3457">
                  <c:v>924.14480000000003</c:v>
                </c:pt>
                <c:pt idx="3458">
                  <c:v>922.71789999999999</c:v>
                </c:pt>
                <c:pt idx="3459">
                  <c:v>919.70150000000001</c:v>
                </c:pt>
                <c:pt idx="3460">
                  <c:v>916.6511999999999</c:v>
                </c:pt>
                <c:pt idx="3461">
                  <c:v>918.23389999999995</c:v>
                </c:pt>
                <c:pt idx="3462">
                  <c:v>921.55899999999997</c:v>
                </c:pt>
                <c:pt idx="3463">
                  <c:v>924.68719999999996</c:v>
                </c:pt>
                <c:pt idx="3464">
                  <c:v>926.24400000000003</c:v>
                </c:pt>
                <c:pt idx="3465">
                  <c:v>925.1164</c:v>
                </c:pt>
                <c:pt idx="3466">
                  <c:v>922.51869999999997</c:v>
                </c:pt>
                <c:pt idx="3467">
                  <c:v>919.35809999999992</c:v>
                </c:pt>
                <c:pt idx="3468">
                  <c:v>918.74879999999996</c:v>
                </c:pt>
                <c:pt idx="3469">
                  <c:v>918.97979999999995</c:v>
                </c:pt>
                <c:pt idx="3470">
                  <c:v>916.69809999999995</c:v>
                </c:pt>
                <c:pt idx="3471">
                  <c:v>917.83299999999986</c:v>
                </c:pt>
                <c:pt idx="3472">
                  <c:v>923.61159999999984</c:v>
                </c:pt>
                <c:pt idx="3473">
                  <c:v>926.82439999999997</c:v>
                </c:pt>
                <c:pt idx="3474">
                  <c:v>925.8178999999999</c:v>
                </c:pt>
                <c:pt idx="3475">
                  <c:v>924.68629999999996</c:v>
                </c:pt>
                <c:pt idx="3476">
                  <c:v>923.71550000000002</c:v>
                </c:pt>
                <c:pt idx="3477">
                  <c:v>924.05380000000002</c:v>
                </c:pt>
                <c:pt idx="3478">
                  <c:v>922.9473999999999</c:v>
                </c:pt>
                <c:pt idx="3479">
                  <c:v>918.18899999999996</c:v>
                </c:pt>
                <c:pt idx="3480">
                  <c:v>916.32749999999987</c:v>
                </c:pt>
                <c:pt idx="3481">
                  <c:v>917.79089999999997</c:v>
                </c:pt>
                <c:pt idx="3482">
                  <c:v>921.30849999999998</c:v>
                </c:pt>
                <c:pt idx="3483">
                  <c:v>924.29359999999997</c:v>
                </c:pt>
                <c:pt idx="3484">
                  <c:v>921.87159999999983</c:v>
                </c:pt>
                <c:pt idx="3485">
                  <c:v>918.58969999999999</c:v>
                </c:pt>
                <c:pt idx="3486">
                  <c:v>918.19680000000005</c:v>
                </c:pt>
                <c:pt idx="3487">
                  <c:v>917.98709999999994</c:v>
                </c:pt>
                <c:pt idx="3488">
                  <c:v>917.50990000000002</c:v>
                </c:pt>
                <c:pt idx="3489">
                  <c:v>917.98080000000004</c:v>
                </c:pt>
                <c:pt idx="3490">
                  <c:v>918.9514999999999</c:v>
                </c:pt>
                <c:pt idx="3491">
                  <c:v>918.61770000000001</c:v>
                </c:pt>
                <c:pt idx="3492">
                  <c:v>917.75519999999983</c:v>
                </c:pt>
                <c:pt idx="3493">
                  <c:v>916.73219999999992</c:v>
                </c:pt>
                <c:pt idx="3494">
                  <c:v>917.34599999999989</c:v>
                </c:pt>
                <c:pt idx="3495">
                  <c:v>920.69209999999998</c:v>
                </c:pt>
                <c:pt idx="3496">
                  <c:v>916.9597</c:v>
                </c:pt>
                <c:pt idx="3497">
                  <c:v>910.07209999999998</c:v>
                </c:pt>
                <c:pt idx="3498">
                  <c:v>912.11749999999984</c:v>
                </c:pt>
                <c:pt idx="3499">
                  <c:v>917.74570000000006</c:v>
                </c:pt>
                <c:pt idx="3500">
                  <c:v>919.4751</c:v>
                </c:pt>
                <c:pt idx="3501">
                  <c:v>919.82349999999997</c:v>
                </c:pt>
                <c:pt idx="3502">
                  <c:v>919.45779999999991</c:v>
                </c:pt>
                <c:pt idx="3503">
                  <c:v>918.17129999999997</c:v>
                </c:pt>
                <c:pt idx="3504">
                  <c:v>916.33109999999988</c:v>
                </c:pt>
                <c:pt idx="3505">
                  <c:v>918.48310000000004</c:v>
                </c:pt>
                <c:pt idx="3506">
                  <c:v>919.67359999999996</c:v>
                </c:pt>
                <c:pt idx="3507">
                  <c:v>915.1019</c:v>
                </c:pt>
                <c:pt idx="3508">
                  <c:v>910.88490000000002</c:v>
                </c:pt>
                <c:pt idx="3509">
                  <c:v>912.57820000000004</c:v>
                </c:pt>
                <c:pt idx="3510">
                  <c:v>914.24059999999997</c:v>
                </c:pt>
                <c:pt idx="3511">
                  <c:v>915.44269999999972</c:v>
                </c:pt>
                <c:pt idx="3512">
                  <c:v>914.82459999999992</c:v>
                </c:pt>
                <c:pt idx="3513">
                  <c:v>913.79039999999998</c:v>
                </c:pt>
                <c:pt idx="3514">
                  <c:v>913.82470000000001</c:v>
                </c:pt>
                <c:pt idx="3515">
                  <c:v>917.28060000000005</c:v>
                </c:pt>
                <c:pt idx="3516">
                  <c:v>924.45529999999985</c:v>
                </c:pt>
                <c:pt idx="3517">
                  <c:v>925.01769999999988</c:v>
                </c:pt>
                <c:pt idx="3518">
                  <c:v>916.32569999999987</c:v>
                </c:pt>
                <c:pt idx="3519">
                  <c:v>916.26249999999993</c:v>
                </c:pt>
                <c:pt idx="3520">
                  <c:v>919.4905</c:v>
                </c:pt>
                <c:pt idx="3521">
                  <c:v>918.47770000000003</c:v>
                </c:pt>
                <c:pt idx="3522">
                  <c:v>917.41880000000003</c:v>
                </c:pt>
                <c:pt idx="3523">
                  <c:v>920.49109999999996</c:v>
                </c:pt>
                <c:pt idx="3524">
                  <c:v>920.4855</c:v>
                </c:pt>
                <c:pt idx="3525">
                  <c:v>917.90380000000005</c:v>
                </c:pt>
                <c:pt idx="3526">
                  <c:v>920.14940000000001</c:v>
                </c:pt>
                <c:pt idx="3527">
                  <c:v>924.03789999999992</c:v>
                </c:pt>
                <c:pt idx="3528">
                  <c:v>920.32489999999996</c:v>
                </c:pt>
                <c:pt idx="3529">
                  <c:v>918.9144</c:v>
                </c:pt>
                <c:pt idx="3530">
                  <c:v>925.28880000000004</c:v>
                </c:pt>
                <c:pt idx="3531">
                  <c:v>927.47389999999996</c:v>
                </c:pt>
                <c:pt idx="3532">
                  <c:v>922.18129999999996</c:v>
                </c:pt>
                <c:pt idx="3533">
                  <c:v>918.35359999999991</c:v>
                </c:pt>
                <c:pt idx="3534">
                  <c:v>916.53330000000005</c:v>
                </c:pt>
                <c:pt idx="3535">
                  <c:v>919.58339999999998</c:v>
                </c:pt>
                <c:pt idx="3536">
                  <c:v>921.149</c:v>
                </c:pt>
                <c:pt idx="3537">
                  <c:v>916.81279999999992</c:v>
                </c:pt>
                <c:pt idx="3538">
                  <c:v>915.03109999999992</c:v>
                </c:pt>
                <c:pt idx="3539">
                  <c:v>916.78390000000002</c:v>
                </c:pt>
                <c:pt idx="3540">
                  <c:v>918.55989999999997</c:v>
                </c:pt>
                <c:pt idx="3541">
                  <c:v>919.7278</c:v>
                </c:pt>
                <c:pt idx="3542">
                  <c:v>919.30340000000001</c:v>
                </c:pt>
                <c:pt idx="3543">
                  <c:v>920.25199999999984</c:v>
                </c:pt>
                <c:pt idx="3544">
                  <c:v>926.75450000000001</c:v>
                </c:pt>
                <c:pt idx="3545">
                  <c:v>928.04089999999997</c:v>
                </c:pt>
                <c:pt idx="3546">
                  <c:v>923.245</c:v>
                </c:pt>
                <c:pt idx="3547">
                  <c:v>922.52030000000002</c:v>
                </c:pt>
                <c:pt idx="3548">
                  <c:v>924.89490000000001</c:v>
                </c:pt>
                <c:pt idx="3549">
                  <c:v>925.70249999999999</c:v>
                </c:pt>
                <c:pt idx="3550">
                  <c:v>925.50990000000002</c:v>
                </c:pt>
                <c:pt idx="3551">
                  <c:v>924.54039999999998</c:v>
                </c:pt>
                <c:pt idx="3552">
                  <c:v>925.38759999999991</c:v>
                </c:pt>
                <c:pt idx="3553">
                  <c:v>928.9289</c:v>
                </c:pt>
                <c:pt idx="3554">
                  <c:v>927.50480000000005</c:v>
                </c:pt>
                <c:pt idx="3555">
                  <c:v>922.6173</c:v>
                </c:pt>
                <c:pt idx="3556">
                  <c:v>916.66579999999999</c:v>
                </c:pt>
                <c:pt idx="3557">
                  <c:v>913.83069999999987</c:v>
                </c:pt>
                <c:pt idx="3558">
                  <c:v>921.69119999999998</c:v>
                </c:pt>
                <c:pt idx="3559">
                  <c:v>928.03989999999999</c:v>
                </c:pt>
                <c:pt idx="3560">
                  <c:v>931.3350999999999</c:v>
                </c:pt>
                <c:pt idx="3561">
                  <c:v>929.39030000000002</c:v>
                </c:pt>
                <c:pt idx="3562">
                  <c:v>925.16049999999996</c:v>
                </c:pt>
                <c:pt idx="3563">
                  <c:v>926.39639999999997</c:v>
                </c:pt>
                <c:pt idx="3564">
                  <c:v>926.75319999999999</c:v>
                </c:pt>
                <c:pt idx="3565">
                  <c:v>923.23230000000001</c:v>
                </c:pt>
                <c:pt idx="3566">
                  <c:v>919.87339999999995</c:v>
                </c:pt>
                <c:pt idx="3567">
                  <c:v>918.21199999999999</c:v>
                </c:pt>
                <c:pt idx="3568">
                  <c:v>918.96169999999972</c:v>
                </c:pt>
                <c:pt idx="3569">
                  <c:v>921.79390000000001</c:v>
                </c:pt>
                <c:pt idx="3570">
                  <c:v>926.89480000000003</c:v>
                </c:pt>
                <c:pt idx="3571">
                  <c:v>930.52719999999988</c:v>
                </c:pt>
                <c:pt idx="3572">
                  <c:v>927.83859999999993</c:v>
                </c:pt>
                <c:pt idx="3573">
                  <c:v>926.23889999999994</c:v>
                </c:pt>
                <c:pt idx="3574">
                  <c:v>926.07989999999995</c:v>
                </c:pt>
                <c:pt idx="3575">
                  <c:v>924.0018</c:v>
                </c:pt>
                <c:pt idx="3576">
                  <c:v>921.92049999999983</c:v>
                </c:pt>
                <c:pt idx="3577">
                  <c:v>925.5729</c:v>
                </c:pt>
                <c:pt idx="3578">
                  <c:v>928.92819999999983</c:v>
                </c:pt>
                <c:pt idx="3579">
                  <c:v>929.23500000000001</c:v>
                </c:pt>
                <c:pt idx="3580">
                  <c:v>928.03189999999984</c:v>
                </c:pt>
                <c:pt idx="3581">
                  <c:v>926.33669999999972</c:v>
                </c:pt>
                <c:pt idx="3582">
                  <c:v>932.65109999999993</c:v>
                </c:pt>
                <c:pt idx="3583">
                  <c:v>940.80919999999992</c:v>
                </c:pt>
                <c:pt idx="3584">
                  <c:v>938.54390000000001</c:v>
                </c:pt>
                <c:pt idx="3585">
                  <c:v>935.48860000000002</c:v>
                </c:pt>
                <c:pt idx="3586">
                  <c:v>936.31129999999985</c:v>
                </c:pt>
                <c:pt idx="3587">
                  <c:v>936.46699999999987</c:v>
                </c:pt>
                <c:pt idx="3588">
                  <c:v>935.80189999999993</c:v>
                </c:pt>
                <c:pt idx="3589">
                  <c:v>938.38980000000004</c:v>
                </c:pt>
                <c:pt idx="3590">
                  <c:v>942.03869999999984</c:v>
                </c:pt>
                <c:pt idx="3591">
                  <c:v>943.51419999999996</c:v>
                </c:pt>
                <c:pt idx="3592">
                  <c:v>944.09019999999998</c:v>
                </c:pt>
                <c:pt idx="3593">
                  <c:v>944.62019999999984</c:v>
                </c:pt>
                <c:pt idx="3594">
                  <c:v>942.14149999999984</c:v>
                </c:pt>
                <c:pt idx="3595">
                  <c:v>938.34089999999992</c:v>
                </c:pt>
                <c:pt idx="3596">
                  <c:v>942.57920000000001</c:v>
                </c:pt>
                <c:pt idx="3597">
                  <c:v>949.27189999999996</c:v>
                </c:pt>
                <c:pt idx="3598">
                  <c:v>945.43649999999991</c:v>
                </c:pt>
                <c:pt idx="3599">
                  <c:v>946.48699999999997</c:v>
                </c:pt>
                <c:pt idx="3600">
                  <c:v>956.65699999999993</c:v>
                </c:pt>
                <c:pt idx="3601">
                  <c:v>960.64289999999994</c:v>
                </c:pt>
                <c:pt idx="3602">
                  <c:v>957.67790000000002</c:v>
                </c:pt>
                <c:pt idx="3603">
                  <c:v>951.19759999999997</c:v>
                </c:pt>
                <c:pt idx="3604">
                  <c:v>945.375</c:v>
                </c:pt>
                <c:pt idx="3605">
                  <c:v>943.19100000000003</c:v>
                </c:pt>
                <c:pt idx="3606">
                  <c:v>944.32259999999985</c:v>
                </c:pt>
                <c:pt idx="3607">
                  <c:v>949.81729999999993</c:v>
                </c:pt>
                <c:pt idx="3608">
                  <c:v>950.31870000000004</c:v>
                </c:pt>
                <c:pt idx="3609">
                  <c:v>947.91229999999985</c:v>
                </c:pt>
                <c:pt idx="3610">
                  <c:v>948.51319999999998</c:v>
                </c:pt>
                <c:pt idx="3611">
                  <c:v>949.94219999999984</c:v>
                </c:pt>
                <c:pt idx="3612">
                  <c:v>948.30930000000001</c:v>
                </c:pt>
                <c:pt idx="3613">
                  <c:v>949.17359999999996</c:v>
                </c:pt>
                <c:pt idx="3614">
                  <c:v>952.79100000000005</c:v>
                </c:pt>
                <c:pt idx="3615">
                  <c:v>954.33319999999992</c:v>
                </c:pt>
                <c:pt idx="3616">
                  <c:v>953.8975999999999</c:v>
                </c:pt>
                <c:pt idx="3617">
                  <c:v>953.20129999999983</c:v>
                </c:pt>
                <c:pt idx="3618">
                  <c:v>952.10450000000003</c:v>
                </c:pt>
                <c:pt idx="3619">
                  <c:v>950.38289999999984</c:v>
                </c:pt>
                <c:pt idx="3620">
                  <c:v>952.01400000000001</c:v>
                </c:pt>
                <c:pt idx="3621">
                  <c:v>959.01009999999997</c:v>
                </c:pt>
                <c:pt idx="3622">
                  <c:v>962.31799999999987</c:v>
                </c:pt>
                <c:pt idx="3623">
                  <c:v>962.52229999999986</c:v>
                </c:pt>
                <c:pt idx="3624">
                  <c:v>960.04330000000004</c:v>
                </c:pt>
                <c:pt idx="3625">
                  <c:v>956.96529999999984</c:v>
                </c:pt>
                <c:pt idx="3626">
                  <c:v>954.08169999999996</c:v>
                </c:pt>
                <c:pt idx="3627">
                  <c:v>952.81849999999997</c:v>
                </c:pt>
                <c:pt idx="3628">
                  <c:v>953.21230000000003</c:v>
                </c:pt>
                <c:pt idx="3629">
                  <c:v>957.27729999999997</c:v>
                </c:pt>
                <c:pt idx="3630">
                  <c:v>960.75080000000003</c:v>
                </c:pt>
                <c:pt idx="3631">
                  <c:v>955.37619999999993</c:v>
                </c:pt>
                <c:pt idx="3632">
                  <c:v>951.71810000000005</c:v>
                </c:pt>
                <c:pt idx="3633">
                  <c:v>953.38369999999998</c:v>
                </c:pt>
                <c:pt idx="3634">
                  <c:v>954.75149999999996</c:v>
                </c:pt>
                <c:pt idx="3635">
                  <c:v>954.64619999999991</c:v>
                </c:pt>
                <c:pt idx="3636">
                  <c:v>954.11209999999994</c:v>
                </c:pt>
                <c:pt idx="3637">
                  <c:v>952.06380000000001</c:v>
                </c:pt>
                <c:pt idx="3638">
                  <c:v>944.97590000000002</c:v>
                </c:pt>
                <c:pt idx="3639">
                  <c:v>942.99429999999984</c:v>
                </c:pt>
                <c:pt idx="3640">
                  <c:v>949.02829999999983</c:v>
                </c:pt>
                <c:pt idx="3641">
                  <c:v>956.73889999999994</c:v>
                </c:pt>
                <c:pt idx="3642">
                  <c:v>963.37109999999996</c:v>
                </c:pt>
                <c:pt idx="3643">
                  <c:v>959.08460000000002</c:v>
                </c:pt>
                <c:pt idx="3644">
                  <c:v>955.78989999999999</c:v>
                </c:pt>
                <c:pt idx="3645">
                  <c:v>961.95289999999989</c:v>
                </c:pt>
                <c:pt idx="3646">
                  <c:v>963.34299999999985</c:v>
                </c:pt>
                <c:pt idx="3647">
                  <c:v>956.12119999999993</c:v>
                </c:pt>
                <c:pt idx="3648">
                  <c:v>949.30179999999996</c:v>
                </c:pt>
                <c:pt idx="3649">
                  <c:v>946.1499</c:v>
                </c:pt>
                <c:pt idx="3650">
                  <c:v>950.20619999999997</c:v>
                </c:pt>
                <c:pt idx="3651">
                  <c:v>955.48900000000003</c:v>
                </c:pt>
                <c:pt idx="3652">
                  <c:v>957.19569999999999</c:v>
                </c:pt>
                <c:pt idx="3653">
                  <c:v>956.20100000000002</c:v>
                </c:pt>
                <c:pt idx="3654">
                  <c:v>953.84749999999985</c:v>
                </c:pt>
                <c:pt idx="3655">
                  <c:v>955.38570000000004</c:v>
                </c:pt>
                <c:pt idx="3656">
                  <c:v>958.57849999999996</c:v>
                </c:pt>
                <c:pt idx="3657">
                  <c:v>958.97180000000003</c:v>
                </c:pt>
                <c:pt idx="3658">
                  <c:v>959.90409999999997</c:v>
                </c:pt>
                <c:pt idx="3659">
                  <c:v>962.15319999999997</c:v>
                </c:pt>
                <c:pt idx="3660">
                  <c:v>964.44470000000001</c:v>
                </c:pt>
                <c:pt idx="3661">
                  <c:v>966.00649999999996</c:v>
                </c:pt>
                <c:pt idx="3662">
                  <c:v>962.49680000000001</c:v>
                </c:pt>
                <c:pt idx="3663">
                  <c:v>960.78290000000004</c:v>
                </c:pt>
                <c:pt idx="3664">
                  <c:v>965.79079999999999</c:v>
                </c:pt>
                <c:pt idx="3665">
                  <c:v>966.30840000000001</c:v>
                </c:pt>
                <c:pt idx="3666">
                  <c:v>954.70979999999997</c:v>
                </c:pt>
                <c:pt idx="3667">
                  <c:v>953.93899999999996</c:v>
                </c:pt>
                <c:pt idx="3668">
                  <c:v>958.89</c:v>
                </c:pt>
                <c:pt idx="3669">
                  <c:v>960.6979</c:v>
                </c:pt>
                <c:pt idx="3670">
                  <c:v>961.39229999999986</c:v>
                </c:pt>
                <c:pt idx="3671">
                  <c:v>962.67870000000005</c:v>
                </c:pt>
                <c:pt idx="3672">
                  <c:v>962.65639999999996</c:v>
                </c:pt>
                <c:pt idx="3673">
                  <c:v>961.66489999999999</c:v>
                </c:pt>
                <c:pt idx="3674">
                  <c:v>961.49580000000003</c:v>
                </c:pt>
                <c:pt idx="3675">
                  <c:v>962.84509999999989</c:v>
                </c:pt>
                <c:pt idx="3676">
                  <c:v>968.26789999999994</c:v>
                </c:pt>
                <c:pt idx="3677">
                  <c:v>970.68409999999994</c:v>
                </c:pt>
                <c:pt idx="3678">
                  <c:v>968.31209999999987</c:v>
                </c:pt>
                <c:pt idx="3679">
                  <c:v>966.94889999999998</c:v>
                </c:pt>
                <c:pt idx="3680">
                  <c:v>967.01530000000002</c:v>
                </c:pt>
                <c:pt idx="3681">
                  <c:v>964.95009999999991</c:v>
                </c:pt>
                <c:pt idx="3682">
                  <c:v>964.28</c:v>
                </c:pt>
                <c:pt idx="3683">
                  <c:v>969.83859999999993</c:v>
                </c:pt>
                <c:pt idx="3684">
                  <c:v>972.09640000000002</c:v>
                </c:pt>
                <c:pt idx="3685">
                  <c:v>969.30470000000003</c:v>
                </c:pt>
                <c:pt idx="3686">
                  <c:v>968.2106</c:v>
                </c:pt>
                <c:pt idx="3687">
                  <c:v>968.84999999999991</c:v>
                </c:pt>
                <c:pt idx="3688">
                  <c:v>970.73339999999996</c:v>
                </c:pt>
                <c:pt idx="3689">
                  <c:v>972.55679999999984</c:v>
                </c:pt>
                <c:pt idx="3690">
                  <c:v>973.82259999999985</c:v>
                </c:pt>
                <c:pt idx="3691">
                  <c:v>972.77620000000002</c:v>
                </c:pt>
                <c:pt idx="3692">
                  <c:v>970.14249999999993</c:v>
                </c:pt>
                <c:pt idx="3693">
                  <c:v>976.38900000000001</c:v>
                </c:pt>
                <c:pt idx="3694">
                  <c:v>982.86849999999993</c:v>
                </c:pt>
                <c:pt idx="3695">
                  <c:v>981.21190000000001</c:v>
                </c:pt>
                <c:pt idx="3696">
                  <c:v>978.46359999999993</c:v>
                </c:pt>
                <c:pt idx="3697">
                  <c:v>978.22360000000003</c:v>
                </c:pt>
                <c:pt idx="3698">
                  <c:v>979.94370000000004</c:v>
                </c:pt>
                <c:pt idx="3699">
                  <c:v>982.03559999999993</c:v>
                </c:pt>
                <c:pt idx="3700">
                  <c:v>981.74329999999998</c:v>
                </c:pt>
                <c:pt idx="3701">
                  <c:v>979.61699999999996</c:v>
                </c:pt>
                <c:pt idx="3702">
                  <c:v>974.27800000000002</c:v>
                </c:pt>
                <c:pt idx="3703">
                  <c:v>972.22400000000005</c:v>
                </c:pt>
                <c:pt idx="3704">
                  <c:v>973.53759999999988</c:v>
                </c:pt>
                <c:pt idx="3705">
                  <c:v>976.58339999999998</c:v>
                </c:pt>
                <c:pt idx="3706">
                  <c:v>979.55239999999992</c:v>
                </c:pt>
                <c:pt idx="3707">
                  <c:v>979.61080000000004</c:v>
                </c:pt>
                <c:pt idx="3708">
                  <c:v>979.51480000000004</c:v>
                </c:pt>
                <c:pt idx="3709">
                  <c:v>980.09310000000005</c:v>
                </c:pt>
                <c:pt idx="3710">
                  <c:v>980.64070000000004</c:v>
                </c:pt>
                <c:pt idx="3711">
                  <c:v>980.97400000000005</c:v>
                </c:pt>
                <c:pt idx="3712">
                  <c:v>980.12609999999984</c:v>
                </c:pt>
                <c:pt idx="3713">
                  <c:v>980.97609999999997</c:v>
                </c:pt>
                <c:pt idx="3714">
                  <c:v>985.58900000000006</c:v>
                </c:pt>
                <c:pt idx="3715">
                  <c:v>988.91149999999993</c:v>
                </c:pt>
                <c:pt idx="3716">
                  <c:v>989.11490000000003</c:v>
                </c:pt>
                <c:pt idx="3717">
                  <c:v>992.28880000000004</c:v>
                </c:pt>
                <c:pt idx="3718">
                  <c:v>994.98519999999996</c:v>
                </c:pt>
                <c:pt idx="3719">
                  <c:v>989.18340000000001</c:v>
                </c:pt>
                <c:pt idx="3720">
                  <c:v>984.45679999999993</c:v>
                </c:pt>
                <c:pt idx="3721">
                  <c:v>985.50630000000001</c:v>
                </c:pt>
                <c:pt idx="3722">
                  <c:v>984.92819999999983</c:v>
                </c:pt>
                <c:pt idx="3723">
                  <c:v>982.88229999999987</c:v>
                </c:pt>
                <c:pt idx="3724">
                  <c:v>982.99249999999984</c:v>
                </c:pt>
                <c:pt idx="3725">
                  <c:v>985.47609999999997</c:v>
                </c:pt>
                <c:pt idx="3726">
                  <c:v>990.97130000000004</c:v>
                </c:pt>
                <c:pt idx="3727">
                  <c:v>994.51400000000001</c:v>
                </c:pt>
                <c:pt idx="3728">
                  <c:v>995.06989999999996</c:v>
                </c:pt>
                <c:pt idx="3729">
                  <c:v>994.5856</c:v>
                </c:pt>
                <c:pt idx="3730">
                  <c:v>993.31819999999993</c:v>
                </c:pt>
                <c:pt idx="3731">
                  <c:v>991.202</c:v>
                </c:pt>
                <c:pt idx="3732">
                  <c:v>990.34119999999984</c:v>
                </c:pt>
                <c:pt idx="3733">
                  <c:v>992.96809999999994</c:v>
                </c:pt>
                <c:pt idx="3734">
                  <c:v>992.50810000000001</c:v>
                </c:pt>
                <c:pt idx="3735">
                  <c:v>989.30749999999989</c:v>
                </c:pt>
                <c:pt idx="3736">
                  <c:v>985.82929999999988</c:v>
                </c:pt>
                <c:pt idx="3737">
                  <c:v>984.8291999999999</c:v>
                </c:pt>
                <c:pt idx="3738">
                  <c:v>993.87040000000002</c:v>
                </c:pt>
                <c:pt idx="3739">
                  <c:v>997.48990000000003</c:v>
                </c:pt>
                <c:pt idx="3740">
                  <c:v>994.27279999999996</c:v>
                </c:pt>
                <c:pt idx="3741">
                  <c:v>990.90319999999997</c:v>
                </c:pt>
                <c:pt idx="3742">
                  <c:v>989.47820000000002</c:v>
                </c:pt>
                <c:pt idx="3743">
                  <c:v>995.14009999999996</c:v>
                </c:pt>
                <c:pt idx="3744">
                  <c:v>1000.081</c:v>
                </c:pt>
                <c:pt idx="3745">
                  <c:v>1001.596</c:v>
                </c:pt>
                <c:pt idx="3746">
                  <c:v>1001.151</c:v>
                </c:pt>
                <c:pt idx="3747">
                  <c:v>999.81380000000001</c:v>
                </c:pt>
                <c:pt idx="3748">
                  <c:v>1001.928</c:v>
                </c:pt>
                <c:pt idx="3749">
                  <c:v>1004.066</c:v>
                </c:pt>
                <c:pt idx="3750">
                  <c:v>1003.7670000000001</c:v>
                </c:pt>
                <c:pt idx="3751">
                  <c:v>1002.756</c:v>
                </c:pt>
                <c:pt idx="3752">
                  <c:v>1001.663</c:v>
                </c:pt>
                <c:pt idx="3753">
                  <c:v>1004.17</c:v>
                </c:pt>
                <c:pt idx="3754">
                  <c:v>1008.0940000000001</c:v>
                </c:pt>
                <c:pt idx="3755">
                  <c:v>1010.649</c:v>
                </c:pt>
                <c:pt idx="3756">
                  <c:v>1010.4930000000001</c:v>
                </c:pt>
                <c:pt idx="3757">
                  <c:v>1005.818</c:v>
                </c:pt>
                <c:pt idx="3758">
                  <c:v>1005.6</c:v>
                </c:pt>
                <c:pt idx="3759">
                  <c:v>1008.903</c:v>
                </c:pt>
                <c:pt idx="3760">
                  <c:v>1011.735</c:v>
                </c:pt>
                <c:pt idx="3761">
                  <c:v>1013.9450000000001</c:v>
                </c:pt>
                <c:pt idx="3762">
                  <c:v>1016.001</c:v>
                </c:pt>
                <c:pt idx="3763">
                  <c:v>1014.663</c:v>
                </c:pt>
                <c:pt idx="3764">
                  <c:v>1010.38</c:v>
                </c:pt>
                <c:pt idx="3765">
                  <c:v>1006.385</c:v>
                </c:pt>
                <c:pt idx="3766">
                  <c:v>1005.292</c:v>
                </c:pt>
                <c:pt idx="3767">
                  <c:v>1011.134</c:v>
                </c:pt>
                <c:pt idx="3768">
                  <c:v>1011.966</c:v>
                </c:pt>
                <c:pt idx="3769">
                  <c:v>1001.723</c:v>
                </c:pt>
                <c:pt idx="3770">
                  <c:v>1005.829</c:v>
                </c:pt>
                <c:pt idx="3771">
                  <c:v>1018.701</c:v>
                </c:pt>
                <c:pt idx="3772">
                  <c:v>1021.027</c:v>
                </c:pt>
                <c:pt idx="3773">
                  <c:v>1019.153</c:v>
                </c:pt>
                <c:pt idx="3774">
                  <c:v>1019.283</c:v>
                </c:pt>
                <c:pt idx="3775">
                  <c:v>1017.1559999999999</c:v>
                </c:pt>
                <c:pt idx="3776">
                  <c:v>1013.851</c:v>
                </c:pt>
                <c:pt idx="3777">
                  <c:v>1015.119</c:v>
                </c:pt>
                <c:pt idx="3778">
                  <c:v>1019.18</c:v>
                </c:pt>
                <c:pt idx="3779">
                  <c:v>1026.0309999999999</c:v>
                </c:pt>
                <c:pt idx="3780">
                  <c:v>1025.768</c:v>
                </c:pt>
                <c:pt idx="3781">
                  <c:v>1018.351</c:v>
                </c:pt>
                <c:pt idx="3782">
                  <c:v>1019.672</c:v>
                </c:pt>
                <c:pt idx="3783">
                  <c:v>1026.2670000000001</c:v>
                </c:pt>
                <c:pt idx="3784">
                  <c:v>1025.9079999999999</c:v>
                </c:pt>
                <c:pt idx="3785">
                  <c:v>1026.548</c:v>
                </c:pt>
                <c:pt idx="3786">
                  <c:v>1030.9880000000001</c:v>
                </c:pt>
                <c:pt idx="3787">
                  <c:v>1034.127</c:v>
                </c:pt>
                <c:pt idx="3788">
                  <c:v>1034.827</c:v>
                </c:pt>
                <c:pt idx="3789">
                  <c:v>1031.8589999999999</c:v>
                </c:pt>
                <c:pt idx="3790">
                  <c:v>1031.874</c:v>
                </c:pt>
                <c:pt idx="3791">
                  <c:v>1039.626</c:v>
                </c:pt>
                <c:pt idx="3792">
                  <c:v>1042.1579999999999</c:v>
                </c:pt>
                <c:pt idx="3793">
                  <c:v>1034.5909999999999</c:v>
                </c:pt>
                <c:pt idx="3794">
                  <c:v>1034.6869999999999</c:v>
                </c:pt>
                <c:pt idx="3795">
                  <c:v>1038.29</c:v>
                </c:pt>
                <c:pt idx="3796">
                  <c:v>1040.452</c:v>
                </c:pt>
                <c:pt idx="3797">
                  <c:v>1039.547</c:v>
                </c:pt>
                <c:pt idx="3798">
                  <c:v>1034.5260000000001</c:v>
                </c:pt>
                <c:pt idx="3799">
                  <c:v>1035.8240000000001</c:v>
                </c:pt>
                <c:pt idx="3800">
                  <c:v>1040.5609999999999</c:v>
                </c:pt>
                <c:pt idx="3801">
                  <c:v>1039.087</c:v>
                </c:pt>
                <c:pt idx="3802">
                  <c:v>1037.3969999999999</c:v>
                </c:pt>
                <c:pt idx="3803">
                  <c:v>1038.5920000000001</c:v>
                </c:pt>
                <c:pt idx="3804">
                  <c:v>1041.48</c:v>
                </c:pt>
                <c:pt idx="3805">
                  <c:v>1044.9929999999999</c:v>
                </c:pt>
                <c:pt idx="3806">
                  <c:v>1045.345</c:v>
                </c:pt>
                <c:pt idx="3807">
                  <c:v>1045.3810000000001</c:v>
                </c:pt>
                <c:pt idx="3808">
                  <c:v>1047.6759999999999</c:v>
                </c:pt>
                <c:pt idx="3809">
                  <c:v>1048.2470000000001</c:v>
                </c:pt>
                <c:pt idx="3810">
                  <c:v>1046.0989999999999</c:v>
                </c:pt>
                <c:pt idx="3811">
                  <c:v>1048.6030000000001</c:v>
                </c:pt>
                <c:pt idx="3812">
                  <c:v>1049.94</c:v>
                </c:pt>
                <c:pt idx="3813">
                  <c:v>1042.3440000000001</c:v>
                </c:pt>
                <c:pt idx="3814">
                  <c:v>1038.204</c:v>
                </c:pt>
                <c:pt idx="3815">
                  <c:v>1046.9159999999999</c:v>
                </c:pt>
                <c:pt idx="3816">
                  <c:v>1047.8900000000001</c:v>
                </c:pt>
                <c:pt idx="3817">
                  <c:v>1044.7080000000001</c:v>
                </c:pt>
                <c:pt idx="3818">
                  <c:v>1045.72</c:v>
                </c:pt>
                <c:pt idx="3819">
                  <c:v>1048.7750000000001</c:v>
                </c:pt>
                <c:pt idx="3820">
                  <c:v>1052.4770000000001</c:v>
                </c:pt>
                <c:pt idx="3821">
                  <c:v>1056.53</c:v>
                </c:pt>
                <c:pt idx="3822">
                  <c:v>1059.819</c:v>
                </c:pt>
                <c:pt idx="3823">
                  <c:v>1057.847</c:v>
                </c:pt>
                <c:pt idx="3824">
                  <c:v>1055.441</c:v>
                </c:pt>
                <c:pt idx="3825">
                  <c:v>1058.769</c:v>
                </c:pt>
                <c:pt idx="3826">
                  <c:v>1061.8969999999999</c:v>
                </c:pt>
                <c:pt idx="3827">
                  <c:v>1063.74</c:v>
                </c:pt>
                <c:pt idx="3828">
                  <c:v>1061.922</c:v>
                </c:pt>
                <c:pt idx="3829">
                  <c:v>1059.8800000000001</c:v>
                </c:pt>
                <c:pt idx="3830">
                  <c:v>1064.1310000000001</c:v>
                </c:pt>
                <c:pt idx="3831">
                  <c:v>1066.742</c:v>
                </c:pt>
                <c:pt idx="3832">
                  <c:v>1066.287</c:v>
                </c:pt>
                <c:pt idx="3833">
                  <c:v>1067.1010000000001</c:v>
                </c:pt>
                <c:pt idx="3834">
                  <c:v>1069.424</c:v>
                </c:pt>
                <c:pt idx="3835">
                  <c:v>1072.7170000000001</c:v>
                </c:pt>
                <c:pt idx="3836">
                  <c:v>1075.2629999999999</c:v>
                </c:pt>
                <c:pt idx="3837">
                  <c:v>1076.3389999999999</c:v>
                </c:pt>
                <c:pt idx="3838">
                  <c:v>1077.048</c:v>
                </c:pt>
                <c:pt idx="3839">
                  <c:v>1076.671</c:v>
                </c:pt>
                <c:pt idx="3840">
                  <c:v>1072.32</c:v>
                </c:pt>
                <c:pt idx="3841">
                  <c:v>1068.6890000000001</c:v>
                </c:pt>
                <c:pt idx="3842">
                  <c:v>1070.8309999999999</c:v>
                </c:pt>
                <c:pt idx="3843">
                  <c:v>1072.192</c:v>
                </c:pt>
                <c:pt idx="3844">
                  <c:v>1071.4690000000001</c:v>
                </c:pt>
                <c:pt idx="3845">
                  <c:v>1068.146</c:v>
                </c:pt>
                <c:pt idx="3846">
                  <c:v>1064.0309999999999</c:v>
                </c:pt>
                <c:pt idx="3847">
                  <c:v>1062.212</c:v>
                </c:pt>
                <c:pt idx="3848">
                  <c:v>1059.2929999999999</c:v>
                </c:pt>
                <c:pt idx="3849">
                  <c:v>1055.1420000000001</c:v>
                </c:pt>
                <c:pt idx="3850">
                  <c:v>1052.883</c:v>
                </c:pt>
                <c:pt idx="3851">
                  <c:v>1050.8969999999999</c:v>
                </c:pt>
                <c:pt idx="3852">
                  <c:v>1043.9549999999999</c:v>
                </c:pt>
                <c:pt idx="3853">
                  <c:v>1038.5889999999999</c:v>
                </c:pt>
                <c:pt idx="3854">
                  <c:v>1036.413</c:v>
                </c:pt>
                <c:pt idx="3855">
                  <c:v>1037.576</c:v>
                </c:pt>
                <c:pt idx="3856">
                  <c:v>1039.4639999999999</c:v>
                </c:pt>
                <c:pt idx="3857">
                  <c:v>1036.0029999999999</c:v>
                </c:pt>
                <c:pt idx="3858">
                  <c:v>1028.576</c:v>
                </c:pt>
                <c:pt idx="3859">
                  <c:v>1018.792</c:v>
                </c:pt>
                <c:pt idx="3860">
                  <c:v>1016.015</c:v>
                </c:pt>
                <c:pt idx="3861">
                  <c:v>1019.324</c:v>
                </c:pt>
                <c:pt idx="3862">
                  <c:v>1016.756</c:v>
                </c:pt>
                <c:pt idx="3863">
                  <c:v>1011.903</c:v>
                </c:pt>
                <c:pt idx="3864">
                  <c:v>1007.002</c:v>
                </c:pt>
                <c:pt idx="3865">
                  <c:v>1005.674</c:v>
                </c:pt>
                <c:pt idx="3866">
                  <c:v>1007.646</c:v>
                </c:pt>
                <c:pt idx="3867">
                  <c:v>1002.12</c:v>
                </c:pt>
                <c:pt idx="3868">
                  <c:v>995.3377999999999</c:v>
                </c:pt>
                <c:pt idx="3869">
                  <c:v>993.41970000000003</c:v>
                </c:pt>
                <c:pt idx="3870">
                  <c:v>989.38670000000002</c:v>
                </c:pt>
                <c:pt idx="3871">
                  <c:v>982.51400000000001</c:v>
                </c:pt>
                <c:pt idx="3872">
                  <c:v>985.05050000000006</c:v>
                </c:pt>
                <c:pt idx="3873">
                  <c:v>990.34949999999992</c:v>
                </c:pt>
                <c:pt idx="3874">
                  <c:v>986.94659999999988</c:v>
                </c:pt>
                <c:pt idx="3875">
                  <c:v>982.23310000000004</c:v>
                </c:pt>
                <c:pt idx="3876">
                  <c:v>978.20510000000002</c:v>
                </c:pt>
                <c:pt idx="3877">
                  <c:v>976.6884</c:v>
                </c:pt>
                <c:pt idx="3878">
                  <c:v>975.93689999999992</c:v>
                </c:pt>
                <c:pt idx="3879">
                  <c:v>970.18979999999999</c:v>
                </c:pt>
                <c:pt idx="3880">
                  <c:v>966.49259999999992</c:v>
                </c:pt>
                <c:pt idx="3881">
                  <c:v>966.76890000000003</c:v>
                </c:pt>
                <c:pt idx="3882">
                  <c:v>967.0145</c:v>
                </c:pt>
                <c:pt idx="3883">
                  <c:v>966.80070000000001</c:v>
                </c:pt>
                <c:pt idx="3884">
                  <c:v>967.6241</c:v>
                </c:pt>
                <c:pt idx="3885">
                  <c:v>966.5181</c:v>
                </c:pt>
                <c:pt idx="3886">
                  <c:v>962.64440000000002</c:v>
                </c:pt>
                <c:pt idx="3887">
                  <c:v>963.57240000000002</c:v>
                </c:pt>
                <c:pt idx="3888">
                  <c:v>967.96469999999988</c:v>
                </c:pt>
                <c:pt idx="3889">
                  <c:v>960.92059999999992</c:v>
                </c:pt>
                <c:pt idx="3890">
                  <c:v>953.88709999999992</c:v>
                </c:pt>
                <c:pt idx="3891">
                  <c:v>952.87049999999999</c:v>
                </c:pt>
                <c:pt idx="3892">
                  <c:v>952.69669999999996</c:v>
                </c:pt>
                <c:pt idx="3893">
                  <c:v>951.73230000000001</c:v>
                </c:pt>
                <c:pt idx="3894">
                  <c:v>948.62400000000002</c:v>
                </c:pt>
                <c:pt idx="3895">
                  <c:v>947.16819999999996</c:v>
                </c:pt>
                <c:pt idx="3896">
                  <c:v>949.8768</c:v>
                </c:pt>
                <c:pt idx="3897">
                  <c:v>951.91830000000004</c:v>
                </c:pt>
                <c:pt idx="3898">
                  <c:v>951.82709999999986</c:v>
                </c:pt>
                <c:pt idx="3899">
                  <c:v>953.76599999999996</c:v>
                </c:pt>
                <c:pt idx="3900">
                  <c:v>954.52800000000002</c:v>
                </c:pt>
                <c:pt idx="3901">
                  <c:v>950.32439999999997</c:v>
                </c:pt>
                <c:pt idx="3902">
                  <c:v>947.97500000000002</c:v>
                </c:pt>
                <c:pt idx="3903">
                  <c:v>949.46679999999992</c:v>
                </c:pt>
                <c:pt idx="3904">
                  <c:v>949.04269999999985</c:v>
                </c:pt>
                <c:pt idx="3905">
                  <c:v>948.50239999999997</c:v>
                </c:pt>
                <c:pt idx="3906">
                  <c:v>952.40689999999984</c:v>
                </c:pt>
                <c:pt idx="3907">
                  <c:v>952.06849999999997</c:v>
                </c:pt>
                <c:pt idx="3908">
                  <c:v>945.96159999999986</c:v>
                </c:pt>
                <c:pt idx="3909">
                  <c:v>946.65019999999993</c:v>
                </c:pt>
                <c:pt idx="3910">
                  <c:v>951.16129999999987</c:v>
                </c:pt>
                <c:pt idx="3911">
                  <c:v>951.14189999999996</c:v>
                </c:pt>
                <c:pt idx="3912">
                  <c:v>950.74480000000005</c:v>
                </c:pt>
                <c:pt idx="3913">
                  <c:v>951.0367</c:v>
                </c:pt>
                <c:pt idx="3914">
                  <c:v>949.88</c:v>
                </c:pt>
                <c:pt idx="3915">
                  <c:v>948.32339999999999</c:v>
                </c:pt>
                <c:pt idx="3916">
                  <c:v>951.63649999999996</c:v>
                </c:pt>
                <c:pt idx="3917">
                  <c:v>952.75599999999997</c:v>
                </c:pt>
                <c:pt idx="3918">
                  <c:v>949.6164</c:v>
                </c:pt>
                <c:pt idx="3919">
                  <c:v>944.61329999999998</c:v>
                </c:pt>
                <c:pt idx="3920">
                  <c:v>940.43049999999994</c:v>
                </c:pt>
                <c:pt idx="3921">
                  <c:v>947.03059999999994</c:v>
                </c:pt>
                <c:pt idx="3922">
                  <c:v>951.16309999999999</c:v>
                </c:pt>
                <c:pt idx="3923">
                  <c:v>948.11670000000004</c:v>
                </c:pt>
                <c:pt idx="3924">
                  <c:v>946.91619999999989</c:v>
                </c:pt>
                <c:pt idx="3925">
                  <c:v>948.6703</c:v>
                </c:pt>
                <c:pt idx="3926">
                  <c:v>951.11800000000005</c:v>
                </c:pt>
                <c:pt idx="3927">
                  <c:v>951.11850000000004</c:v>
                </c:pt>
                <c:pt idx="3928">
                  <c:v>947.70540000000005</c:v>
                </c:pt>
                <c:pt idx="3929">
                  <c:v>946.89170000000001</c:v>
                </c:pt>
                <c:pt idx="3930">
                  <c:v>949.70820000000003</c:v>
                </c:pt>
                <c:pt idx="3931">
                  <c:v>955.37139999999999</c:v>
                </c:pt>
                <c:pt idx="3932">
                  <c:v>958.07749999999999</c:v>
                </c:pt>
                <c:pt idx="3933">
                  <c:v>954.33559999999989</c:v>
                </c:pt>
                <c:pt idx="3934">
                  <c:v>949.90319999999997</c:v>
                </c:pt>
                <c:pt idx="3935">
                  <c:v>946.66930000000002</c:v>
                </c:pt>
                <c:pt idx="3936">
                  <c:v>946.3445999999999</c:v>
                </c:pt>
                <c:pt idx="3937">
                  <c:v>947.12339999999995</c:v>
                </c:pt>
                <c:pt idx="3938">
                  <c:v>947.53789999999992</c:v>
                </c:pt>
                <c:pt idx="3939">
                  <c:v>947.13739999999996</c:v>
                </c:pt>
                <c:pt idx="3940">
                  <c:v>945.7278</c:v>
                </c:pt>
                <c:pt idx="3941">
                  <c:v>943.39430000000004</c:v>
                </c:pt>
              </c:numCache>
            </c:numRef>
          </c:val>
        </c:ser>
        <c:dLbls>
          <c:showLegendKey val="0"/>
          <c:showVal val="0"/>
          <c:showCatName val="0"/>
          <c:showSerName val="0"/>
          <c:showPercent val="0"/>
          <c:showBubbleSize val="0"/>
        </c:dLbls>
        <c:axId val="131765904"/>
        <c:axId val="131759632"/>
      </c:areaChart>
      <c:catAx>
        <c:axId val="131765904"/>
        <c:scaling>
          <c:orientation val="minMax"/>
        </c:scaling>
        <c:delete val="0"/>
        <c:axPos val="b"/>
        <c:majorGridlines>
          <c:spPr>
            <a:ln w="9525" cap="flat" cmpd="sng" algn="ctr">
              <a:solidFill>
                <a:schemeClr val="tx1">
                  <a:lumMod val="15000"/>
                  <a:lumOff val="85000"/>
                </a:schemeClr>
              </a:solidFill>
              <a:round/>
            </a:ln>
            <a:effectLst/>
          </c:spPr>
        </c:majorGridlines>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59632"/>
        <c:crosses val="autoZero"/>
        <c:auto val="1"/>
        <c:lblAlgn val="ctr"/>
        <c:lblOffset val="100"/>
        <c:noMultiLvlLbl val="1"/>
      </c:catAx>
      <c:valAx>
        <c:axId val="131759632"/>
        <c:scaling>
          <c:orientation val="minMax"/>
          <c:min val="700"/>
        </c:scaling>
        <c:delete val="0"/>
        <c:axPos val="l"/>
        <c:majorGridlines>
          <c:spPr>
            <a:ln w="9525" cap="flat" cmpd="sng" algn="ctr">
              <a:solidFill>
                <a:schemeClr val="tx1">
                  <a:lumMod val="15000"/>
                  <a:lumOff val="85000"/>
                </a:schemeClr>
              </a:solidFill>
              <a:round/>
            </a:ln>
            <a:effectLst/>
          </c:spPr>
        </c:majorGridlines>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590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sz="1400" b="0" i="0" baseline="0" dirty="0" smtClean="0">
                <a:effectLst/>
              </a:rPr>
              <a:t>Raman Spectrum of Graphene on Si</a:t>
            </a:r>
            <a:endParaRPr lang="en-CA" sz="11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spPr>
            <a:solidFill>
              <a:schemeClr val="accent1"/>
            </a:solidFill>
            <a:ln>
              <a:noFill/>
            </a:ln>
            <a:effectLst/>
          </c:spPr>
          <c:cat>
            <c:numRef>
              <c:f>'[Transferred MLG from Cu.CSV]Transferred MLG from Cu'!$A$1:$A$3942</c:f>
              <c:numCache>
                <c:formatCode>0.00E+00</c:formatCode>
                <c:ptCount val="3942"/>
                <c:pt idx="0">
                  <c:v>1100</c:v>
                </c:pt>
                <c:pt idx="1">
                  <c:v>1100</c:v>
                </c:pt>
                <c:pt idx="2">
                  <c:v>1100</c:v>
                </c:pt>
                <c:pt idx="3">
                  <c:v>1100</c:v>
                </c:pt>
                <c:pt idx="4">
                  <c:v>1100</c:v>
                </c:pt>
                <c:pt idx="5">
                  <c:v>1100</c:v>
                </c:pt>
                <c:pt idx="6">
                  <c:v>1100</c:v>
                </c:pt>
                <c:pt idx="7">
                  <c:v>1100</c:v>
                </c:pt>
                <c:pt idx="8">
                  <c:v>1100</c:v>
                </c:pt>
                <c:pt idx="9">
                  <c:v>1100</c:v>
                </c:pt>
                <c:pt idx="10">
                  <c:v>1110</c:v>
                </c:pt>
                <c:pt idx="11">
                  <c:v>1110</c:v>
                </c:pt>
                <c:pt idx="12">
                  <c:v>1110</c:v>
                </c:pt>
                <c:pt idx="13">
                  <c:v>1110</c:v>
                </c:pt>
                <c:pt idx="14">
                  <c:v>1110</c:v>
                </c:pt>
                <c:pt idx="15">
                  <c:v>1110</c:v>
                </c:pt>
                <c:pt idx="16">
                  <c:v>1110</c:v>
                </c:pt>
                <c:pt idx="17">
                  <c:v>1110</c:v>
                </c:pt>
                <c:pt idx="18">
                  <c:v>1110</c:v>
                </c:pt>
                <c:pt idx="19">
                  <c:v>1110</c:v>
                </c:pt>
                <c:pt idx="20">
                  <c:v>1110</c:v>
                </c:pt>
                <c:pt idx="21">
                  <c:v>1110</c:v>
                </c:pt>
                <c:pt idx="22">
                  <c:v>1110</c:v>
                </c:pt>
                <c:pt idx="23">
                  <c:v>1110</c:v>
                </c:pt>
                <c:pt idx="24">
                  <c:v>1110</c:v>
                </c:pt>
                <c:pt idx="25">
                  <c:v>1110</c:v>
                </c:pt>
                <c:pt idx="26">
                  <c:v>1110</c:v>
                </c:pt>
                <c:pt idx="27">
                  <c:v>1110</c:v>
                </c:pt>
                <c:pt idx="28">
                  <c:v>1110</c:v>
                </c:pt>
                <c:pt idx="29">
                  <c:v>1110</c:v>
                </c:pt>
                <c:pt idx="30">
                  <c:v>1110</c:v>
                </c:pt>
                <c:pt idx="31">
                  <c:v>1120</c:v>
                </c:pt>
                <c:pt idx="32">
                  <c:v>1120</c:v>
                </c:pt>
                <c:pt idx="33">
                  <c:v>1120</c:v>
                </c:pt>
                <c:pt idx="34">
                  <c:v>1120</c:v>
                </c:pt>
                <c:pt idx="35">
                  <c:v>1120</c:v>
                </c:pt>
                <c:pt idx="36">
                  <c:v>1120</c:v>
                </c:pt>
                <c:pt idx="37">
                  <c:v>1120</c:v>
                </c:pt>
                <c:pt idx="38">
                  <c:v>1120</c:v>
                </c:pt>
                <c:pt idx="39">
                  <c:v>1120</c:v>
                </c:pt>
                <c:pt idx="40">
                  <c:v>1120</c:v>
                </c:pt>
                <c:pt idx="41">
                  <c:v>1120</c:v>
                </c:pt>
                <c:pt idx="42">
                  <c:v>1120</c:v>
                </c:pt>
                <c:pt idx="43">
                  <c:v>1120</c:v>
                </c:pt>
                <c:pt idx="44">
                  <c:v>1120</c:v>
                </c:pt>
                <c:pt idx="45">
                  <c:v>1120</c:v>
                </c:pt>
                <c:pt idx="46">
                  <c:v>1120</c:v>
                </c:pt>
                <c:pt idx="47">
                  <c:v>1120</c:v>
                </c:pt>
                <c:pt idx="48">
                  <c:v>1120</c:v>
                </c:pt>
                <c:pt idx="49">
                  <c:v>1120</c:v>
                </c:pt>
                <c:pt idx="50">
                  <c:v>1120</c:v>
                </c:pt>
                <c:pt idx="51">
                  <c:v>1120</c:v>
                </c:pt>
                <c:pt idx="52">
                  <c:v>1130</c:v>
                </c:pt>
                <c:pt idx="53">
                  <c:v>1130</c:v>
                </c:pt>
                <c:pt idx="54">
                  <c:v>1130</c:v>
                </c:pt>
                <c:pt idx="55">
                  <c:v>1130</c:v>
                </c:pt>
                <c:pt idx="56">
                  <c:v>1130</c:v>
                </c:pt>
                <c:pt idx="57">
                  <c:v>1130</c:v>
                </c:pt>
                <c:pt idx="58">
                  <c:v>1130</c:v>
                </c:pt>
                <c:pt idx="59">
                  <c:v>1130</c:v>
                </c:pt>
                <c:pt idx="60">
                  <c:v>1130</c:v>
                </c:pt>
                <c:pt idx="61">
                  <c:v>1130</c:v>
                </c:pt>
                <c:pt idx="62">
                  <c:v>1130</c:v>
                </c:pt>
                <c:pt idx="63">
                  <c:v>1130</c:v>
                </c:pt>
                <c:pt idx="64">
                  <c:v>1130</c:v>
                </c:pt>
                <c:pt idx="65">
                  <c:v>1130</c:v>
                </c:pt>
                <c:pt idx="66">
                  <c:v>1130</c:v>
                </c:pt>
                <c:pt idx="67">
                  <c:v>1130</c:v>
                </c:pt>
                <c:pt idx="68">
                  <c:v>1130</c:v>
                </c:pt>
                <c:pt idx="69">
                  <c:v>1130</c:v>
                </c:pt>
                <c:pt idx="70">
                  <c:v>1130</c:v>
                </c:pt>
                <c:pt idx="71">
                  <c:v>1130</c:v>
                </c:pt>
                <c:pt idx="72">
                  <c:v>1140</c:v>
                </c:pt>
                <c:pt idx="73">
                  <c:v>1140</c:v>
                </c:pt>
                <c:pt idx="74">
                  <c:v>1140</c:v>
                </c:pt>
                <c:pt idx="75">
                  <c:v>1140</c:v>
                </c:pt>
                <c:pt idx="76">
                  <c:v>1140</c:v>
                </c:pt>
                <c:pt idx="77">
                  <c:v>1140</c:v>
                </c:pt>
                <c:pt idx="78">
                  <c:v>1140</c:v>
                </c:pt>
                <c:pt idx="79">
                  <c:v>1140</c:v>
                </c:pt>
                <c:pt idx="80">
                  <c:v>1140</c:v>
                </c:pt>
                <c:pt idx="81">
                  <c:v>1140</c:v>
                </c:pt>
                <c:pt idx="82">
                  <c:v>1140</c:v>
                </c:pt>
                <c:pt idx="83">
                  <c:v>1140</c:v>
                </c:pt>
                <c:pt idx="84">
                  <c:v>1140</c:v>
                </c:pt>
                <c:pt idx="85">
                  <c:v>1140</c:v>
                </c:pt>
                <c:pt idx="86">
                  <c:v>1140</c:v>
                </c:pt>
                <c:pt idx="87">
                  <c:v>1140</c:v>
                </c:pt>
                <c:pt idx="88">
                  <c:v>1140</c:v>
                </c:pt>
                <c:pt idx="89">
                  <c:v>1140</c:v>
                </c:pt>
                <c:pt idx="90">
                  <c:v>1140</c:v>
                </c:pt>
                <c:pt idx="91">
                  <c:v>1140</c:v>
                </c:pt>
                <c:pt idx="92">
                  <c:v>1140</c:v>
                </c:pt>
                <c:pt idx="93">
                  <c:v>1150</c:v>
                </c:pt>
                <c:pt idx="94">
                  <c:v>1150</c:v>
                </c:pt>
                <c:pt idx="95">
                  <c:v>1150</c:v>
                </c:pt>
                <c:pt idx="96">
                  <c:v>1150</c:v>
                </c:pt>
                <c:pt idx="97">
                  <c:v>1150</c:v>
                </c:pt>
                <c:pt idx="98">
                  <c:v>1150</c:v>
                </c:pt>
                <c:pt idx="99">
                  <c:v>1150</c:v>
                </c:pt>
                <c:pt idx="100">
                  <c:v>1150</c:v>
                </c:pt>
                <c:pt idx="101">
                  <c:v>1150</c:v>
                </c:pt>
                <c:pt idx="102">
                  <c:v>1150</c:v>
                </c:pt>
                <c:pt idx="103">
                  <c:v>1150</c:v>
                </c:pt>
                <c:pt idx="104">
                  <c:v>1150</c:v>
                </c:pt>
                <c:pt idx="105">
                  <c:v>1150</c:v>
                </c:pt>
                <c:pt idx="106">
                  <c:v>1150</c:v>
                </c:pt>
                <c:pt idx="107">
                  <c:v>1150</c:v>
                </c:pt>
                <c:pt idx="108">
                  <c:v>1150</c:v>
                </c:pt>
                <c:pt idx="109">
                  <c:v>1150</c:v>
                </c:pt>
                <c:pt idx="110">
                  <c:v>1150</c:v>
                </c:pt>
                <c:pt idx="111">
                  <c:v>1150</c:v>
                </c:pt>
                <c:pt idx="112">
                  <c:v>1150</c:v>
                </c:pt>
                <c:pt idx="113">
                  <c:v>1150</c:v>
                </c:pt>
                <c:pt idx="114">
                  <c:v>1160</c:v>
                </c:pt>
                <c:pt idx="115">
                  <c:v>1160</c:v>
                </c:pt>
                <c:pt idx="116">
                  <c:v>1160</c:v>
                </c:pt>
                <c:pt idx="117">
                  <c:v>1160</c:v>
                </c:pt>
                <c:pt idx="118">
                  <c:v>1160</c:v>
                </c:pt>
                <c:pt idx="119">
                  <c:v>1160</c:v>
                </c:pt>
                <c:pt idx="120">
                  <c:v>1160</c:v>
                </c:pt>
                <c:pt idx="121">
                  <c:v>1160</c:v>
                </c:pt>
                <c:pt idx="122">
                  <c:v>1160</c:v>
                </c:pt>
                <c:pt idx="123">
                  <c:v>1160</c:v>
                </c:pt>
                <c:pt idx="124">
                  <c:v>1160</c:v>
                </c:pt>
                <c:pt idx="125">
                  <c:v>1160</c:v>
                </c:pt>
                <c:pt idx="126">
                  <c:v>1160</c:v>
                </c:pt>
                <c:pt idx="127">
                  <c:v>1160</c:v>
                </c:pt>
                <c:pt idx="128">
                  <c:v>1160</c:v>
                </c:pt>
                <c:pt idx="129">
                  <c:v>1160</c:v>
                </c:pt>
                <c:pt idx="130">
                  <c:v>1160</c:v>
                </c:pt>
                <c:pt idx="131">
                  <c:v>1160</c:v>
                </c:pt>
                <c:pt idx="132">
                  <c:v>1160</c:v>
                </c:pt>
                <c:pt idx="133">
                  <c:v>1160</c:v>
                </c:pt>
                <c:pt idx="134">
                  <c:v>1170</c:v>
                </c:pt>
                <c:pt idx="135">
                  <c:v>1170</c:v>
                </c:pt>
                <c:pt idx="136">
                  <c:v>1170</c:v>
                </c:pt>
                <c:pt idx="137">
                  <c:v>1170</c:v>
                </c:pt>
                <c:pt idx="138">
                  <c:v>1170</c:v>
                </c:pt>
                <c:pt idx="139">
                  <c:v>1170</c:v>
                </c:pt>
                <c:pt idx="140">
                  <c:v>1170</c:v>
                </c:pt>
                <c:pt idx="141">
                  <c:v>1170</c:v>
                </c:pt>
                <c:pt idx="142">
                  <c:v>1170</c:v>
                </c:pt>
                <c:pt idx="143">
                  <c:v>1170</c:v>
                </c:pt>
                <c:pt idx="144">
                  <c:v>1170</c:v>
                </c:pt>
                <c:pt idx="145">
                  <c:v>1170</c:v>
                </c:pt>
                <c:pt idx="146">
                  <c:v>1170</c:v>
                </c:pt>
                <c:pt idx="147">
                  <c:v>1170</c:v>
                </c:pt>
                <c:pt idx="148">
                  <c:v>1170</c:v>
                </c:pt>
                <c:pt idx="149">
                  <c:v>1170</c:v>
                </c:pt>
                <c:pt idx="150">
                  <c:v>1170</c:v>
                </c:pt>
                <c:pt idx="151">
                  <c:v>1170</c:v>
                </c:pt>
                <c:pt idx="152">
                  <c:v>1170</c:v>
                </c:pt>
                <c:pt idx="153">
                  <c:v>1170</c:v>
                </c:pt>
                <c:pt idx="154">
                  <c:v>1170</c:v>
                </c:pt>
                <c:pt idx="155">
                  <c:v>1180</c:v>
                </c:pt>
                <c:pt idx="156">
                  <c:v>1180</c:v>
                </c:pt>
                <c:pt idx="157">
                  <c:v>1180</c:v>
                </c:pt>
                <c:pt idx="158">
                  <c:v>1180</c:v>
                </c:pt>
                <c:pt idx="159">
                  <c:v>1180</c:v>
                </c:pt>
                <c:pt idx="160">
                  <c:v>1180</c:v>
                </c:pt>
                <c:pt idx="161">
                  <c:v>1180</c:v>
                </c:pt>
                <c:pt idx="162">
                  <c:v>1180</c:v>
                </c:pt>
                <c:pt idx="163">
                  <c:v>1180</c:v>
                </c:pt>
                <c:pt idx="164">
                  <c:v>1180</c:v>
                </c:pt>
                <c:pt idx="165">
                  <c:v>1180</c:v>
                </c:pt>
                <c:pt idx="166">
                  <c:v>1180</c:v>
                </c:pt>
                <c:pt idx="167">
                  <c:v>1180</c:v>
                </c:pt>
                <c:pt idx="168">
                  <c:v>1180</c:v>
                </c:pt>
                <c:pt idx="169">
                  <c:v>1180</c:v>
                </c:pt>
                <c:pt idx="170">
                  <c:v>1180</c:v>
                </c:pt>
                <c:pt idx="171">
                  <c:v>1180</c:v>
                </c:pt>
                <c:pt idx="172">
                  <c:v>1180</c:v>
                </c:pt>
                <c:pt idx="173">
                  <c:v>1180</c:v>
                </c:pt>
                <c:pt idx="174">
                  <c:v>1180</c:v>
                </c:pt>
                <c:pt idx="175">
                  <c:v>1180</c:v>
                </c:pt>
                <c:pt idx="176">
                  <c:v>1190</c:v>
                </c:pt>
                <c:pt idx="177">
                  <c:v>1190</c:v>
                </c:pt>
                <c:pt idx="178">
                  <c:v>1190</c:v>
                </c:pt>
                <c:pt idx="179">
                  <c:v>1190</c:v>
                </c:pt>
                <c:pt idx="180">
                  <c:v>1190</c:v>
                </c:pt>
                <c:pt idx="181">
                  <c:v>1190</c:v>
                </c:pt>
                <c:pt idx="182">
                  <c:v>1190</c:v>
                </c:pt>
                <c:pt idx="183">
                  <c:v>1190</c:v>
                </c:pt>
                <c:pt idx="184">
                  <c:v>1190</c:v>
                </c:pt>
                <c:pt idx="185">
                  <c:v>1190</c:v>
                </c:pt>
                <c:pt idx="186">
                  <c:v>1190</c:v>
                </c:pt>
                <c:pt idx="187">
                  <c:v>1190</c:v>
                </c:pt>
                <c:pt idx="188">
                  <c:v>1190</c:v>
                </c:pt>
                <c:pt idx="189">
                  <c:v>1190</c:v>
                </c:pt>
                <c:pt idx="190">
                  <c:v>1190</c:v>
                </c:pt>
                <c:pt idx="191">
                  <c:v>1190</c:v>
                </c:pt>
                <c:pt idx="192">
                  <c:v>1190</c:v>
                </c:pt>
                <c:pt idx="193">
                  <c:v>1190</c:v>
                </c:pt>
                <c:pt idx="194">
                  <c:v>1190</c:v>
                </c:pt>
                <c:pt idx="195">
                  <c:v>1190</c:v>
                </c:pt>
                <c:pt idx="196">
                  <c:v>1190</c:v>
                </c:pt>
                <c:pt idx="197">
                  <c:v>1200</c:v>
                </c:pt>
                <c:pt idx="198">
                  <c:v>1200</c:v>
                </c:pt>
                <c:pt idx="199">
                  <c:v>1200</c:v>
                </c:pt>
                <c:pt idx="200">
                  <c:v>1200</c:v>
                </c:pt>
                <c:pt idx="201">
                  <c:v>1200</c:v>
                </c:pt>
                <c:pt idx="202">
                  <c:v>1200</c:v>
                </c:pt>
                <c:pt idx="203">
                  <c:v>1200</c:v>
                </c:pt>
                <c:pt idx="204">
                  <c:v>1200</c:v>
                </c:pt>
                <c:pt idx="205">
                  <c:v>1200</c:v>
                </c:pt>
                <c:pt idx="206">
                  <c:v>1200</c:v>
                </c:pt>
                <c:pt idx="207">
                  <c:v>1200</c:v>
                </c:pt>
                <c:pt idx="208">
                  <c:v>1200</c:v>
                </c:pt>
                <c:pt idx="209">
                  <c:v>1200</c:v>
                </c:pt>
                <c:pt idx="210">
                  <c:v>1200</c:v>
                </c:pt>
                <c:pt idx="211">
                  <c:v>1200</c:v>
                </c:pt>
                <c:pt idx="212">
                  <c:v>1200</c:v>
                </c:pt>
                <c:pt idx="213">
                  <c:v>1200</c:v>
                </c:pt>
                <c:pt idx="214">
                  <c:v>1200</c:v>
                </c:pt>
                <c:pt idx="215">
                  <c:v>1200</c:v>
                </c:pt>
                <c:pt idx="216">
                  <c:v>1200</c:v>
                </c:pt>
                <c:pt idx="217">
                  <c:v>1210</c:v>
                </c:pt>
                <c:pt idx="218">
                  <c:v>1210</c:v>
                </c:pt>
                <c:pt idx="219">
                  <c:v>1210</c:v>
                </c:pt>
                <c:pt idx="220">
                  <c:v>1210</c:v>
                </c:pt>
                <c:pt idx="221">
                  <c:v>1210</c:v>
                </c:pt>
                <c:pt idx="222">
                  <c:v>1210</c:v>
                </c:pt>
                <c:pt idx="223">
                  <c:v>1210</c:v>
                </c:pt>
                <c:pt idx="224">
                  <c:v>1210</c:v>
                </c:pt>
                <c:pt idx="225">
                  <c:v>1210</c:v>
                </c:pt>
                <c:pt idx="226">
                  <c:v>1210</c:v>
                </c:pt>
                <c:pt idx="227">
                  <c:v>1210</c:v>
                </c:pt>
                <c:pt idx="228">
                  <c:v>1210</c:v>
                </c:pt>
                <c:pt idx="229">
                  <c:v>1210</c:v>
                </c:pt>
                <c:pt idx="230">
                  <c:v>1210</c:v>
                </c:pt>
                <c:pt idx="231">
                  <c:v>1210</c:v>
                </c:pt>
                <c:pt idx="232">
                  <c:v>1210</c:v>
                </c:pt>
                <c:pt idx="233">
                  <c:v>1210</c:v>
                </c:pt>
                <c:pt idx="234">
                  <c:v>1210</c:v>
                </c:pt>
                <c:pt idx="235">
                  <c:v>1210</c:v>
                </c:pt>
                <c:pt idx="236">
                  <c:v>1210</c:v>
                </c:pt>
                <c:pt idx="237">
                  <c:v>1210</c:v>
                </c:pt>
                <c:pt idx="238">
                  <c:v>1220</c:v>
                </c:pt>
                <c:pt idx="239">
                  <c:v>1220</c:v>
                </c:pt>
                <c:pt idx="240">
                  <c:v>1220</c:v>
                </c:pt>
                <c:pt idx="241">
                  <c:v>1220</c:v>
                </c:pt>
                <c:pt idx="242">
                  <c:v>1220</c:v>
                </c:pt>
                <c:pt idx="243">
                  <c:v>1220</c:v>
                </c:pt>
                <c:pt idx="244">
                  <c:v>1220</c:v>
                </c:pt>
                <c:pt idx="245">
                  <c:v>1220</c:v>
                </c:pt>
                <c:pt idx="246">
                  <c:v>1220</c:v>
                </c:pt>
                <c:pt idx="247">
                  <c:v>1220</c:v>
                </c:pt>
                <c:pt idx="248">
                  <c:v>1220</c:v>
                </c:pt>
                <c:pt idx="249">
                  <c:v>1220</c:v>
                </c:pt>
                <c:pt idx="250">
                  <c:v>1220</c:v>
                </c:pt>
                <c:pt idx="251">
                  <c:v>1220</c:v>
                </c:pt>
                <c:pt idx="252">
                  <c:v>1220</c:v>
                </c:pt>
                <c:pt idx="253">
                  <c:v>1220</c:v>
                </c:pt>
                <c:pt idx="254">
                  <c:v>1220</c:v>
                </c:pt>
                <c:pt idx="255">
                  <c:v>1220</c:v>
                </c:pt>
                <c:pt idx="256">
                  <c:v>1220</c:v>
                </c:pt>
                <c:pt idx="257">
                  <c:v>1220</c:v>
                </c:pt>
                <c:pt idx="258">
                  <c:v>1220</c:v>
                </c:pt>
                <c:pt idx="259">
                  <c:v>1230</c:v>
                </c:pt>
                <c:pt idx="260">
                  <c:v>1230</c:v>
                </c:pt>
                <c:pt idx="261">
                  <c:v>1230</c:v>
                </c:pt>
                <c:pt idx="262">
                  <c:v>1230</c:v>
                </c:pt>
                <c:pt idx="263">
                  <c:v>1230</c:v>
                </c:pt>
                <c:pt idx="264">
                  <c:v>1230</c:v>
                </c:pt>
                <c:pt idx="265">
                  <c:v>1230</c:v>
                </c:pt>
                <c:pt idx="266">
                  <c:v>1230</c:v>
                </c:pt>
                <c:pt idx="267">
                  <c:v>1230</c:v>
                </c:pt>
                <c:pt idx="268">
                  <c:v>1230</c:v>
                </c:pt>
                <c:pt idx="269">
                  <c:v>1230</c:v>
                </c:pt>
                <c:pt idx="270">
                  <c:v>1230</c:v>
                </c:pt>
                <c:pt idx="271">
                  <c:v>1230</c:v>
                </c:pt>
                <c:pt idx="272">
                  <c:v>1230</c:v>
                </c:pt>
                <c:pt idx="273">
                  <c:v>1230</c:v>
                </c:pt>
                <c:pt idx="274">
                  <c:v>1230</c:v>
                </c:pt>
                <c:pt idx="275">
                  <c:v>1230</c:v>
                </c:pt>
                <c:pt idx="276">
                  <c:v>1230</c:v>
                </c:pt>
                <c:pt idx="277">
                  <c:v>1230</c:v>
                </c:pt>
                <c:pt idx="278">
                  <c:v>1230</c:v>
                </c:pt>
                <c:pt idx="279">
                  <c:v>1230</c:v>
                </c:pt>
                <c:pt idx="280">
                  <c:v>1240</c:v>
                </c:pt>
                <c:pt idx="281">
                  <c:v>1240</c:v>
                </c:pt>
                <c:pt idx="282">
                  <c:v>1240</c:v>
                </c:pt>
                <c:pt idx="283">
                  <c:v>1240</c:v>
                </c:pt>
                <c:pt idx="284">
                  <c:v>1240</c:v>
                </c:pt>
                <c:pt idx="285">
                  <c:v>1240</c:v>
                </c:pt>
                <c:pt idx="286">
                  <c:v>1240</c:v>
                </c:pt>
                <c:pt idx="287">
                  <c:v>1240</c:v>
                </c:pt>
                <c:pt idx="288">
                  <c:v>1240</c:v>
                </c:pt>
                <c:pt idx="289">
                  <c:v>1240</c:v>
                </c:pt>
                <c:pt idx="290">
                  <c:v>1240</c:v>
                </c:pt>
                <c:pt idx="291">
                  <c:v>1240</c:v>
                </c:pt>
                <c:pt idx="292">
                  <c:v>1240</c:v>
                </c:pt>
                <c:pt idx="293">
                  <c:v>1240</c:v>
                </c:pt>
                <c:pt idx="294">
                  <c:v>1240</c:v>
                </c:pt>
                <c:pt idx="295">
                  <c:v>1240</c:v>
                </c:pt>
                <c:pt idx="296">
                  <c:v>1240</c:v>
                </c:pt>
                <c:pt idx="297">
                  <c:v>1240</c:v>
                </c:pt>
                <c:pt idx="298">
                  <c:v>1240</c:v>
                </c:pt>
                <c:pt idx="299">
                  <c:v>1240</c:v>
                </c:pt>
                <c:pt idx="300">
                  <c:v>1250</c:v>
                </c:pt>
                <c:pt idx="301">
                  <c:v>1250</c:v>
                </c:pt>
                <c:pt idx="302">
                  <c:v>1250</c:v>
                </c:pt>
                <c:pt idx="303">
                  <c:v>1250</c:v>
                </c:pt>
                <c:pt idx="304">
                  <c:v>1250</c:v>
                </c:pt>
                <c:pt idx="305">
                  <c:v>1250</c:v>
                </c:pt>
                <c:pt idx="306">
                  <c:v>1250</c:v>
                </c:pt>
                <c:pt idx="307">
                  <c:v>1250</c:v>
                </c:pt>
                <c:pt idx="308">
                  <c:v>1250</c:v>
                </c:pt>
                <c:pt idx="309">
                  <c:v>1250</c:v>
                </c:pt>
                <c:pt idx="310">
                  <c:v>1250</c:v>
                </c:pt>
                <c:pt idx="311">
                  <c:v>1250</c:v>
                </c:pt>
                <c:pt idx="312">
                  <c:v>1250</c:v>
                </c:pt>
                <c:pt idx="313">
                  <c:v>1250</c:v>
                </c:pt>
                <c:pt idx="314">
                  <c:v>1250</c:v>
                </c:pt>
                <c:pt idx="315">
                  <c:v>1250</c:v>
                </c:pt>
                <c:pt idx="316">
                  <c:v>1250</c:v>
                </c:pt>
                <c:pt idx="317">
                  <c:v>1250</c:v>
                </c:pt>
                <c:pt idx="318">
                  <c:v>1250</c:v>
                </c:pt>
                <c:pt idx="319">
                  <c:v>1250</c:v>
                </c:pt>
                <c:pt idx="320">
                  <c:v>1250</c:v>
                </c:pt>
                <c:pt idx="321">
                  <c:v>1260</c:v>
                </c:pt>
                <c:pt idx="322">
                  <c:v>1260</c:v>
                </c:pt>
                <c:pt idx="323">
                  <c:v>1260</c:v>
                </c:pt>
                <c:pt idx="324">
                  <c:v>1260</c:v>
                </c:pt>
                <c:pt idx="325">
                  <c:v>1260</c:v>
                </c:pt>
                <c:pt idx="326">
                  <c:v>1260</c:v>
                </c:pt>
                <c:pt idx="327">
                  <c:v>1260</c:v>
                </c:pt>
                <c:pt idx="328">
                  <c:v>1260</c:v>
                </c:pt>
                <c:pt idx="329">
                  <c:v>1260</c:v>
                </c:pt>
                <c:pt idx="330">
                  <c:v>1260</c:v>
                </c:pt>
                <c:pt idx="331">
                  <c:v>1260</c:v>
                </c:pt>
                <c:pt idx="332">
                  <c:v>1260</c:v>
                </c:pt>
                <c:pt idx="333">
                  <c:v>1260</c:v>
                </c:pt>
                <c:pt idx="334">
                  <c:v>1260</c:v>
                </c:pt>
                <c:pt idx="335">
                  <c:v>1260</c:v>
                </c:pt>
                <c:pt idx="336">
                  <c:v>1260</c:v>
                </c:pt>
                <c:pt idx="337">
                  <c:v>1260</c:v>
                </c:pt>
                <c:pt idx="338">
                  <c:v>1260</c:v>
                </c:pt>
                <c:pt idx="339">
                  <c:v>1260</c:v>
                </c:pt>
                <c:pt idx="340">
                  <c:v>1260</c:v>
                </c:pt>
                <c:pt idx="341">
                  <c:v>1260</c:v>
                </c:pt>
                <c:pt idx="342">
                  <c:v>1270</c:v>
                </c:pt>
                <c:pt idx="343">
                  <c:v>1270</c:v>
                </c:pt>
                <c:pt idx="344">
                  <c:v>1270</c:v>
                </c:pt>
                <c:pt idx="345">
                  <c:v>1270</c:v>
                </c:pt>
                <c:pt idx="346">
                  <c:v>1270</c:v>
                </c:pt>
                <c:pt idx="347">
                  <c:v>1270</c:v>
                </c:pt>
                <c:pt idx="348">
                  <c:v>1270</c:v>
                </c:pt>
                <c:pt idx="349">
                  <c:v>1270</c:v>
                </c:pt>
                <c:pt idx="350">
                  <c:v>1270</c:v>
                </c:pt>
                <c:pt idx="351">
                  <c:v>1270</c:v>
                </c:pt>
                <c:pt idx="352">
                  <c:v>1270</c:v>
                </c:pt>
                <c:pt idx="353">
                  <c:v>1270</c:v>
                </c:pt>
                <c:pt idx="354">
                  <c:v>1270</c:v>
                </c:pt>
                <c:pt idx="355">
                  <c:v>1270</c:v>
                </c:pt>
                <c:pt idx="356">
                  <c:v>1270</c:v>
                </c:pt>
                <c:pt idx="357">
                  <c:v>1270</c:v>
                </c:pt>
                <c:pt idx="358">
                  <c:v>1270</c:v>
                </c:pt>
                <c:pt idx="359">
                  <c:v>1270</c:v>
                </c:pt>
                <c:pt idx="360">
                  <c:v>1270</c:v>
                </c:pt>
                <c:pt idx="361">
                  <c:v>1270</c:v>
                </c:pt>
                <c:pt idx="362">
                  <c:v>1270</c:v>
                </c:pt>
                <c:pt idx="363">
                  <c:v>1280</c:v>
                </c:pt>
                <c:pt idx="364">
                  <c:v>1280</c:v>
                </c:pt>
                <c:pt idx="365">
                  <c:v>1280</c:v>
                </c:pt>
                <c:pt idx="366">
                  <c:v>1280</c:v>
                </c:pt>
                <c:pt idx="367">
                  <c:v>1280</c:v>
                </c:pt>
                <c:pt idx="368">
                  <c:v>1280</c:v>
                </c:pt>
                <c:pt idx="369">
                  <c:v>1280</c:v>
                </c:pt>
                <c:pt idx="370">
                  <c:v>1280</c:v>
                </c:pt>
                <c:pt idx="371">
                  <c:v>1280</c:v>
                </c:pt>
                <c:pt idx="372">
                  <c:v>1280</c:v>
                </c:pt>
                <c:pt idx="373">
                  <c:v>1280</c:v>
                </c:pt>
                <c:pt idx="374">
                  <c:v>1280</c:v>
                </c:pt>
                <c:pt idx="375">
                  <c:v>1280</c:v>
                </c:pt>
                <c:pt idx="376">
                  <c:v>1280</c:v>
                </c:pt>
                <c:pt idx="377">
                  <c:v>1280</c:v>
                </c:pt>
                <c:pt idx="378">
                  <c:v>1280</c:v>
                </c:pt>
                <c:pt idx="379">
                  <c:v>1280</c:v>
                </c:pt>
                <c:pt idx="380">
                  <c:v>1280</c:v>
                </c:pt>
                <c:pt idx="381">
                  <c:v>1280</c:v>
                </c:pt>
                <c:pt idx="382">
                  <c:v>1280</c:v>
                </c:pt>
                <c:pt idx="383">
                  <c:v>1290</c:v>
                </c:pt>
                <c:pt idx="384">
                  <c:v>1290</c:v>
                </c:pt>
                <c:pt idx="385">
                  <c:v>1290</c:v>
                </c:pt>
                <c:pt idx="386">
                  <c:v>1290</c:v>
                </c:pt>
                <c:pt idx="387">
                  <c:v>1290</c:v>
                </c:pt>
                <c:pt idx="388">
                  <c:v>1290</c:v>
                </c:pt>
                <c:pt idx="389">
                  <c:v>1290</c:v>
                </c:pt>
                <c:pt idx="390">
                  <c:v>1290</c:v>
                </c:pt>
                <c:pt idx="391">
                  <c:v>1290</c:v>
                </c:pt>
                <c:pt idx="392">
                  <c:v>1290</c:v>
                </c:pt>
                <c:pt idx="393">
                  <c:v>1290</c:v>
                </c:pt>
                <c:pt idx="394">
                  <c:v>1290</c:v>
                </c:pt>
                <c:pt idx="395">
                  <c:v>1290</c:v>
                </c:pt>
                <c:pt idx="396">
                  <c:v>1290</c:v>
                </c:pt>
                <c:pt idx="397">
                  <c:v>1290</c:v>
                </c:pt>
                <c:pt idx="398">
                  <c:v>1290</c:v>
                </c:pt>
                <c:pt idx="399">
                  <c:v>1290</c:v>
                </c:pt>
                <c:pt idx="400">
                  <c:v>1290</c:v>
                </c:pt>
                <c:pt idx="401">
                  <c:v>1290</c:v>
                </c:pt>
                <c:pt idx="402">
                  <c:v>1290</c:v>
                </c:pt>
                <c:pt idx="403">
                  <c:v>1290</c:v>
                </c:pt>
                <c:pt idx="404">
                  <c:v>1300</c:v>
                </c:pt>
                <c:pt idx="405">
                  <c:v>1300</c:v>
                </c:pt>
                <c:pt idx="406">
                  <c:v>1300</c:v>
                </c:pt>
                <c:pt idx="407">
                  <c:v>1300</c:v>
                </c:pt>
                <c:pt idx="408">
                  <c:v>1300</c:v>
                </c:pt>
                <c:pt idx="409">
                  <c:v>1300</c:v>
                </c:pt>
                <c:pt idx="410">
                  <c:v>1300</c:v>
                </c:pt>
                <c:pt idx="411">
                  <c:v>1300</c:v>
                </c:pt>
                <c:pt idx="412">
                  <c:v>1300</c:v>
                </c:pt>
                <c:pt idx="413">
                  <c:v>1300</c:v>
                </c:pt>
                <c:pt idx="414">
                  <c:v>1300</c:v>
                </c:pt>
                <c:pt idx="415">
                  <c:v>1300</c:v>
                </c:pt>
                <c:pt idx="416">
                  <c:v>1300</c:v>
                </c:pt>
                <c:pt idx="417">
                  <c:v>1300</c:v>
                </c:pt>
                <c:pt idx="418">
                  <c:v>1300</c:v>
                </c:pt>
                <c:pt idx="419">
                  <c:v>1300</c:v>
                </c:pt>
                <c:pt idx="420">
                  <c:v>1300</c:v>
                </c:pt>
                <c:pt idx="421">
                  <c:v>1300</c:v>
                </c:pt>
                <c:pt idx="422">
                  <c:v>1300</c:v>
                </c:pt>
                <c:pt idx="423">
                  <c:v>1300</c:v>
                </c:pt>
                <c:pt idx="424">
                  <c:v>1300</c:v>
                </c:pt>
                <c:pt idx="425">
                  <c:v>1310</c:v>
                </c:pt>
                <c:pt idx="426">
                  <c:v>1310</c:v>
                </c:pt>
                <c:pt idx="427">
                  <c:v>1310</c:v>
                </c:pt>
                <c:pt idx="428">
                  <c:v>1310</c:v>
                </c:pt>
                <c:pt idx="429">
                  <c:v>1310</c:v>
                </c:pt>
                <c:pt idx="430">
                  <c:v>1310</c:v>
                </c:pt>
                <c:pt idx="431">
                  <c:v>1310</c:v>
                </c:pt>
                <c:pt idx="432">
                  <c:v>1310</c:v>
                </c:pt>
                <c:pt idx="433">
                  <c:v>1310</c:v>
                </c:pt>
                <c:pt idx="434">
                  <c:v>1310</c:v>
                </c:pt>
                <c:pt idx="435">
                  <c:v>1310</c:v>
                </c:pt>
                <c:pt idx="436">
                  <c:v>1310</c:v>
                </c:pt>
                <c:pt idx="437">
                  <c:v>1310</c:v>
                </c:pt>
                <c:pt idx="438">
                  <c:v>1310</c:v>
                </c:pt>
                <c:pt idx="439">
                  <c:v>1310</c:v>
                </c:pt>
                <c:pt idx="440">
                  <c:v>1310</c:v>
                </c:pt>
                <c:pt idx="441">
                  <c:v>1310</c:v>
                </c:pt>
                <c:pt idx="442">
                  <c:v>1310</c:v>
                </c:pt>
                <c:pt idx="443">
                  <c:v>1310</c:v>
                </c:pt>
                <c:pt idx="444">
                  <c:v>1310</c:v>
                </c:pt>
                <c:pt idx="445">
                  <c:v>1310</c:v>
                </c:pt>
                <c:pt idx="446">
                  <c:v>1320</c:v>
                </c:pt>
                <c:pt idx="447">
                  <c:v>1320</c:v>
                </c:pt>
                <c:pt idx="448">
                  <c:v>1320</c:v>
                </c:pt>
                <c:pt idx="449">
                  <c:v>1320</c:v>
                </c:pt>
                <c:pt idx="450">
                  <c:v>1320</c:v>
                </c:pt>
                <c:pt idx="451">
                  <c:v>1320</c:v>
                </c:pt>
                <c:pt idx="452">
                  <c:v>1320</c:v>
                </c:pt>
                <c:pt idx="453">
                  <c:v>1320</c:v>
                </c:pt>
                <c:pt idx="454">
                  <c:v>1320</c:v>
                </c:pt>
                <c:pt idx="455">
                  <c:v>1320</c:v>
                </c:pt>
                <c:pt idx="456">
                  <c:v>1320</c:v>
                </c:pt>
                <c:pt idx="457">
                  <c:v>1320</c:v>
                </c:pt>
                <c:pt idx="458">
                  <c:v>1320</c:v>
                </c:pt>
                <c:pt idx="459">
                  <c:v>1320</c:v>
                </c:pt>
                <c:pt idx="460">
                  <c:v>1320</c:v>
                </c:pt>
                <c:pt idx="461">
                  <c:v>1320</c:v>
                </c:pt>
                <c:pt idx="462">
                  <c:v>1320</c:v>
                </c:pt>
                <c:pt idx="463">
                  <c:v>1320</c:v>
                </c:pt>
                <c:pt idx="464">
                  <c:v>1320</c:v>
                </c:pt>
                <c:pt idx="465">
                  <c:v>1320</c:v>
                </c:pt>
                <c:pt idx="466">
                  <c:v>1330</c:v>
                </c:pt>
                <c:pt idx="467">
                  <c:v>1330</c:v>
                </c:pt>
                <c:pt idx="468">
                  <c:v>1330</c:v>
                </c:pt>
                <c:pt idx="469">
                  <c:v>1330</c:v>
                </c:pt>
                <c:pt idx="470">
                  <c:v>1330</c:v>
                </c:pt>
                <c:pt idx="471">
                  <c:v>1330</c:v>
                </c:pt>
                <c:pt idx="472">
                  <c:v>1330</c:v>
                </c:pt>
                <c:pt idx="473">
                  <c:v>1330</c:v>
                </c:pt>
                <c:pt idx="474">
                  <c:v>1330</c:v>
                </c:pt>
                <c:pt idx="475">
                  <c:v>1330</c:v>
                </c:pt>
                <c:pt idx="476">
                  <c:v>1330</c:v>
                </c:pt>
                <c:pt idx="477">
                  <c:v>1330</c:v>
                </c:pt>
                <c:pt idx="478">
                  <c:v>1330</c:v>
                </c:pt>
                <c:pt idx="479">
                  <c:v>1330</c:v>
                </c:pt>
                <c:pt idx="480">
                  <c:v>1330</c:v>
                </c:pt>
                <c:pt idx="481">
                  <c:v>1330</c:v>
                </c:pt>
                <c:pt idx="482">
                  <c:v>1330</c:v>
                </c:pt>
                <c:pt idx="483">
                  <c:v>1330</c:v>
                </c:pt>
                <c:pt idx="484">
                  <c:v>1330</c:v>
                </c:pt>
                <c:pt idx="485">
                  <c:v>1330</c:v>
                </c:pt>
                <c:pt idx="486">
                  <c:v>1330</c:v>
                </c:pt>
                <c:pt idx="487">
                  <c:v>1340</c:v>
                </c:pt>
                <c:pt idx="488">
                  <c:v>1340</c:v>
                </c:pt>
                <c:pt idx="489">
                  <c:v>1340</c:v>
                </c:pt>
                <c:pt idx="490">
                  <c:v>1340</c:v>
                </c:pt>
                <c:pt idx="491">
                  <c:v>1340</c:v>
                </c:pt>
                <c:pt idx="492">
                  <c:v>1340</c:v>
                </c:pt>
                <c:pt idx="493">
                  <c:v>1340</c:v>
                </c:pt>
                <c:pt idx="494">
                  <c:v>1340</c:v>
                </c:pt>
                <c:pt idx="495">
                  <c:v>1340</c:v>
                </c:pt>
                <c:pt idx="496">
                  <c:v>1340</c:v>
                </c:pt>
                <c:pt idx="497">
                  <c:v>1340</c:v>
                </c:pt>
                <c:pt idx="498">
                  <c:v>1340</c:v>
                </c:pt>
                <c:pt idx="499">
                  <c:v>1340</c:v>
                </c:pt>
                <c:pt idx="500">
                  <c:v>1340</c:v>
                </c:pt>
                <c:pt idx="501">
                  <c:v>1340</c:v>
                </c:pt>
                <c:pt idx="502">
                  <c:v>1340</c:v>
                </c:pt>
                <c:pt idx="503">
                  <c:v>1340</c:v>
                </c:pt>
                <c:pt idx="504">
                  <c:v>1340</c:v>
                </c:pt>
                <c:pt idx="505">
                  <c:v>1340</c:v>
                </c:pt>
                <c:pt idx="506">
                  <c:v>1340</c:v>
                </c:pt>
                <c:pt idx="507">
                  <c:v>1340</c:v>
                </c:pt>
                <c:pt idx="508">
                  <c:v>1350</c:v>
                </c:pt>
                <c:pt idx="509">
                  <c:v>1350</c:v>
                </c:pt>
                <c:pt idx="510">
                  <c:v>1350</c:v>
                </c:pt>
                <c:pt idx="511">
                  <c:v>1350</c:v>
                </c:pt>
                <c:pt idx="512">
                  <c:v>1350</c:v>
                </c:pt>
                <c:pt idx="513">
                  <c:v>1350</c:v>
                </c:pt>
                <c:pt idx="514">
                  <c:v>1350</c:v>
                </c:pt>
                <c:pt idx="515">
                  <c:v>1350</c:v>
                </c:pt>
                <c:pt idx="516">
                  <c:v>1350</c:v>
                </c:pt>
                <c:pt idx="517">
                  <c:v>1350</c:v>
                </c:pt>
                <c:pt idx="518">
                  <c:v>1350</c:v>
                </c:pt>
                <c:pt idx="519">
                  <c:v>1350</c:v>
                </c:pt>
                <c:pt idx="520">
                  <c:v>1350</c:v>
                </c:pt>
                <c:pt idx="521">
                  <c:v>1350</c:v>
                </c:pt>
                <c:pt idx="522">
                  <c:v>1350</c:v>
                </c:pt>
                <c:pt idx="523">
                  <c:v>1350</c:v>
                </c:pt>
                <c:pt idx="524">
                  <c:v>1350</c:v>
                </c:pt>
                <c:pt idx="525">
                  <c:v>1350</c:v>
                </c:pt>
                <c:pt idx="526">
                  <c:v>1350</c:v>
                </c:pt>
                <c:pt idx="527">
                  <c:v>1350</c:v>
                </c:pt>
                <c:pt idx="528">
                  <c:v>1350</c:v>
                </c:pt>
                <c:pt idx="529">
                  <c:v>1360</c:v>
                </c:pt>
                <c:pt idx="530">
                  <c:v>1360</c:v>
                </c:pt>
                <c:pt idx="531">
                  <c:v>1360</c:v>
                </c:pt>
                <c:pt idx="532">
                  <c:v>1360</c:v>
                </c:pt>
                <c:pt idx="533">
                  <c:v>1360</c:v>
                </c:pt>
                <c:pt idx="534">
                  <c:v>1360</c:v>
                </c:pt>
                <c:pt idx="535">
                  <c:v>1360</c:v>
                </c:pt>
                <c:pt idx="536">
                  <c:v>1360</c:v>
                </c:pt>
                <c:pt idx="537">
                  <c:v>1360</c:v>
                </c:pt>
                <c:pt idx="538">
                  <c:v>1360</c:v>
                </c:pt>
                <c:pt idx="539">
                  <c:v>1360</c:v>
                </c:pt>
                <c:pt idx="540">
                  <c:v>1360</c:v>
                </c:pt>
                <c:pt idx="541">
                  <c:v>1360</c:v>
                </c:pt>
                <c:pt idx="542">
                  <c:v>1360</c:v>
                </c:pt>
                <c:pt idx="543">
                  <c:v>1360</c:v>
                </c:pt>
                <c:pt idx="544">
                  <c:v>1360</c:v>
                </c:pt>
                <c:pt idx="545">
                  <c:v>1360</c:v>
                </c:pt>
                <c:pt idx="546">
                  <c:v>1360</c:v>
                </c:pt>
                <c:pt idx="547">
                  <c:v>1360</c:v>
                </c:pt>
                <c:pt idx="548">
                  <c:v>1360</c:v>
                </c:pt>
                <c:pt idx="549">
                  <c:v>1370</c:v>
                </c:pt>
                <c:pt idx="550">
                  <c:v>1370</c:v>
                </c:pt>
                <c:pt idx="551">
                  <c:v>1370</c:v>
                </c:pt>
                <c:pt idx="552">
                  <c:v>1370</c:v>
                </c:pt>
                <c:pt idx="553">
                  <c:v>1370</c:v>
                </c:pt>
                <c:pt idx="554">
                  <c:v>1370</c:v>
                </c:pt>
                <c:pt idx="555">
                  <c:v>1370</c:v>
                </c:pt>
                <c:pt idx="556">
                  <c:v>1370</c:v>
                </c:pt>
                <c:pt idx="557">
                  <c:v>1370</c:v>
                </c:pt>
                <c:pt idx="558">
                  <c:v>1370</c:v>
                </c:pt>
                <c:pt idx="559">
                  <c:v>1370</c:v>
                </c:pt>
                <c:pt idx="560">
                  <c:v>1370</c:v>
                </c:pt>
                <c:pt idx="561">
                  <c:v>1370</c:v>
                </c:pt>
                <c:pt idx="562">
                  <c:v>1370</c:v>
                </c:pt>
                <c:pt idx="563">
                  <c:v>1370</c:v>
                </c:pt>
                <c:pt idx="564">
                  <c:v>1370</c:v>
                </c:pt>
                <c:pt idx="565">
                  <c:v>1370</c:v>
                </c:pt>
                <c:pt idx="566">
                  <c:v>1370</c:v>
                </c:pt>
                <c:pt idx="567">
                  <c:v>1370</c:v>
                </c:pt>
                <c:pt idx="568">
                  <c:v>1370</c:v>
                </c:pt>
                <c:pt idx="569">
                  <c:v>1370</c:v>
                </c:pt>
                <c:pt idx="570">
                  <c:v>1380</c:v>
                </c:pt>
                <c:pt idx="571">
                  <c:v>1380</c:v>
                </c:pt>
                <c:pt idx="572">
                  <c:v>1380</c:v>
                </c:pt>
                <c:pt idx="573">
                  <c:v>1380</c:v>
                </c:pt>
                <c:pt idx="574">
                  <c:v>1380</c:v>
                </c:pt>
                <c:pt idx="575">
                  <c:v>1380</c:v>
                </c:pt>
                <c:pt idx="576">
                  <c:v>1380</c:v>
                </c:pt>
                <c:pt idx="577">
                  <c:v>1380</c:v>
                </c:pt>
                <c:pt idx="578">
                  <c:v>1380</c:v>
                </c:pt>
                <c:pt idx="579">
                  <c:v>1380</c:v>
                </c:pt>
                <c:pt idx="580">
                  <c:v>1380</c:v>
                </c:pt>
                <c:pt idx="581">
                  <c:v>1380</c:v>
                </c:pt>
                <c:pt idx="582">
                  <c:v>1380</c:v>
                </c:pt>
                <c:pt idx="583">
                  <c:v>1380</c:v>
                </c:pt>
                <c:pt idx="584">
                  <c:v>1380</c:v>
                </c:pt>
                <c:pt idx="585">
                  <c:v>1380</c:v>
                </c:pt>
                <c:pt idx="586">
                  <c:v>1380</c:v>
                </c:pt>
                <c:pt idx="587">
                  <c:v>1380</c:v>
                </c:pt>
                <c:pt idx="588">
                  <c:v>1380</c:v>
                </c:pt>
                <c:pt idx="589">
                  <c:v>1380</c:v>
                </c:pt>
                <c:pt idx="590">
                  <c:v>1380</c:v>
                </c:pt>
                <c:pt idx="591">
                  <c:v>1390</c:v>
                </c:pt>
                <c:pt idx="592">
                  <c:v>1390</c:v>
                </c:pt>
                <c:pt idx="593">
                  <c:v>1390</c:v>
                </c:pt>
                <c:pt idx="594">
                  <c:v>1390</c:v>
                </c:pt>
                <c:pt idx="595">
                  <c:v>1390</c:v>
                </c:pt>
                <c:pt idx="596">
                  <c:v>1390</c:v>
                </c:pt>
                <c:pt idx="597">
                  <c:v>1390</c:v>
                </c:pt>
                <c:pt idx="598">
                  <c:v>1390</c:v>
                </c:pt>
                <c:pt idx="599">
                  <c:v>1390</c:v>
                </c:pt>
                <c:pt idx="600">
                  <c:v>1390</c:v>
                </c:pt>
                <c:pt idx="601">
                  <c:v>1390</c:v>
                </c:pt>
                <c:pt idx="602">
                  <c:v>1390</c:v>
                </c:pt>
                <c:pt idx="603">
                  <c:v>1390</c:v>
                </c:pt>
                <c:pt idx="604">
                  <c:v>1390</c:v>
                </c:pt>
                <c:pt idx="605">
                  <c:v>1390</c:v>
                </c:pt>
                <c:pt idx="606">
                  <c:v>1390</c:v>
                </c:pt>
                <c:pt idx="607">
                  <c:v>1390</c:v>
                </c:pt>
                <c:pt idx="608">
                  <c:v>1390</c:v>
                </c:pt>
                <c:pt idx="609">
                  <c:v>1390</c:v>
                </c:pt>
                <c:pt idx="610">
                  <c:v>1390</c:v>
                </c:pt>
                <c:pt idx="611">
                  <c:v>1390</c:v>
                </c:pt>
                <c:pt idx="612">
                  <c:v>1400</c:v>
                </c:pt>
                <c:pt idx="613">
                  <c:v>1400</c:v>
                </c:pt>
                <c:pt idx="614">
                  <c:v>1400</c:v>
                </c:pt>
                <c:pt idx="615">
                  <c:v>1400</c:v>
                </c:pt>
                <c:pt idx="616">
                  <c:v>1400</c:v>
                </c:pt>
                <c:pt idx="617">
                  <c:v>1400</c:v>
                </c:pt>
                <c:pt idx="618">
                  <c:v>1400</c:v>
                </c:pt>
                <c:pt idx="619">
                  <c:v>1400</c:v>
                </c:pt>
                <c:pt idx="620">
                  <c:v>1400</c:v>
                </c:pt>
                <c:pt idx="621">
                  <c:v>1400</c:v>
                </c:pt>
                <c:pt idx="622">
                  <c:v>1400</c:v>
                </c:pt>
                <c:pt idx="623">
                  <c:v>1400</c:v>
                </c:pt>
                <c:pt idx="624">
                  <c:v>1400</c:v>
                </c:pt>
                <c:pt idx="625">
                  <c:v>1400</c:v>
                </c:pt>
                <c:pt idx="626">
                  <c:v>1400</c:v>
                </c:pt>
                <c:pt idx="627">
                  <c:v>1400</c:v>
                </c:pt>
                <c:pt idx="628">
                  <c:v>1400</c:v>
                </c:pt>
                <c:pt idx="629">
                  <c:v>1400</c:v>
                </c:pt>
                <c:pt idx="630">
                  <c:v>1400</c:v>
                </c:pt>
                <c:pt idx="631">
                  <c:v>1400</c:v>
                </c:pt>
                <c:pt idx="632">
                  <c:v>1410</c:v>
                </c:pt>
                <c:pt idx="633">
                  <c:v>1410</c:v>
                </c:pt>
                <c:pt idx="634">
                  <c:v>1410</c:v>
                </c:pt>
                <c:pt idx="635">
                  <c:v>1410</c:v>
                </c:pt>
                <c:pt idx="636">
                  <c:v>1410</c:v>
                </c:pt>
                <c:pt idx="637">
                  <c:v>1410</c:v>
                </c:pt>
                <c:pt idx="638">
                  <c:v>1410</c:v>
                </c:pt>
                <c:pt idx="639">
                  <c:v>1410</c:v>
                </c:pt>
                <c:pt idx="640">
                  <c:v>1410</c:v>
                </c:pt>
                <c:pt idx="641">
                  <c:v>1410</c:v>
                </c:pt>
                <c:pt idx="642">
                  <c:v>1410</c:v>
                </c:pt>
                <c:pt idx="643">
                  <c:v>1410</c:v>
                </c:pt>
                <c:pt idx="644">
                  <c:v>1410</c:v>
                </c:pt>
                <c:pt idx="645">
                  <c:v>1410</c:v>
                </c:pt>
                <c:pt idx="646">
                  <c:v>1410</c:v>
                </c:pt>
                <c:pt idx="647">
                  <c:v>1410</c:v>
                </c:pt>
                <c:pt idx="648">
                  <c:v>1410</c:v>
                </c:pt>
                <c:pt idx="649">
                  <c:v>1410</c:v>
                </c:pt>
                <c:pt idx="650">
                  <c:v>1410</c:v>
                </c:pt>
                <c:pt idx="651">
                  <c:v>1410</c:v>
                </c:pt>
                <c:pt idx="652">
                  <c:v>1410</c:v>
                </c:pt>
                <c:pt idx="653">
                  <c:v>1420</c:v>
                </c:pt>
                <c:pt idx="654">
                  <c:v>1420</c:v>
                </c:pt>
                <c:pt idx="655">
                  <c:v>1420</c:v>
                </c:pt>
                <c:pt idx="656">
                  <c:v>1420</c:v>
                </c:pt>
                <c:pt idx="657">
                  <c:v>1420</c:v>
                </c:pt>
                <c:pt idx="658">
                  <c:v>1420</c:v>
                </c:pt>
                <c:pt idx="659">
                  <c:v>1420</c:v>
                </c:pt>
                <c:pt idx="660">
                  <c:v>1420</c:v>
                </c:pt>
                <c:pt idx="661">
                  <c:v>1420</c:v>
                </c:pt>
                <c:pt idx="662">
                  <c:v>1420</c:v>
                </c:pt>
                <c:pt idx="663">
                  <c:v>1420</c:v>
                </c:pt>
                <c:pt idx="664">
                  <c:v>1420</c:v>
                </c:pt>
                <c:pt idx="665">
                  <c:v>1420</c:v>
                </c:pt>
                <c:pt idx="666">
                  <c:v>1420</c:v>
                </c:pt>
                <c:pt idx="667">
                  <c:v>1420</c:v>
                </c:pt>
                <c:pt idx="668">
                  <c:v>1420</c:v>
                </c:pt>
                <c:pt idx="669">
                  <c:v>1420</c:v>
                </c:pt>
                <c:pt idx="670">
                  <c:v>1420</c:v>
                </c:pt>
                <c:pt idx="671">
                  <c:v>1420</c:v>
                </c:pt>
                <c:pt idx="672">
                  <c:v>1420</c:v>
                </c:pt>
                <c:pt idx="673">
                  <c:v>1420</c:v>
                </c:pt>
                <c:pt idx="674">
                  <c:v>1430</c:v>
                </c:pt>
                <c:pt idx="675">
                  <c:v>1430</c:v>
                </c:pt>
                <c:pt idx="676">
                  <c:v>1430</c:v>
                </c:pt>
                <c:pt idx="677">
                  <c:v>1430</c:v>
                </c:pt>
                <c:pt idx="678">
                  <c:v>1430</c:v>
                </c:pt>
                <c:pt idx="679">
                  <c:v>1430</c:v>
                </c:pt>
                <c:pt idx="680">
                  <c:v>1430</c:v>
                </c:pt>
                <c:pt idx="681">
                  <c:v>1430</c:v>
                </c:pt>
                <c:pt idx="682">
                  <c:v>1430</c:v>
                </c:pt>
                <c:pt idx="683">
                  <c:v>1430</c:v>
                </c:pt>
                <c:pt idx="684">
                  <c:v>1430</c:v>
                </c:pt>
                <c:pt idx="685">
                  <c:v>1430</c:v>
                </c:pt>
                <c:pt idx="686">
                  <c:v>1430</c:v>
                </c:pt>
                <c:pt idx="687">
                  <c:v>1430</c:v>
                </c:pt>
                <c:pt idx="688">
                  <c:v>1430</c:v>
                </c:pt>
                <c:pt idx="689">
                  <c:v>1430</c:v>
                </c:pt>
                <c:pt idx="690">
                  <c:v>1430</c:v>
                </c:pt>
                <c:pt idx="691">
                  <c:v>1430</c:v>
                </c:pt>
                <c:pt idx="692">
                  <c:v>1430</c:v>
                </c:pt>
                <c:pt idx="693">
                  <c:v>1430</c:v>
                </c:pt>
                <c:pt idx="694">
                  <c:v>1430</c:v>
                </c:pt>
                <c:pt idx="695">
                  <c:v>1440</c:v>
                </c:pt>
                <c:pt idx="696">
                  <c:v>1440</c:v>
                </c:pt>
                <c:pt idx="697">
                  <c:v>1440</c:v>
                </c:pt>
                <c:pt idx="698">
                  <c:v>1440</c:v>
                </c:pt>
                <c:pt idx="699">
                  <c:v>1440</c:v>
                </c:pt>
                <c:pt idx="700">
                  <c:v>1440</c:v>
                </c:pt>
                <c:pt idx="701">
                  <c:v>1440</c:v>
                </c:pt>
                <c:pt idx="702">
                  <c:v>1440</c:v>
                </c:pt>
                <c:pt idx="703">
                  <c:v>1440</c:v>
                </c:pt>
                <c:pt idx="704">
                  <c:v>1440</c:v>
                </c:pt>
                <c:pt idx="705">
                  <c:v>1440</c:v>
                </c:pt>
                <c:pt idx="706">
                  <c:v>1440</c:v>
                </c:pt>
                <c:pt idx="707">
                  <c:v>1440</c:v>
                </c:pt>
                <c:pt idx="708">
                  <c:v>1440</c:v>
                </c:pt>
                <c:pt idx="709">
                  <c:v>1440</c:v>
                </c:pt>
                <c:pt idx="710">
                  <c:v>1440</c:v>
                </c:pt>
                <c:pt idx="711">
                  <c:v>1440</c:v>
                </c:pt>
                <c:pt idx="712">
                  <c:v>1440</c:v>
                </c:pt>
                <c:pt idx="713">
                  <c:v>1440</c:v>
                </c:pt>
                <c:pt idx="714">
                  <c:v>1440</c:v>
                </c:pt>
                <c:pt idx="715">
                  <c:v>1450</c:v>
                </c:pt>
                <c:pt idx="716">
                  <c:v>1450</c:v>
                </c:pt>
                <c:pt idx="717">
                  <c:v>1450</c:v>
                </c:pt>
                <c:pt idx="718">
                  <c:v>1450</c:v>
                </c:pt>
                <c:pt idx="719">
                  <c:v>1450</c:v>
                </c:pt>
                <c:pt idx="720">
                  <c:v>1450</c:v>
                </c:pt>
                <c:pt idx="721">
                  <c:v>1450</c:v>
                </c:pt>
                <c:pt idx="722">
                  <c:v>1450</c:v>
                </c:pt>
                <c:pt idx="723">
                  <c:v>1450</c:v>
                </c:pt>
                <c:pt idx="724">
                  <c:v>1450</c:v>
                </c:pt>
                <c:pt idx="725">
                  <c:v>1450</c:v>
                </c:pt>
                <c:pt idx="726">
                  <c:v>1450</c:v>
                </c:pt>
                <c:pt idx="727">
                  <c:v>1450</c:v>
                </c:pt>
                <c:pt idx="728">
                  <c:v>1450</c:v>
                </c:pt>
                <c:pt idx="729">
                  <c:v>1450</c:v>
                </c:pt>
                <c:pt idx="730">
                  <c:v>1450</c:v>
                </c:pt>
                <c:pt idx="731">
                  <c:v>1450</c:v>
                </c:pt>
                <c:pt idx="732">
                  <c:v>1450</c:v>
                </c:pt>
                <c:pt idx="733">
                  <c:v>1450</c:v>
                </c:pt>
                <c:pt idx="734">
                  <c:v>1450</c:v>
                </c:pt>
                <c:pt idx="735">
                  <c:v>1450</c:v>
                </c:pt>
                <c:pt idx="736">
                  <c:v>1460</c:v>
                </c:pt>
                <c:pt idx="737">
                  <c:v>1460</c:v>
                </c:pt>
                <c:pt idx="738">
                  <c:v>1460</c:v>
                </c:pt>
                <c:pt idx="739">
                  <c:v>1460</c:v>
                </c:pt>
                <c:pt idx="740">
                  <c:v>1460</c:v>
                </c:pt>
                <c:pt idx="741">
                  <c:v>1460</c:v>
                </c:pt>
                <c:pt idx="742">
                  <c:v>1460</c:v>
                </c:pt>
                <c:pt idx="743">
                  <c:v>1460</c:v>
                </c:pt>
                <c:pt idx="744">
                  <c:v>1460</c:v>
                </c:pt>
                <c:pt idx="745">
                  <c:v>1460</c:v>
                </c:pt>
                <c:pt idx="746">
                  <c:v>1460</c:v>
                </c:pt>
                <c:pt idx="747">
                  <c:v>1460</c:v>
                </c:pt>
                <c:pt idx="748">
                  <c:v>1460</c:v>
                </c:pt>
                <c:pt idx="749">
                  <c:v>1460</c:v>
                </c:pt>
                <c:pt idx="750">
                  <c:v>1460</c:v>
                </c:pt>
                <c:pt idx="751">
                  <c:v>1460</c:v>
                </c:pt>
                <c:pt idx="752">
                  <c:v>1460</c:v>
                </c:pt>
                <c:pt idx="753">
                  <c:v>1460</c:v>
                </c:pt>
                <c:pt idx="754">
                  <c:v>1460</c:v>
                </c:pt>
                <c:pt idx="755">
                  <c:v>1460</c:v>
                </c:pt>
                <c:pt idx="756">
                  <c:v>1460</c:v>
                </c:pt>
                <c:pt idx="757">
                  <c:v>1470</c:v>
                </c:pt>
                <c:pt idx="758">
                  <c:v>1470</c:v>
                </c:pt>
                <c:pt idx="759">
                  <c:v>1470</c:v>
                </c:pt>
                <c:pt idx="760">
                  <c:v>1470</c:v>
                </c:pt>
                <c:pt idx="761">
                  <c:v>1470</c:v>
                </c:pt>
                <c:pt idx="762">
                  <c:v>1470</c:v>
                </c:pt>
                <c:pt idx="763">
                  <c:v>1470</c:v>
                </c:pt>
                <c:pt idx="764">
                  <c:v>1470</c:v>
                </c:pt>
                <c:pt idx="765">
                  <c:v>1470</c:v>
                </c:pt>
                <c:pt idx="766">
                  <c:v>1470</c:v>
                </c:pt>
                <c:pt idx="767">
                  <c:v>1470</c:v>
                </c:pt>
                <c:pt idx="768">
                  <c:v>1470</c:v>
                </c:pt>
                <c:pt idx="769">
                  <c:v>1470</c:v>
                </c:pt>
                <c:pt idx="770">
                  <c:v>1470</c:v>
                </c:pt>
                <c:pt idx="771">
                  <c:v>1470</c:v>
                </c:pt>
                <c:pt idx="772">
                  <c:v>1470</c:v>
                </c:pt>
                <c:pt idx="773">
                  <c:v>1470</c:v>
                </c:pt>
                <c:pt idx="774">
                  <c:v>1470</c:v>
                </c:pt>
                <c:pt idx="775">
                  <c:v>1470</c:v>
                </c:pt>
                <c:pt idx="776">
                  <c:v>1470</c:v>
                </c:pt>
                <c:pt idx="777">
                  <c:v>1480</c:v>
                </c:pt>
                <c:pt idx="778">
                  <c:v>1480</c:v>
                </c:pt>
                <c:pt idx="779">
                  <c:v>1480</c:v>
                </c:pt>
                <c:pt idx="780">
                  <c:v>1480</c:v>
                </c:pt>
                <c:pt idx="781">
                  <c:v>1480</c:v>
                </c:pt>
                <c:pt idx="782">
                  <c:v>1480</c:v>
                </c:pt>
                <c:pt idx="783">
                  <c:v>1480</c:v>
                </c:pt>
                <c:pt idx="784">
                  <c:v>1480</c:v>
                </c:pt>
                <c:pt idx="785">
                  <c:v>1480</c:v>
                </c:pt>
                <c:pt idx="786">
                  <c:v>1480</c:v>
                </c:pt>
                <c:pt idx="787">
                  <c:v>1480</c:v>
                </c:pt>
                <c:pt idx="788">
                  <c:v>1480</c:v>
                </c:pt>
                <c:pt idx="789">
                  <c:v>1480</c:v>
                </c:pt>
                <c:pt idx="790">
                  <c:v>1480</c:v>
                </c:pt>
                <c:pt idx="791">
                  <c:v>1480</c:v>
                </c:pt>
                <c:pt idx="792">
                  <c:v>1480</c:v>
                </c:pt>
                <c:pt idx="793">
                  <c:v>1480</c:v>
                </c:pt>
                <c:pt idx="794">
                  <c:v>1480</c:v>
                </c:pt>
                <c:pt idx="795">
                  <c:v>1480</c:v>
                </c:pt>
                <c:pt idx="796">
                  <c:v>1480</c:v>
                </c:pt>
                <c:pt idx="797">
                  <c:v>1480</c:v>
                </c:pt>
                <c:pt idx="798">
                  <c:v>1490</c:v>
                </c:pt>
                <c:pt idx="799">
                  <c:v>1490</c:v>
                </c:pt>
                <c:pt idx="800">
                  <c:v>1490</c:v>
                </c:pt>
                <c:pt idx="801">
                  <c:v>1490</c:v>
                </c:pt>
                <c:pt idx="802">
                  <c:v>1490</c:v>
                </c:pt>
                <c:pt idx="803">
                  <c:v>1490</c:v>
                </c:pt>
                <c:pt idx="804">
                  <c:v>1490</c:v>
                </c:pt>
                <c:pt idx="805">
                  <c:v>1490</c:v>
                </c:pt>
                <c:pt idx="806">
                  <c:v>1490</c:v>
                </c:pt>
                <c:pt idx="807">
                  <c:v>1490</c:v>
                </c:pt>
                <c:pt idx="808">
                  <c:v>1490</c:v>
                </c:pt>
                <c:pt idx="809">
                  <c:v>1490</c:v>
                </c:pt>
                <c:pt idx="810">
                  <c:v>1490</c:v>
                </c:pt>
                <c:pt idx="811">
                  <c:v>1490</c:v>
                </c:pt>
                <c:pt idx="812">
                  <c:v>1490</c:v>
                </c:pt>
                <c:pt idx="813">
                  <c:v>1490</c:v>
                </c:pt>
                <c:pt idx="814">
                  <c:v>1490</c:v>
                </c:pt>
                <c:pt idx="815">
                  <c:v>1490</c:v>
                </c:pt>
                <c:pt idx="816">
                  <c:v>1490</c:v>
                </c:pt>
                <c:pt idx="817">
                  <c:v>1490</c:v>
                </c:pt>
                <c:pt idx="818">
                  <c:v>1490</c:v>
                </c:pt>
                <c:pt idx="819">
                  <c:v>1500</c:v>
                </c:pt>
                <c:pt idx="820">
                  <c:v>1500</c:v>
                </c:pt>
                <c:pt idx="821">
                  <c:v>1500</c:v>
                </c:pt>
                <c:pt idx="822">
                  <c:v>1500</c:v>
                </c:pt>
                <c:pt idx="823">
                  <c:v>1500</c:v>
                </c:pt>
                <c:pt idx="824">
                  <c:v>1500</c:v>
                </c:pt>
                <c:pt idx="825">
                  <c:v>1500</c:v>
                </c:pt>
                <c:pt idx="826">
                  <c:v>1500</c:v>
                </c:pt>
                <c:pt idx="827">
                  <c:v>1500</c:v>
                </c:pt>
                <c:pt idx="828">
                  <c:v>1500</c:v>
                </c:pt>
                <c:pt idx="829">
                  <c:v>1500</c:v>
                </c:pt>
                <c:pt idx="830">
                  <c:v>1500</c:v>
                </c:pt>
                <c:pt idx="831">
                  <c:v>1500</c:v>
                </c:pt>
                <c:pt idx="832">
                  <c:v>1500</c:v>
                </c:pt>
                <c:pt idx="833">
                  <c:v>1500</c:v>
                </c:pt>
                <c:pt idx="834">
                  <c:v>1500</c:v>
                </c:pt>
                <c:pt idx="835">
                  <c:v>1500</c:v>
                </c:pt>
                <c:pt idx="836">
                  <c:v>1500</c:v>
                </c:pt>
                <c:pt idx="837">
                  <c:v>1500</c:v>
                </c:pt>
                <c:pt idx="838">
                  <c:v>1500</c:v>
                </c:pt>
                <c:pt idx="839">
                  <c:v>1500</c:v>
                </c:pt>
                <c:pt idx="840">
                  <c:v>1510</c:v>
                </c:pt>
                <c:pt idx="841">
                  <c:v>1510</c:v>
                </c:pt>
                <c:pt idx="842">
                  <c:v>1510</c:v>
                </c:pt>
                <c:pt idx="843">
                  <c:v>1510</c:v>
                </c:pt>
                <c:pt idx="844">
                  <c:v>1510</c:v>
                </c:pt>
                <c:pt idx="845">
                  <c:v>1510</c:v>
                </c:pt>
                <c:pt idx="846">
                  <c:v>1510</c:v>
                </c:pt>
                <c:pt idx="847">
                  <c:v>1510</c:v>
                </c:pt>
                <c:pt idx="848">
                  <c:v>1510</c:v>
                </c:pt>
                <c:pt idx="849">
                  <c:v>1510</c:v>
                </c:pt>
                <c:pt idx="850">
                  <c:v>1510</c:v>
                </c:pt>
                <c:pt idx="851">
                  <c:v>1510</c:v>
                </c:pt>
                <c:pt idx="852">
                  <c:v>1510</c:v>
                </c:pt>
                <c:pt idx="853">
                  <c:v>1510</c:v>
                </c:pt>
                <c:pt idx="854">
                  <c:v>1510</c:v>
                </c:pt>
                <c:pt idx="855">
                  <c:v>1510</c:v>
                </c:pt>
                <c:pt idx="856">
                  <c:v>1510</c:v>
                </c:pt>
                <c:pt idx="857">
                  <c:v>1510</c:v>
                </c:pt>
                <c:pt idx="858">
                  <c:v>1510</c:v>
                </c:pt>
                <c:pt idx="859">
                  <c:v>1510</c:v>
                </c:pt>
                <c:pt idx="860">
                  <c:v>1520</c:v>
                </c:pt>
                <c:pt idx="861">
                  <c:v>1520</c:v>
                </c:pt>
                <c:pt idx="862">
                  <c:v>1520</c:v>
                </c:pt>
                <c:pt idx="863">
                  <c:v>1520</c:v>
                </c:pt>
                <c:pt idx="864">
                  <c:v>1520</c:v>
                </c:pt>
                <c:pt idx="865">
                  <c:v>1520</c:v>
                </c:pt>
                <c:pt idx="866">
                  <c:v>1520</c:v>
                </c:pt>
                <c:pt idx="867">
                  <c:v>1520</c:v>
                </c:pt>
                <c:pt idx="868">
                  <c:v>1520</c:v>
                </c:pt>
                <c:pt idx="869">
                  <c:v>1520</c:v>
                </c:pt>
                <c:pt idx="870">
                  <c:v>1520</c:v>
                </c:pt>
                <c:pt idx="871">
                  <c:v>1520</c:v>
                </c:pt>
                <c:pt idx="872">
                  <c:v>1520</c:v>
                </c:pt>
                <c:pt idx="873">
                  <c:v>1520</c:v>
                </c:pt>
                <c:pt idx="874">
                  <c:v>1520</c:v>
                </c:pt>
                <c:pt idx="875">
                  <c:v>1520</c:v>
                </c:pt>
                <c:pt idx="876">
                  <c:v>1520</c:v>
                </c:pt>
                <c:pt idx="877">
                  <c:v>1520</c:v>
                </c:pt>
                <c:pt idx="878">
                  <c:v>1520</c:v>
                </c:pt>
                <c:pt idx="879">
                  <c:v>1520</c:v>
                </c:pt>
                <c:pt idx="880">
                  <c:v>1520</c:v>
                </c:pt>
                <c:pt idx="881">
                  <c:v>1530</c:v>
                </c:pt>
                <c:pt idx="882">
                  <c:v>1530</c:v>
                </c:pt>
                <c:pt idx="883">
                  <c:v>1530</c:v>
                </c:pt>
                <c:pt idx="884">
                  <c:v>1530</c:v>
                </c:pt>
                <c:pt idx="885">
                  <c:v>1530</c:v>
                </c:pt>
                <c:pt idx="886">
                  <c:v>1530</c:v>
                </c:pt>
                <c:pt idx="887">
                  <c:v>1530</c:v>
                </c:pt>
                <c:pt idx="888">
                  <c:v>1530</c:v>
                </c:pt>
                <c:pt idx="889">
                  <c:v>1530</c:v>
                </c:pt>
                <c:pt idx="890">
                  <c:v>1530</c:v>
                </c:pt>
                <c:pt idx="891">
                  <c:v>1530</c:v>
                </c:pt>
                <c:pt idx="892">
                  <c:v>1530</c:v>
                </c:pt>
                <c:pt idx="893">
                  <c:v>1530</c:v>
                </c:pt>
                <c:pt idx="894">
                  <c:v>1530</c:v>
                </c:pt>
                <c:pt idx="895">
                  <c:v>1530</c:v>
                </c:pt>
                <c:pt idx="896">
                  <c:v>1530</c:v>
                </c:pt>
                <c:pt idx="897">
                  <c:v>1530</c:v>
                </c:pt>
                <c:pt idx="898">
                  <c:v>1530</c:v>
                </c:pt>
                <c:pt idx="899">
                  <c:v>1530</c:v>
                </c:pt>
                <c:pt idx="900">
                  <c:v>1530</c:v>
                </c:pt>
                <c:pt idx="901">
                  <c:v>1530</c:v>
                </c:pt>
                <c:pt idx="902">
                  <c:v>1540</c:v>
                </c:pt>
                <c:pt idx="903">
                  <c:v>1540</c:v>
                </c:pt>
                <c:pt idx="904">
                  <c:v>1540</c:v>
                </c:pt>
                <c:pt idx="905">
                  <c:v>1540</c:v>
                </c:pt>
                <c:pt idx="906">
                  <c:v>1540</c:v>
                </c:pt>
                <c:pt idx="907">
                  <c:v>1540</c:v>
                </c:pt>
                <c:pt idx="908">
                  <c:v>1540</c:v>
                </c:pt>
                <c:pt idx="909">
                  <c:v>1540</c:v>
                </c:pt>
                <c:pt idx="910">
                  <c:v>1540</c:v>
                </c:pt>
                <c:pt idx="911">
                  <c:v>1540</c:v>
                </c:pt>
                <c:pt idx="912">
                  <c:v>1540</c:v>
                </c:pt>
                <c:pt idx="913">
                  <c:v>1540</c:v>
                </c:pt>
                <c:pt idx="914">
                  <c:v>1540</c:v>
                </c:pt>
                <c:pt idx="915">
                  <c:v>1540</c:v>
                </c:pt>
                <c:pt idx="916">
                  <c:v>1540</c:v>
                </c:pt>
                <c:pt idx="917">
                  <c:v>1540</c:v>
                </c:pt>
                <c:pt idx="918">
                  <c:v>1540</c:v>
                </c:pt>
                <c:pt idx="919">
                  <c:v>1540</c:v>
                </c:pt>
                <c:pt idx="920">
                  <c:v>1540</c:v>
                </c:pt>
                <c:pt idx="921">
                  <c:v>1540</c:v>
                </c:pt>
                <c:pt idx="922">
                  <c:v>1540</c:v>
                </c:pt>
                <c:pt idx="923">
                  <c:v>1550</c:v>
                </c:pt>
                <c:pt idx="924">
                  <c:v>1550</c:v>
                </c:pt>
                <c:pt idx="925">
                  <c:v>1550</c:v>
                </c:pt>
                <c:pt idx="926">
                  <c:v>1550</c:v>
                </c:pt>
                <c:pt idx="927">
                  <c:v>1550</c:v>
                </c:pt>
                <c:pt idx="928">
                  <c:v>1550</c:v>
                </c:pt>
                <c:pt idx="929">
                  <c:v>1550</c:v>
                </c:pt>
                <c:pt idx="930">
                  <c:v>1550</c:v>
                </c:pt>
                <c:pt idx="931">
                  <c:v>1550</c:v>
                </c:pt>
                <c:pt idx="932">
                  <c:v>1550</c:v>
                </c:pt>
                <c:pt idx="933">
                  <c:v>1550</c:v>
                </c:pt>
                <c:pt idx="934">
                  <c:v>1550</c:v>
                </c:pt>
                <c:pt idx="935">
                  <c:v>1550</c:v>
                </c:pt>
                <c:pt idx="936">
                  <c:v>1550</c:v>
                </c:pt>
                <c:pt idx="937">
                  <c:v>1550</c:v>
                </c:pt>
                <c:pt idx="938">
                  <c:v>1550</c:v>
                </c:pt>
                <c:pt idx="939">
                  <c:v>1550</c:v>
                </c:pt>
                <c:pt idx="940">
                  <c:v>1550</c:v>
                </c:pt>
                <c:pt idx="941">
                  <c:v>1550</c:v>
                </c:pt>
                <c:pt idx="942">
                  <c:v>1550</c:v>
                </c:pt>
                <c:pt idx="943">
                  <c:v>1560</c:v>
                </c:pt>
                <c:pt idx="944">
                  <c:v>1560</c:v>
                </c:pt>
                <c:pt idx="945">
                  <c:v>1560</c:v>
                </c:pt>
                <c:pt idx="946">
                  <c:v>1560</c:v>
                </c:pt>
                <c:pt idx="947">
                  <c:v>1560</c:v>
                </c:pt>
                <c:pt idx="948">
                  <c:v>1560</c:v>
                </c:pt>
                <c:pt idx="949">
                  <c:v>1560</c:v>
                </c:pt>
                <c:pt idx="950">
                  <c:v>1560</c:v>
                </c:pt>
                <c:pt idx="951">
                  <c:v>1560</c:v>
                </c:pt>
                <c:pt idx="952">
                  <c:v>1560</c:v>
                </c:pt>
                <c:pt idx="953">
                  <c:v>1560</c:v>
                </c:pt>
                <c:pt idx="954">
                  <c:v>1560</c:v>
                </c:pt>
                <c:pt idx="955">
                  <c:v>1560</c:v>
                </c:pt>
                <c:pt idx="956">
                  <c:v>1560</c:v>
                </c:pt>
                <c:pt idx="957">
                  <c:v>1560</c:v>
                </c:pt>
                <c:pt idx="958">
                  <c:v>1560</c:v>
                </c:pt>
                <c:pt idx="959">
                  <c:v>1560</c:v>
                </c:pt>
                <c:pt idx="960">
                  <c:v>1560</c:v>
                </c:pt>
                <c:pt idx="961">
                  <c:v>1560</c:v>
                </c:pt>
                <c:pt idx="962">
                  <c:v>1560</c:v>
                </c:pt>
                <c:pt idx="963">
                  <c:v>1560</c:v>
                </c:pt>
                <c:pt idx="964">
                  <c:v>1570</c:v>
                </c:pt>
                <c:pt idx="965">
                  <c:v>1570</c:v>
                </c:pt>
                <c:pt idx="966">
                  <c:v>1570</c:v>
                </c:pt>
                <c:pt idx="967">
                  <c:v>1570</c:v>
                </c:pt>
                <c:pt idx="968">
                  <c:v>1570</c:v>
                </c:pt>
                <c:pt idx="969">
                  <c:v>1570</c:v>
                </c:pt>
                <c:pt idx="970">
                  <c:v>1570</c:v>
                </c:pt>
                <c:pt idx="971">
                  <c:v>1570</c:v>
                </c:pt>
                <c:pt idx="972">
                  <c:v>1570</c:v>
                </c:pt>
                <c:pt idx="973">
                  <c:v>1570</c:v>
                </c:pt>
                <c:pt idx="974">
                  <c:v>1570</c:v>
                </c:pt>
                <c:pt idx="975">
                  <c:v>1570</c:v>
                </c:pt>
                <c:pt idx="976">
                  <c:v>1570</c:v>
                </c:pt>
                <c:pt idx="977">
                  <c:v>1570</c:v>
                </c:pt>
                <c:pt idx="978">
                  <c:v>1570</c:v>
                </c:pt>
                <c:pt idx="979">
                  <c:v>1570</c:v>
                </c:pt>
                <c:pt idx="980">
                  <c:v>1570</c:v>
                </c:pt>
                <c:pt idx="981">
                  <c:v>1570</c:v>
                </c:pt>
                <c:pt idx="982">
                  <c:v>1570</c:v>
                </c:pt>
                <c:pt idx="983">
                  <c:v>1570</c:v>
                </c:pt>
                <c:pt idx="984">
                  <c:v>1570</c:v>
                </c:pt>
                <c:pt idx="985">
                  <c:v>1580</c:v>
                </c:pt>
                <c:pt idx="986">
                  <c:v>1580</c:v>
                </c:pt>
                <c:pt idx="987">
                  <c:v>1580</c:v>
                </c:pt>
                <c:pt idx="988">
                  <c:v>1580</c:v>
                </c:pt>
                <c:pt idx="989">
                  <c:v>1580</c:v>
                </c:pt>
                <c:pt idx="990">
                  <c:v>1580</c:v>
                </c:pt>
                <c:pt idx="991">
                  <c:v>1580</c:v>
                </c:pt>
                <c:pt idx="992">
                  <c:v>1580</c:v>
                </c:pt>
                <c:pt idx="993">
                  <c:v>1580</c:v>
                </c:pt>
                <c:pt idx="994">
                  <c:v>1580</c:v>
                </c:pt>
                <c:pt idx="995">
                  <c:v>1580</c:v>
                </c:pt>
                <c:pt idx="996">
                  <c:v>1580</c:v>
                </c:pt>
                <c:pt idx="997">
                  <c:v>1580</c:v>
                </c:pt>
                <c:pt idx="998">
                  <c:v>1580</c:v>
                </c:pt>
                <c:pt idx="999">
                  <c:v>1580</c:v>
                </c:pt>
                <c:pt idx="1000">
                  <c:v>1580</c:v>
                </c:pt>
                <c:pt idx="1001">
                  <c:v>1580</c:v>
                </c:pt>
                <c:pt idx="1002">
                  <c:v>1580</c:v>
                </c:pt>
                <c:pt idx="1003">
                  <c:v>1580</c:v>
                </c:pt>
                <c:pt idx="1004">
                  <c:v>1580</c:v>
                </c:pt>
                <c:pt idx="1005">
                  <c:v>1580</c:v>
                </c:pt>
                <c:pt idx="1006">
                  <c:v>1590</c:v>
                </c:pt>
                <c:pt idx="1007">
                  <c:v>1590</c:v>
                </c:pt>
                <c:pt idx="1008">
                  <c:v>1590</c:v>
                </c:pt>
                <c:pt idx="1009">
                  <c:v>1590</c:v>
                </c:pt>
                <c:pt idx="1010">
                  <c:v>1590</c:v>
                </c:pt>
                <c:pt idx="1011">
                  <c:v>1590</c:v>
                </c:pt>
                <c:pt idx="1012">
                  <c:v>1590</c:v>
                </c:pt>
                <c:pt idx="1013">
                  <c:v>1590</c:v>
                </c:pt>
                <c:pt idx="1014">
                  <c:v>1590</c:v>
                </c:pt>
                <c:pt idx="1015">
                  <c:v>1590</c:v>
                </c:pt>
                <c:pt idx="1016">
                  <c:v>1590</c:v>
                </c:pt>
                <c:pt idx="1017">
                  <c:v>1590</c:v>
                </c:pt>
                <c:pt idx="1018">
                  <c:v>1590</c:v>
                </c:pt>
                <c:pt idx="1019">
                  <c:v>1590</c:v>
                </c:pt>
                <c:pt idx="1020">
                  <c:v>1590</c:v>
                </c:pt>
                <c:pt idx="1021">
                  <c:v>1590</c:v>
                </c:pt>
                <c:pt idx="1022">
                  <c:v>1590</c:v>
                </c:pt>
                <c:pt idx="1023">
                  <c:v>1590</c:v>
                </c:pt>
                <c:pt idx="1024">
                  <c:v>1590</c:v>
                </c:pt>
                <c:pt idx="1025">
                  <c:v>1590</c:v>
                </c:pt>
                <c:pt idx="1026">
                  <c:v>1600</c:v>
                </c:pt>
                <c:pt idx="1027">
                  <c:v>1600</c:v>
                </c:pt>
                <c:pt idx="1028">
                  <c:v>1600</c:v>
                </c:pt>
                <c:pt idx="1029">
                  <c:v>1600</c:v>
                </c:pt>
                <c:pt idx="1030">
                  <c:v>1600</c:v>
                </c:pt>
                <c:pt idx="1031">
                  <c:v>1600</c:v>
                </c:pt>
                <c:pt idx="1032">
                  <c:v>1600</c:v>
                </c:pt>
                <c:pt idx="1033">
                  <c:v>1600</c:v>
                </c:pt>
                <c:pt idx="1034">
                  <c:v>1600</c:v>
                </c:pt>
                <c:pt idx="1035">
                  <c:v>1600</c:v>
                </c:pt>
                <c:pt idx="1036">
                  <c:v>1600</c:v>
                </c:pt>
                <c:pt idx="1037">
                  <c:v>1600</c:v>
                </c:pt>
                <c:pt idx="1038">
                  <c:v>1600</c:v>
                </c:pt>
                <c:pt idx="1039">
                  <c:v>1600</c:v>
                </c:pt>
                <c:pt idx="1040">
                  <c:v>1600</c:v>
                </c:pt>
                <c:pt idx="1041">
                  <c:v>1600</c:v>
                </c:pt>
                <c:pt idx="1042">
                  <c:v>1600</c:v>
                </c:pt>
                <c:pt idx="1043">
                  <c:v>1600</c:v>
                </c:pt>
                <c:pt idx="1044">
                  <c:v>1600</c:v>
                </c:pt>
                <c:pt idx="1045">
                  <c:v>1600</c:v>
                </c:pt>
                <c:pt idx="1046">
                  <c:v>1600</c:v>
                </c:pt>
                <c:pt idx="1047">
                  <c:v>1610</c:v>
                </c:pt>
                <c:pt idx="1048">
                  <c:v>1610</c:v>
                </c:pt>
                <c:pt idx="1049">
                  <c:v>1610</c:v>
                </c:pt>
                <c:pt idx="1050">
                  <c:v>1610</c:v>
                </c:pt>
                <c:pt idx="1051">
                  <c:v>1610</c:v>
                </c:pt>
                <c:pt idx="1052">
                  <c:v>1610</c:v>
                </c:pt>
                <c:pt idx="1053">
                  <c:v>1610</c:v>
                </c:pt>
                <c:pt idx="1054">
                  <c:v>1610</c:v>
                </c:pt>
                <c:pt idx="1055">
                  <c:v>1610</c:v>
                </c:pt>
                <c:pt idx="1056">
                  <c:v>1610</c:v>
                </c:pt>
                <c:pt idx="1057">
                  <c:v>1610</c:v>
                </c:pt>
                <c:pt idx="1058">
                  <c:v>1610</c:v>
                </c:pt>
                <c:pt idx="1059">
                  <c:v>1610</c:v>
                </c:pt>
                <c:pt idx="1060">
                  <c:v>1610</c:v>
                </c:pt>
                <c:pt idx="1061">
                  <c:v>1610</c:v>
                </c:pt>
                <c:pt idx="1062">
                  <c:v>1610</c:v>
                </c:pt>
                <c:pt idx="1063">
                  <c:v>1610</c:v>
                </c:pt>
                <c:pt idx="1064">
                  <c:v>1610</c:v>
                </c:pt>
                <c:pt idx="1065">
                  <c:v>1610</c:v>
                </c:pt>
                <c:pt idx="1066">
                  <c:v>1610</c:v>
                </c:pt>
                <c:pt idx="1067">
                  <c:v>1610</c:v>
                </c:pt>
                <c:pt idx="1068">
                  <c:v>1620</c:v>
                </c:pt>
                <c:pt idx="1069">
                  <c:v>1620</c:v>
                </c:pt>
                <c:pt idx="1070">
                  <c:v>1620</c:v>
                </c:pt>
                <c:pt idx="1071">
                  <c:v>1620</c:v>
                </c:pt>
                <c:pt idx="1072">
                  <c:v>1620</c:v>
                </c:pt>
                <c:pt idx="1073">
                  <c:v>1620</c:v>
                </c:pt>
                <c:pt idx="1074">
                  <c:v>1620</c:v>
                </c:pt>
                <c:pt idx="1075">
                  <c:v>1620</c:v>
                </c:pt>
                <c:pt idx="1076">
                  <c:v>1620</c:v>
                </c:pt>
                <c:pt idx="1077">
                  <c:v>1620</c:v>
                </c:pt>
                <c:pt idx="1078">
                  <c:v>1620</c:v>
                </c:pt>
                <c:pt idx="1079">
                  <c:v>1620</c:v>
                </c:pt>
                <c:pt idx="1080">
                  <c:v>1620</c:v>
                </c:pt>
                <c:pt idx="1081">
                  <c:v>1620</c:v>
                </c:pt>
                <c:pt idx="1082">
                  <c:v>1620</c:v>
                </c:pt>
                <c:pt idx="1083">
                  <c:v>1620</c:v>
                </c:pt>
                <c:pt idx="1084">
                  <c:v>1620</c:v>
                </c:pt>
                <c:pt idx="1085">
                  <c:v>1620</c:v>
                </c:pt>
                <c:pt idx="1086">
                  <c:v>1620</c:v>
                </c:pt>
                <c:pt idx="1087">
                  <c:v>1620</c:v>
                </c:pt>
                <c:pt idx="1088">
                  <c:v>1620</c:v>
                </c:pt>
                <c:pt idx="1089">
                  <c:v>1630</c:v>
                </c:pt>
                <c:pt idx="1090">
                  <c:v>1630</c:v>
                </c:pt>
                <c:pt idx="1091">
                  <c:v>1630</c:v>
                </c:pt>
                <c:pt idx="1092">
                  <c:v>1630</c:v>
                </c:pt>
                <c:pt idx="1093">
                  <c:v>1630</c:v>
                </c:pt>
                <c:pt idx="1094">
                  <c:v>1630</c:v>
                </c:pt>
                <c:pt idx="1095">
                  <c:v>1630</c:v>
                </c:pt>
                <c:pt idx="1096">
                  <c:v>1630</c:v>
                </c:pt>
                <c:pt idx="1097">
                  <c:v>1630</c:v>
                </c:pt>
                <c:pt idx="1098">
                  <c:v>1630</c:v>
                </c:pt>
                <c:pt idx="1099">
                  <c:v>1630</c:v>
                </c:pt>
                <c:pt idx="1100">
                  <c:v>1630</c:v>
                </c:pt>
                <c:pt idx="1101">
                  <c:v>1630</c:v>
                </c:pt>
                <c:pt idx="1102">
                  <c:v>1630</c:v>
                </c:pt>
                <c:pt idx="1103">
                  <c:v>1630</c:v>
                </c:pt>
                <c:pt idx="1104">
                  <c:v>1630</c:v>
                </c:pt>
                <c:pt idx="1105">
                  <c:v>1630</c:v>
                </c:pt>
                <c:pt idx="1106">
                  <c:v>1630</c:v>
                </c:pt>
                <c:pt idx="1107">
                  <c:v>1630</c:v>
                </c:pt>
                <c:pt idx="1108">
                  <c:v>1630</c:v>
                </c:pt>
                <c:pt idx="1109">
                  <c:v>1640</c:v>
                </c:pt>
                <c:pt idx="1110">
                  <c:v>1640</c:v>
                </c:pt>
                <c:pt idx="1111">
                  <c:v>1640</c:v>
                </c:pt>
                <c:pt idx="1112">
                  <c:v>1640</c:v>
                </c:pt>
                <c:pt idx="1113">
                  <c:v>1640</c:v>
                </c:pt>
                <c:pt idx="1114">
                  <c:v>1640</c:v>
                </c:pt>
                <c:pt idx="1115">
                  <c:v>1640</c:v>
                </c:pt>
                <c:pt idx="1116">
                  <c:v>1640</c:v>
                </c:pt>
                <c:pt idx="1117">
                  <c:v>1640</c:v>
                </c:pt>
                <c:pt idx="1118">
                  <c:v>1640</c:v>
                </c:pt>
                <c:pt idx="1119">
                  <c:v>1640</c:v>
                </c:pt>
                <c:pt idx="1120">
                  <c:v>1640</c:v>
                </c:pt>
                <c:pt idx="1121">
                  <c:v>1640</c:v>
                </c:pt>
                <c:pt idx="1122">
                  <c:v>1640</c:v>
                </c:pt>
                <c:pt idx="1123">
                  <c:v>1640</c:v>
                </c:pt>
                <c:pt idx="1124">
                  <c:v>1640</c:v>
                </c:pt>
                <c:pt idx="1125">
                  <c:v>1640</c:v>
                </c:pt>
                <c:pt idx="1126">
                  <c:v>1640</c:v>
                </c:pt>
                <c:pt idx="1127">
                  <c:v>1640</c:v>
                </c:pt>
                <c:pt idx="1128">
                  <c:v>1640</c:v>
                </c:pt>
                <c:pt idx="1129">
                  <c:v>1640</c:v>
                </c:pt>
                <c:pt idx="1130">
                  <c:v>1650</c:v>
                </c:pt>
                <c:pt idx="1131">
                  <c:v>1650</c:v>
                </c:pt>
                <c:pt idx="1132">
                  <c:v>1650</c:v>
                </c:pt>
                <c:pt idx="1133">
                  <c:v>1650</c:v>
                </c:pt>
                <c:pt idx="1134">
                  <c:v>1650</c:v>
                </c:pt>
                <c:pt idx="1135">
                  <c:v>1650</c:v>
                </c:pt>
                <c:pt idx="1136">
                  <c:v>1650</c:v>
                </c:pt>
                <c:pt idx="1137">
                  <c:v>1650</c:v>
                </c:pt>
                <c:pt idx="1138">
                  <c:v>1650</c:v>
                </c:pt>
                <c:pt idx="1139">
                  <c:v>1650</c:v>
                </c:pt>
                <c:pt idx="1140">
                  <c:v>1650</c:v>
                </c:pt>
                <c:pt idx="1141">
                  <c:v>1650</c:v>
                </c:pt>
                <c:pt idx="1142">
                  <c:v>1650</c:v>
                </c:pt>
                <c:pt idx="1143">
                  <c:v>1650</c:v>
                </c:pt>
                <c:pt idx="1144">
                  <c:v>1650</c:v>
                </c:pt>
                <c:pt idx="1145">
                  <c:v>1650</c:v>
                </c:pt>
                <c:pt idx="1146">
                  <c:v>1650</c:v>
                </c:pt>
                <c:pt idx="1147">
                  <c:v>1650</c:v>
                </c:pt>
                <c:pt idx="1148">
                  <c:v>1650</c:v>
                </c:pt>
                <c:pt idx="1149">
                  <c:v>1650</c:v>
                </c:pt>
                <c:pt idx="1150">
                  <c:v>1650</c:v>
                </c:pt>
                <c:pt idx="1151">
                  <c:v>1660</c:v>
                </c:pt>
                <c:pt idx="1152">
                  <c:v>1660</c:v>
                </c:pt>
                <c:pt idx="1153">
                  <c:v>1660</c:v>
                </c:pt>
                <c:pt idx="1154">
                  <c:v>1660</c:v>
                </c:pt>
                <c:pt idx="1155">
                  <c:v>1660</c:v>
                </c:pt>
                <c:pt idx="1156">
                  <c:v>1660</c:v>
                </c:pt>
                <c:pt idx="1157">
                  <c:v>1660</c:v>
                </c:pt>
                <c:pt idx="1158">
                  <c:v>1660</c:v>
                </c:pt>
                <c:pt idx="1159">
                  <c:v>1660</c:v>
                </c:pt>
                <c:pt idx="1160">
                  <c:v>1660</c:v>
                </c:pt>
                <c:pt idx="1161">
                  <c:v>1660</c:v>
                </c:pt>
                <c:pt idx="1162">
                  <c:v>1660</c:v>
                </c:pt>
                <c:pt idx="1163">
                  <c:v>1660</c:v>
                </c:pt>
                <c:pt idx="1164">
                  <c:v>1660</c:v>
                </c:pt>
                <c:pt idx="1165">
                  <c:v>1660</c:v>
                </c:pt>
                <c:pt idx="1166">
                  <c:v>1660</c:v>
                </c:pt>
                <c:pt idx="1167">
                  <c:v>1660</c:v>
                </c:pt>
                <c:pt idx="1168">
                  <c:v>1660</c:v>
                </c:pt>
                <c:pt idx="1169">
                  <c:v>1660</c:v>
                </c:pt>
                <c:pt idx="1170">
                  <c:v>1660</c:v>
                </c:pt>
                <c:pt idx="1171">
                  <c:v>1660</c:v>
                </c:pt>
                <c:pt idx="1172">
                  <c:v>1670</c:v>
                </c:pt>
                <c:pt idx="1173">
                  <c:v>1670</c:v>
                </c:pt>
                <c:pt idx="1174">
                  <c:v>1670</c:v>
                </c:pt>
                <c:pt idx="1175">
                  <c:v>1670</c:v>
                </c:pt>
                <c:pt idx="1176">
                  <c:v>1670</c:v>
                </c:pt>
                <c:pt idx="1177">
                  <c:v>1670</c:v>
                </c:pt>
                <c:pt idx="1178">
                  <c:v>1670</c:v>
                </c:pt>
                <c:pt idx="1179">
                  <c:v>1670</c:v>
                </c:pt>
                <c:pt idx="1180">
                  <c:v>1670</c:v>
                </c:pt>
                <c:pt idx="1181">
                  <c:v>1670</c:v>
                </c:pt>
                <c:pt idx="1182">
                  <c:v>1670</c:v>
                </c:pt>
                <c:pt idx="1183">
                  <c:v>1670</c:v>
                </c:pt>
                <c:pt idx="1184">
                  <c:v>1670</c:v>
                </c:pt>
                <c:pt idx="1185">
                  <c:v>1670</c:v>
                </c:pt>
                <c:pt idx="1186">
                  <c:v>1670</c:v>
                </c:pt>
                <c:pt idx="1187">
                  <c:v>1670</c:v>
                </c:pt>
                <c:pt idx="1188">
                  <c:v>1670</c:v>
                </c:pt>
                <c:pt idx="1189">
                  <c:v>1670</c:v>
                </c:pt>
                <c:pt idx="1190">
                  <c:v>1670</c:v>
                </c:pt>
                <c:pt idx="1191">
                  <c:v>1670</c:v>
                </c:pt>
                <c:pt idx="1192">
                  <c:v>1680</c:v>
                </c:pt>
                <c:pt idx="1193">
                  <c:v>1680</c:v>
                </c:pt>
                <c:pt idx="1194">
                  <c:v>1680</c:v>
                </c:pt>
                <c:pt idx="1195">
                  <c:v>1680</c:v>
                </c:pt>
                <c:pt idx="1196">
                  <c:v>1680</c:v>
                </c:pt>
                <c:pt idx="1197">
                  <c:v>1680</c:v>
                </c:pt>
                <c:pt idx="1198">
                  <c:v>1680</c:v>
                </c:pt>
                <c:pt idx="1199">
                  <c:v>1680</c:v>
                </c:pt>
                <c:pt idx="1200">
                  <c:v>1680</c:v>
                </c:pt>
                <c:pt idx="1201">
                  <c:v>1680</c:v>
                </c:pt>
                <c:pt idx="1202">
                  <c:v>1680</c:v>
                </c:pt>
                <c:pt idx="1203">
                  <c:v>1680</c:v>
                </c:pt>
                <c:pt idx="1204">
                  <c:v>1680</c:v>
                </c:pt>
                <c:pt idx="1205">
                  <c:v>1680</c:v>
                </c:pt>
                <c:pt idx="1206">
                  <c:v>1680</c:v>
                </c:pt>
                <c:pt idx="1207">
                  <c:v>1680</c:v>
                </c:pt>
                <c:pt idx="1208">
                  <c:v>1680</c:v>
                </c:pt>
                <c:pt idx="1209">
                  <c:v>1680</c:v>
                </c:pt>
                <c:pt idx="1210">
                  <c:v>1680</c:v>
                </c:pt>
                <c:pt idx="1211">
                  <c:v>1680</c:v>
                </c:pt>
                <c:pt idx="1212">
                  <c:v>1680</c:v>
                </c:pt>
                <c:pt idx="1213">
                  <c:v>1690</c:v>
                </c:pt>
                <c:pt idx="1214">
                  <c:v>1690</c:v>
                </c:pt>
                <c:pt idx="1215">
                  <c:v>1690</c:v>
                </c:pt>
                <c:pt idx="1216">
                  <c:v>1690</c:v>
                </c:pt>
                <c:pt idx="1217">
                  <c:v>1690</c:v>
                </c:pt>
                <c:pt idx="1218">
                  <c:v>1690</c:v>
                </c:pt>
                <c:pt idx="1219">
                  <c:v>1690</c:v>
                </c:pt>
                <c:pt idx="1220">
                  <c:v>1690</c:v>
                </c:pt>
                <c:pt idx="1221">
                  <c:v>1690</c:v>
                </c:pt>
                <c:pt idx="1222">
                  <c:v>1690</c:v>
                </c:pt>
                <c:pt idx="1223">
                  <c:v>1690</c:v>
                </c:pt>
                <c:pt idx="1224">
                  <c:v>1690</c:v>
                </c:pt>
                <c:pt idx="1225">
                  <c:v>1690</c:v>
                </c:pt>
                <c:pt idx="1226">
                  <c:v>1690</c:v>
                </c:pt>
                <c:pt idx="1227">
                  <c:v>1690</c:v>
                </c:pt>
                <c:pt idx="1228">
                  <c:v>1690</c:v>
                </c:pt>
                <c:pt idx="1229">
                  <c:v>1690</c:v>
                </c:pt>
                <c:pt idx="1230">
                  <c:v>1690</c:v>
                </c:pt>
                <c:pt idx="1231">
                  <c:v>1690</c:v>
                </c:pt>
                <c:pt idx="1232">
                  <c:v>1690</c:v>
                </c:pt>
                <c:pt idx="1233">
                  <c:v>1690</c:v>
                </c:pt>
                <c:pt idx="1234">
                  <c:v>1700</c:v>
                </c:pt>
                <c:pt idx="1235">
                  <c:v>1700</c:v>
                </c:pt>
                <c:pt idx="1236">
                  <c:v>1700</c:v>
                </c:pt>
                <c:pt idx="1237">
                  <c:v>1700</c:v>
                </c:pt>
                <c:pt idx="1238">
                  <c:v>1700</c:v>
                </c:pt>
                <c:pt idx="1239">
                  <c:v>1700</c:v>
                </c:pt>
                <c:pt idx="1240">
                  <c:v>1700</c:v>
                </c:pt>
                <c:pt idx="1241">
                  <c:v>1700</c:v>
                </c:pt>
                <c:pt idx="1242">
                  <c:v>1700</c:v>
                </c:pt>
                <c:pt idx="1243">
                  <c:v>1700</c:v>
                </c:pt>
                <c:pt idx="1244">
                  <c:v>1700</c:v>
                </c:pt>
                <c:pt idx="1245">
                  <c:v>1700</c:v>
                </c:pt>
                <c:pt idx="1246">
                  <c:v>1700</c:v>
                </c:pt>
                <c:pt idx="1247">
                  <c:v>1700</c:v>
                </c:pt>
                <c:pt idx="1248">
                  <c:v>1700</c:v>
                </c:pt>
                <c:pt idx="1249">
                  <c:v>1700</c:v>
                </c:pt>
                <c:pt idx="1250">
                  <c:v>1700</c:v>
                </c:pt>
                <c:pt idx="1251">
                  <c:v>1700</c:v>
                </c:pt>
                <c:pt idx="1252">
                  <c:v>1700</c:v>
                </c:pt>
                <c:pt idx="1253">
                  <c:v>1700</c:v>
                </c:pt>
                <c:pt idx="1254">
                  <c:v>1700</c:v>
                </c:pt>
                <c:pt idx="1255">
                  <c:v>1710</c:v>
                </c:pt>
                <c:pt idx="1256">
                  <c:v>1710</c:v>
                </c:pt>
                <c:pt idx="1257">
                  <c:v>1710</c:v>
                </c:pt>
                <c:pt idx="1258">
                  <c:v>1710</c:v>
                </c:pt>
                <c:pt idx="1259">
                  <c:v>1710</c:v>
                </c:pt>
                <c:pt idx="1260">
                  <c:v>1710</c:v>
                </c:pt>
                <c:pt idx="1261">
                  <c:v>1710</c:v>
                </c:pt>
                <c:pt idx="1262">
                  <c:v>1710</c:v>
                </c:pt>
                <c:pt idx="1263">
                  <c:v>1710</c:v>
                </c:pt>
                <c:pt idx="1264">
                  <c:v>1710</c:v>
                </c:pt>
                <c:pt idx="1265">
                  <c:v>1710</c:v>
                </c:pt>
                <c:pt idx="1266">
                  <c:v>1710</c:v>
                </c:pt>
                <c:pt idx="1267">
                  <c:v>1710</c:v>
                </c:pt>
                <c:pt idx="1268">
                  <c:v>1710</c:v>
                </c:pt>
                <c:pt idx="1269">
                  <c:v>1710</c:v>
                </c:pt>
                <c:pt idx="1270">
                  <c:v>1710</c:v>
                </c:pt>
                <c:pt idx="1271">
                  <c:v>1710</c:v>
                </c:pt>
                <c:pt idx="1272">
                  <c:v>1710</c:v>
                </c:pt>
                <c:pt idx="1273">
                  <c:v>1710</c:v>
                </c:pt>
                <c:pt idx="1274">
                  <c:v>1710</c:v>
                </c:pt>
                <c:pt idx="1275">
                  <c:v>1720</c:v>
                </c:pt>
                <c:pt idx="1276">
                  <c:v>1720</c:v>
                </c:pt>
                <c:pt idx="1277">
                  <c:v>1720</c:v>
                </c:pt>
                <c:pt idx="1278">
                  <c:v>1720</c:v>
                </c:pt>
                <c:pt idx="1279">
                  <c:v>1720</c:v>
                </c:pt>
                <c:pt idx="1280">
                  <c:v>1720</c:v>
                </c:pt>
                <c:pt idx="1281">
                  <c:v>1720</c:v>
                </c:pt>
                <c:pt idx="1282">
                  <c:v>1720</c:v>
                </c:pt>
                <c:pt idx="1283">
                  <c:v>1720</c:v>
                </c:pt>
                <c:pt idx="1284">
                  <c:v>1720</c:v>
                </c:pt>
                <c:pt idx="1285">
                  <c:v>1720</c:v>
                </c:pt>
                <c:pt idx="1286">
                  <c:v>1720</c:v>
                </c:pt>
                <c:pt idx="1287">
                  <c:v>1720</c:v>
                </c:pt>
                <c:pt idx="1288">
                  <c:v>1720</c:v>
                </c:pt>
                <c:pt idx="1289">
                  <c:v>1720</c:v>
                </c:pt>
                <c:pt idx="1290">
                  <c:v>1720</c:v>
                </c:pt>
                <c:pt idx="1291">
                  <c:v>1720</c:v>
                </c:pt>
                <c:pt idx="1292">
                  <c:v>1720</c:v>
                </c:pt>
                <c:pt idx="1293">
                  <c:v>1720</c:v>
                </c:pt>
                <c:pt idx="1294">
                  <c:v>1720</c:v>
                </c:pt>
                <c:pt idx="1295">
                  <c:v>1720</c:v>
                </c:pt>
                <c:pt idx="1296">
                  <c:v>1730</c:v>
                </c:pt>
                <c:pt idx="1297">
                  <c:v>1730</c:v>
                </c:pt>
                <c:pt idx="1298">
                  <c:v>1730</c:v>
                </c:pt>
                <c:pt idx="1299">
                  <c:v>1730</c:v>
                </c:pt>
                <c:pt idx="1300">
                  <c:v>1730</c:v>
                </c:pt>
                <c:pt idx="1301">
                  <c:v>1730</c:v>
                </c:pt>
                <c:pt idx="1302">
                  <c:v>1730</c:v>
                </c:pt>
                <c:pt idx="1303">
                  <c:v>1730</c:v>
                </c:pt>
                <c:pt idx="1304">
                  <c:v>1730</c:v>
                </c:pt>
                <c:pt idx="1305">
                  <c:v>1730</c:v>
                </c:pt>
                <c:pt idx="1306">
                  <c:v>1730</c:v>
                </c:pt>
                <c:pt idx="1307">
                  <c:v>1730</c:v>
                </c:pt>
                <c:pt idx="1308">
                  <c:v>1730</c:v>
                </c:pt>
                <c:pt idx="1309">
                  <c:v>1730</c:v>
                </c:pt>
                <c:pt idx="1310">
                  <c:v>1730</c:v>
                </c:pt>
                <c:pt idx="1311">
                  <c:v>1730</c:v>
                </c:pt>
                <c:pt idx="1312">
                  <c:v>1730</c:v>
                </c:pt>
                <c:pt idx="1313">
                  <c:v>1730</c:v>
                </c:pt>
                <c:pt idx="1314">
                  <c:v>1730</c:v>
                </c:pt>
                <c:pt idx="1315">
                  <c:v>1730</c:v>
                </c:pt>
                <c:pt idx="1316">
                  <c:v>1730</c:v>
                </c:pt>
                <c:pt idx="1317">
                  <c:v>1740</c:v>
                </c:pt>
                <c:pt idx="1318">
                  <c:v>1740</c:v>
                </c:pt>
                <c:pt idx="1319">
                  <c:v>1740</c:v>
                </c:pt>
                <c:pt idx="1320">
                  <c:v>1740</c:v>
                </c:pt>
                <c:pt idx="1321">
                  <c:v>1740</c:v>
                </c:pt>
                <c:pt idx="1322">
                  <c:v>1740</c:v>
                </c:pt>
                <c:pt idx="1323">
                  <c:v>1740</c:v>
                </c:pt>
                <c:pt idx="1324">
                  <c:v>1740</c:v>
                </c:pt>
                <c:pt idx="1325">
                  <c:v>1740</c:v>
                </c:pt>
                <c:pt idx="1326">
                  <c:v>1740</c:v>
                </c:pt>
                <c:pt idx="1327">
                  <c:v>1740</c:v>
                </c:pt>
                <c:pt idx="1328">
                  <c:v>1740</c:v>
                </c:pt>
                <c:pt idx="1329">
                  <c:v>1740</c:v>
                </c:pt>
                <c:pt idx="1330">
                  <c:v>1740</c:v>
                </c:pt>
                <c:pt idx="1331">
                  <c:v>1740</c:v>
                </c:pt>
                <c:pt idx="1332">
                  <c:v>1740</c:v>
                </c:pt>
                <c:pt idx="1333">
                  <c:v>1740</c:v>
                </c:pt>
                <c:pt idx="1334">
                  <c:v>1740</c:v>
                </c:pt>
                <c:pt idx="1335">
                  <c:v>1740</c:v>
                </c:pt>
                <c:pt idx="1336">
                  <c:v>1740</c:v>
                </c:pt>
                <c:pt idx="1337">
                  <c:v>1740</c:v>
                </c:pt>
                <c:pt idx="1338">
                  <c:v>1750</c:v>
                </c:pt>
                <c:pt idx="1339">
                  <c:v>1750</c:v>
                </c:pt>
                <c:pt idx="1340">
                  <c:v>1750</c:v>
                </c:pt>
                <c:pt idx="1341">
                  <c:v>1750</c:v>
                </c:pt>
                <c:pt idx="1342">
                  <c:v>1750</c:v>
                </c:pt>
                <c:pt idx="1343">
                  <c:v>1750</c:v>
                </c:pt>
                <c:pt idx="1344">
                  <c:v>1750</c:v>
                </c:pt>
                <c:pt idx="1345">
                  <c:v>1750</c:v>
                </c:pt>
                <c:pt idx="1346">
                  <c:v>1750</c:v>
                </c:pt>
                <c:pt idx="1347">
                  <c:v>1750</c:v>
                </c:pt>
                <c:pt idx="1348">
                  <c:v>1750</c:v>
                </c:pt>
                <c:pt idx="1349">
                  <c:v>1750</c:v>
                </c:pt>
                <c:pt idx="1350">
                  <c:v>1750</c:v>
                </c:pt>
                <c:pt idx="1351">
                  <c:v>1750</c:v>
                </c:pt>
                <c:pt idx="1352">
                  <c:v>1750</c:v>
                </c:pt>
                <c:pt idx="1353">
                  <c:v>1750</c:v>
                </c:pt>
                <c:pt idx="1354">
                  <c:v>1750</c:v>
                </c:pt>
                <c:pt idx="1355">
                  <c:v>1750</c:v>
                </c:pt>
                <c:pt idx="1356">
                  <c:v>1750</c:v>
                </c:pt>
                <c:pt idx="1357">
                  <c:v>1750</c:v>
                </c:pt>
                <c:pt idx="1358">
                  <c:v>1760</c:v>
                </c:pt>
                <c:pt idx="1359">
                  <c:v>1760</c:v>
                </c:pt>
                <c:pt idx="1360">
                  <c:v>1760</c:v>
                </c:pt>
                <c:pt idx="1361">
                  <c:v>1760</c:v>
                </c:pt>
                <c:pt idx="1362">
                  <c:v>1760</c:v>
                </c:pt>
                <c:pt idx="1363">
                  <c:v>1760</c:v>
                </c:pt>
                <c:pt idx="1364">
                  <c:v>1760</c:v>
                </c:pt>
                <c:pt idx="1365">
                  <c:v>1760</c:v>
                </c:pt>
                <c:pt idx="1366">
                  <c:v>1760</c:v>
                </c:pt>
                <c:pt idx="1367">
                  <c:v>1760</c:v>
                </c:pt>
                <c:pt idx="1368">
                  <c:v>1760</c:v>
                </c:pt>
                <c:pt idx="1369">
                  <c:v>1760</c:v>
                </c:pt>
                <c:pt idx="1370">
                  <c:v>1760</c:v>
                </c:pt>
                <c:pt idx="1371">
                  <c:v>1760</c:v>
                </c:pt>
                <c:pt idx="1372">
                  <c:v>1760</c:v>
                </c:pt>
                <c:pt idx="1373">
                  <c:v>1760</c:v>
                </c:pt>
                <c:pt idx="1374">
                  <c:v>1760</c:v>
                </c:pt>
                <c:pt idx="1375">
                  <c:v>1760</c:v>
                </c:pt>
                <c:pt idx="1376">
                  <c:v>1760</c:v>
                </c:pt>
                <c:pt idx="1377">
                  <c:v>1760</c:v>
                </c:pt>
                <c:pt idx="1378">
                  <c:v>1760</c:v>
                </c:pt>
                <c:pt idx="1379">
                  <c:v>1770</c:v>
                </c:pt>
                <c:pt idx="1380">
                  <c:v>1770</c:v>
                </c:pt>
                <c:pt idx="1381">
                  <c:v>1770</c:v>
                </c:pt>
                <c:pt idx="1382">
                  <c:v>1770</c:v>
                </c:pt>
                <c:pt idx="1383">
                  <c:v>1770</c:v>
                </c:pt>
                <c:pt idx="1384">
                  <c:v>1770</c:v>
                </c:pt>
                <c:pt idx="1385">
                  <c:v>1770</c:v>
                </c:pt>
                <c:pt idx="1386">
                  <c:v>1770</c:v>
                </c:pt>
                <c:pt idx="1387">
                  <c:v>1770</c:v>
                </c:pt>
                <c:pt idx="1388">
                  <c:v>1770</c:v>
                </c:pt>
                <c:pt idx="1389">
                  <c:v>1770</c:v>
                </c:pt>
                <c:pt idx="1390">
                  <c:v>1770</c:v>
                </c:pt>
                <c:pt idx="1391">
                  <c:v>1770</c:v>
                </c:pt>
                <c:pt idx="1392">
                  <c:v>1770</c:v>
                </c:pt>
                <c:pt idx="1393">
                  <c:v>1770</c:v>
                </c:pt>
                <c:pt idx="1394">
                  <c:v>1770</c:v>
                </c:pt>
                <c:pt idx="1395">
                  <c:v>1770</c:v>
                </c:pt>
                <c:pt idx="1396">
                  <c:v>1770</c:v>
                </c:pt>
                <c:pt idx="1397">
                  <c:v>1770</c:v>
                </c:pt>
                <c:pt idx="1398">
                  <c:v>1770</c:v>
                </c:pt>
                <c:pt idx="1399">
                  <c:v>1770</c:v>
                </c:pt>
                <c:pt idx="1400">
                  <c:v>1780</c:v>
                </c:pt>
                <c:pt idx="1401">
                  <c:v>1780</c:v>
                </c:pt>
                <c:pt idx="1402">
                  <c:v>1780</c:v>
                </c:pt>
                <c:pt idx="1403">
                  <c:v>1780</c:v>
                </c:pt>
                <c:pt idx="1404">
                  <c:v>1780</c:v>
                </c:pt>
                <c:pt idx="1405">
                  <c:v>1780</c:v>
                </c:pt>
                <c:pt idx="1406">
                  <c:v>1780</c:v>
                </c:pt>
                <c:pt idx="1407">
                  <c:v>1780</c:v>
                </c:pt>
                <c:pt idx="1408">
                  <c:v>1780</c:v>
                </c:pt>
                <c:pt idx="1409">
                  <c:v>1780</c:v>
                </c:pt>
                <c:pt idx="1410">
                  <c:v>1780</c:v>
                </c:pt>
                <c:pt idx="1411">
                  <c:v>1780</c:v>
                </c:pt>
                <c:pt idx="1412">
                  <c:v>1780</c:v>
                </c:pt>
                <c:pt idx="1413">
                  <c:v>1780</c:v>
                </c:pt>
                <c:pt idx="1414">
                  <c:v>1780</c:v>
                </c:pt>
                <c:pt idx="1415">
                  <c:v>1780</c:v>
                </c:pt>
                <c:pt idx="1416">
                  <c:v>1780</c:v>
                </c:pt>
                <c:pt idx="1417">
                  <c:v>1780</c:v>
                </c:pt>
                <c:pt idx="1418">
                  <c:v>1780</c:v>
                </c:pt>
                <c:pt idx="1419">
                  <c:v>1780</c:v>
                </c:pt>
                <c:pt idx="1420">
                  <c:v>1790</c:v>
                </c:pt>
                <c:pt idx="1421">
                  <c:v>1790</c:v>
                </c:pt>
                <c:pt idx="1422">
                  <c:v>1790</c:v>
                </c:pt>
                <c:pt idx="1423">
                  <c:v>1790</c:v>
                </c:pt>
                <c:pt idx="1424">
                  <c:v>1790</c:v>
                </c:pt>
                <c:pt idx="1425">
                  <c:v>1790</c:v>
                </c:pt>
                <c:pt idx="1426">
                  <c:v>1790</c:v>
                </c:pt>
                <c:pt idx="1427">
                  <c:v>1790</c:v>
                </c:pt>
                <c:pt idx="1428">
                  <c:v>1790</c:v>
                </c:pt>
                <c:pt idx="1429">
                  <c:v>1790</c:v>
                </c:pt>
                <c:pt idx="1430">
                  <c:v>1790</c:v>
                </c:pt>
                <c:pt idx="1431">
                  <c:v>1790</c:v>
                </c:pt>
                <c:pt idx="1432">
                  <c:v>1790</c:v>
                </c:pt>
                <c:pt idx="1433">
                  <c:v>1790</c:v>
                </c:pt>
                <c:pt idx="1434">
                  <c:v>1790</c:v>
                </c:pt>
                <c:pt idx="1435">
                  <c:v>1790</c:v>
                </c:pt>
                <c:pt idx="1436">
                  <c:v>1790</c:v>
                </c:pt>
                <c:pt idx="1437">
                  <c:v>1790</c:v>
                </c:pt>
                <c:pt idx="1438">
                  <c:v>1790</c:v>
                </c:pt>
                <c:pt idx="1439">
                  <c:v>1790</c:v>
                </c:pt>
                <c:pt idx="1440">
                  <c:v>1790</c:v>
                </c:pt>
                <c:pt idx="1441">
                  <c:v>1800</c:v>
                </c:pt>
                <c:pt idx="1442">
                  <c:v>1800</c:v>
                </c:pt>
                <c:pt idx="1443">
                  <c:v>1800</c:v>
                </c:pt>
                <c:pt idx="1444">
                  <c:v>1800</c:v>
                </c:pt>
                <c:pt idx="1445">
                  <c:v>1800</c:v>
                </c:pt>
                <c:pt idx="1446">
                  <c:v>1800</c:v>
                </c:pt>
                <c:pt idx="1447">
                  <c:v>1800</c:v>
                </c:pt>
                <c:pt idx="1448">
                  <c:v>1800</c:v>
                </c:pt>
                <c:pt idx="1449">
                  <c:v>1800</c:v>
                </c:pt>
                <c:pt idx="1450">
                  <c:v>1800</c:v>
                </c:pt>
                <c:pt idx="1451">
                  <c:v>1800</c:v>
                </c:pt>
                <c:pt idx="1452">
                  <c:v>1800</c:v>
                </c:pt>
                <c:pt idx="1453">
                  <c:v>1800</c:v>
                </c:pt>
                <c:pt idx="1454">
                  <c:v>1800</c:v>
                </c:pt>
                <c:pt idx="1455">
                  <c:v>1800</c:v>
                </c:pt>
                <c:pt idx="1456">
                  <c:v>1800</c:v>
                </c:pt>
                <c:pt idx="1457">
                  <c:v>1800</c:v>
                </c:pt>
                <c:pt idx="1458">
                  <c:v>1800</c:v>
                </c:pt>
                <c:pt idx="1459">
                  <c:v>1800</c:v>
                </c:pt>
                <c:pt idx="1460">
                  <c:v>1800</c:v>
                </c:pt>
                <c:pt idx="1461">
                  <c:v>1800</c:v>
                </c:pt>
                <c:pt idx="1462">
                  <c:v>1810</c:v>
                </c:pt>
                <c:pt idx="1463">
                  <c:v>1810</c:v>
                </c:pt>
                <c:pt idx="1464">
                  <c:v>1810</c:v>
                </c:pt>
                <c:pt idx="1465">
                  <c:v>1810</c:v>
                </c:pt>
                <c:pt idx="1466">
                  <c:v>1810</c:v>
                </c:pt>
                <c:pt idx="1467">
                  <c:v>1810</c:v>
                </c:pt>
                <c:pt idx="1468">
                  <c:v>1810</c:v>
                </c:pt>
                <c:pt idx="1469">
                  <c:v>1810</c:v>
                </c:pt>
                <c:pt idx="1470">
                  <c:v>1810</c:v>
                </c:pt>
                <c:pt idx="1471">
                  <c:v>1810</c:v>
                </c:pt>
                <c:pt idx="1472">
                  <c:v>1810</c:v>
                </c:pt>
                <c:pt idx="1473">
                  <c:v>1810</c:v>
                </c:pt>
                <c:pt idx="1474">
                  <c:v>1810</c:v>
                </c:pt>
                <c:pt idx="1475">
                  <c:v>1810</c:v>
                </c:pt>
                <c:pt idx="1476">
                  <c:v>1810</c:v>
                </c:pt>
                <c:pt idx="1477">
                  <c:v>1810</c:v>
                </c:pt>
                <c:pt idx="1478">
                  <c:v>1810</c:v>
                </c:pt>
                <c:pt idx="1479">
                  <c:v>1810</c:v>
                </c:pt>
                <c:pt idx="1480">
                  <c:v>1810</c:v>
                </c:pt>
                <c:pt idx="1481">
                  <c:v>1810</c:v>
                </c:pt>
                <c:pt idx="1482">
                  <c:v>1810</c:v>
                </c:pt>
                <c:pt idx="1483">
                  <c:v>1820</c:v>
                </c:pt>
                <c:pt idx="1484">
                  <c:v>1820</c:v>
                </c:pt>
                <c:pt idx="1485">
                  <c:v>1820</c:v>
                </c:pt>
                <c:pt idx="1486">
                  <c:v>1820</c:v>
                </c:pt>
                <c:pt idx="1487">
                  <c:v>1820</c:v>
                </c:pt>
                <c:pt idx="1488">
                  <c:v>1820</c:v>
                </c:pt>
                <c:pt idx="1489">
                  <c:v>1820</c:v>
                </c:pt>
                <c:pt idx="1490">
                  <c:v>1820</c:v>
                </c:pt>
                <c:pt idx="1491">
                  <c:v>1820</c:v>
                </c:pt>
                <c:pt idx="1492">
                  <c:v>1820</c:v>
                </c:pt>
                <c:pt idx="1493">
                  <c:v>1820</c:v>
                </c:pt>
                <c:pt idx="1494">
                  <c:v>1820</c:v>
                </c:pt>
                <c:pt idx="1495">
                  <c:v>1820</c:v>
                </c:pt>
                <c:pt idx="1496">
                  <c:v>1820</c:v>
                </c:pt>
                <c:pt idx="1497">
                  <c:v>1820</c:v>
                </c:pt>
                <c:pt idx="1498">
                  <c:v>1820</c:v>
                </c:pt>
                <c:pt idx="1499">
                  <c:v>1820</c:v>
                </c:pt>
                <c:pt idx="1500">
                  <c:v>1820</c:v>
                </c:pt>
                <c:pt idx="1501">
                  <c:v>1820</c:v>
                </c:pt>
                <c:pt idx="1502">
                  <c:v>1820</c:v>
                </c:pt>
                <c:pt idx="1503">
                  <c:v>1830</c:v>
                </c:pt>
                <c:pt idx="1504">
                  <c:v>1830</c:v>
                </c:pt>
                <c:pt idx="1505">
                  <c:v>1830</c:v>
                </c:pt>
                <c:pt idx="1506">
                  <c:v>1830</c:v>
                </c:pt>
                <c:pt idx="1507">
                  <c:v>1830</c:v>
                </c:pt>
                <c:pt idx="1508">
                  <c:v>1830</c:v>
                </c:pt>
                <c:pt idx="1509">
                  <c:v>1830</c:v>
                </c:pt>
                <c:pt idx="1510">
                  <c:v>1830</c:v>
                </c:pt>
                <c:pt idx="1511">
                  <c:v>1830</c:v>
                </c:pt>
                <c:pt idx="1512">
                  <c:v>1830</c:v>
                </c:pt>
                <c:pt idx="1513">
                  <c:v>1830</c:v>
                </c:pt>
                <c:pt idx="1514">
                  <c:v>1830</c:v>
                </c:pt>
                <c:pt idx="1515">
                  <c:v>1830</c:v>
                </c:pt>
                <c:pt idx="1516">
                  <c:v>1830</c:v>
                </c:pt>
                <c:pt idx="1517">
                  <c:v>1830</c:v>
                </c:pt>
                <c:pt idx="1518">
                  <c:v>1830</c:v>
                </c:pt>
                <c:pt idx="1519">
                  <c:v>1830</c:v>
                </c:pt>
                <c:pt idx="1520">
                  <c:v>1830</c:v>
                </c:pt>
                <c:pt idx="1521">
                  <c:v>1830</c:v>
                </c:pt>
                <c:pt idx="1522">
                  <c:v>1830</c:v>
                </c:pt>
                <c:pt idx="1523">
                  <c:v>1830</c:v>
                </c:pt>
                <c:pt idx="1524">
                  <c:v>1840</c:v>
                </c:pt>
                <c:pt idx="1525">
                  <c:v>1840</c:v>
                </c:pt>
                <c:pt idx="1526">
                  <c:v>1840</c:v>
                </c:pt>
                <c:pt idx="1527">
                  <c:v>1840</c:v>
                </c:pt>
                <c:pt idx="1528">
                  <c:v>1840</c:v>
                </c:pt>
                <c:pt idx="1529">
                  <c:v>1840</c:v>
                </c:pt>
                <c:pt idx="1530">
                  <c:v>1840</c:v>
                </c:pt>
                <c:pt idx="1531">
                  <c:v>1840</c:v>
                </c:pt>
                <c:pt idx="1532">
                  <c:v>1840</c:v>
                </c:pt>
                <c:pt idx="1533">
                  <c:v>1840</c:v>
                </c:pt>
                <c:pt idx="1534">
                  <c:v>1840</c:v>
                </c:pt>
                <c:pt idx="1535">
                  <c:v>1840</c:v>
                </c:pt>
                <c:pt idx="1536">
                  <c:v>1840</c:v>
                </c:pt>
                <c:pt idx="1537">
                  <c:v>1840</c:v>
                </c:pt>
                <c:pt idx="1538">
                  <c:v>1840</c:v>
                </c:pt>
                <c:pt idx="1539">
                  <c:v>1840</c:v>
                </c:pt>
                <c:pt idx="1540">
                  <c:v>1840</c:v>
                </c:pt>
                <c:pt idx="1541">
                  <c:v>1840</c:v>
                </c:pt>
                <c:pt idx="1542">
                  <c:v>1840</c:v>
                </c:pt>
                <c:pt idx="1543">
                  <c:v>1840</c:v>
                </c:pt>
                <c:pt idx="1544">
                  <c:v>1840</c:v>
                </c:pt>
                <c:pt idx="1545">
                  <c:v>1850</c:v>
                </c:pt>
                <c:pt idx="1546">
                  <c:v>1850</c:v>
                </c:pt>
                <c:pt idx="1547">
                  <c:v>1850</c:v>
                </c:pt>
                <c:pt idx="1548">
                  <c:v>1850</c:v>
                </c:pt>
                <c:pt idx="1549">
                  <c:v>1850</c:v>
                </c:pt>
                <c:pt idx="1550">
                  <c:v>1850</c:v>
                </c:pt>
                <c:pt idx="1551">
                  <c:v>1850</c:v>
                </c:pt>
                <c:pt idx="1552">
                  <c:v>1850</c:v>
                </c:pt>
                <c:pt idx="1553">
                  <c:v>1850</c:v>
                </c:pt>
                <c:pt idx="1554">
                  <c:v>1850</c:v>
                </c:pt>
                <c:pt idx="1555">
                  <c:v>1850</c:v>
                </c:pt>
                <c:pt idx="1556">
                  <c:v>1850</c:v>
                </c:pt>
                <c:pt idx="1557">
                  <c:v>1850</c:v>
                </c:pt>
                <c:pt idx="1558">
                  <c:v>1850</c:v>
                </c:pt>
                <c:pt idx="1559">
                  <c:v>1850</c:v>
                </c:pt>
                <c:pt idx="1560">
                  <c:v>1850</c:v>
                </c:pt>
                <c:pt idx="1561">
                  <c:v>1850</c:v>
                </c:pt>
                <c:pt idx="1562">
                  <c:v>1850</c:v>
                </c:pt>
                <c:pt idx="1563">
                  <c:v>1850</c:v>
                </c:pt>
                <c:pt idx="1564">
                  <c:v>1850</c:v>
                </c:pt>
                <c:pt idx="1565">
                  <c:v>1850</c:v>
                </c:pt>
                <c:pt idx="1566">
                  <c:v>1860</c:v>
                </c:pt>
                <c:pt idx="1567">
                  <c:v>1860</c:v>
                </c:pt>
                <c:pt idx="1568">
                  <c:v>1860</c:v>
                </c:pt>
                <c:pt idx="1569">
                  <c:v>1860</c:v>
                </c:pt>
                <c:pt idx="1570">
                  <c:v>1860</c:v>
                </c:pt>
                <c:pt idx="1571">
                  <c:v>1860</c:v>
                </c:pt>
                <c:pt idx="1572">
                  <c:v>1860</c:v>
                </c:pt>
                <c:pt idx="1573">
                  <c:v>1860</c:v>
                </c:pt>
                <c:pt idx="1574">
                  <c:v>1860</c:v>
                </c:pt>
                <c:pt idx="1575">
                  <c:v>1860</c:v>
                </c:pt>
                <c:pt idx="1576">
                  <c:v>1860</c:v>
                </c:pt>
                <c:pt idx="1577">
                  <c:v>1860</c:v>
                </c:pt>
                <c:pt idx="1578">
                  <c:v>1860</c:v>
                </c:pt>
                <c:pt idx="1579">
                  <c:v>1860</c:v>
                </c:pt>
                <c:pt idx="1580">
                  <c:v>1860</c:v>
                </c:pt>
                <c:pt idx="1581">
                  <c:v>1860</c:v>
                </c:pt>
                <c:pt idx="1582">
                  <c:v>1860</c:v>
                </c:pt>
                <c:pt idx="1583">
                  <c:v>1860</c:v>
                </c:pt>
                <c:pt idx="1584">
                  <c:v>1860</c:v>
                </c:pt>
                <c:pt idx="1585">
                  <c:v>1860</c:v>
                </c:pt>
                <c:pt idx="1586">
                  <c:v>1870</c:v>
                </c:pt>
                <c:pt idx="1587">
                  <c:v>1870</c:v>
                </c:pt>
                <c:pt idx="1588">
                  <c:v>1870</c:v>
                </c:pt>
                <c:pt idx="1589">
                  <c:v>1870</c:v>
                </c:pt>
                <c:pt idx="1590">
                  <c:v>1870</c:v>
                </c:pt>
                <c:pt idx="1591">
                  <c:v>1870</c:v>
                </c:pt>
                <c:pt idx="1592">
                  <c:v>1870</c:v>
                </c:pt>
                <c:pt idx="1593">
                  <c:v>1870</c:v>
                </c:pt>
                <c:pt idx="1594">
                  <c:v>1870</c:v>
                </c:pt>
                <c:pt idx="1595">
                  <c:v>1870</c:v>
                </c:pt>
                <c:pt idx="1596">
                  <c:v>1870</c:v>
                </c:pt>
                <c:pt idx="1597">
                  <c:v>1870</c:v>
                </c:pt>
                <c:pt idx="1598">
                  <c:v>1870</c:v>
                </c:pt>
                <c:pt idx="1599">
                  <c:v>1870</c:v>
                </c:pt>
                <c:pt idx="1600">
                  <c:v>1870</c:v>
                </c:pt>
                <c:pt idx="1601">
                  <c:v>1870</c:v>
                </c:pt>
                <c:pt idx="1602">
                  <c:v>1870</c:v>
                </c:pt>
                <c:pt idx="1603">
                  <c:v>1870</c:v>
                </c:pt>
                <c:pt idx="1604">
                  <c:v>1870</c:v>
                </c:pt>
                <c:pt idx="1605">
                  <c:v>1870</c:v>
                </c:pt>
                <c:pt idx="1606">
                  <c:v>1870</c:v>
                </c:pt>
                <c:pt idx="1607">
                  <c:v>1880</c:v>
                </c:pt>
                <c:pt idx="1608">
                  <c:v>1880</c:v>
                </c:pt>
                <c:pt idx="1609">
                  <c:v>1880</c:v>
                </c:pt>
                <c:pt idx="1610">
                  <c:v>1880</c:v>
                </c:pt>
                <c:pt idx="1611">
                  <c:v>1880</c:v>
                </c:pt>
                <c:pt idx="1612">
                  <c:v>1880</c:v>
                </c:pt>
                <c:pt idx="1613">
                  <c:v>1880</c:v>
                </c:pt>
                <c:pt idx="1614">
                  <c:v>1880</c:v>
                </c:pt>
                <c:pt idx="1615">
                  <c:v>1880</c:v>
                </c:pt>
                <c:pt idx="1616">
                  <c:v>1880</c:v>
                </c:pt>
                <c:pt idx="1617">
                  <c:v>1880</c:v>
                </c:pt>
                <c:pt idx="1618">
                  <c:v>1880</c:v>
                </c:pt>
                <c:pt idx="1619">
                  <c:v>1880</c:v>
                </c:pt>
                <c:pt idx="1620">
                  <c:v>1880</c:v>
                </c:pt>
                <c:pt idx="1621">
                  <c:v>1880</c:v>
                </c:pt>
                <c:pt idx="1622">
                  <c:v>1880</c:v>
                </c:pt>
                <c:pt idx="1623">
                  <c:v>1880</c:v>
                </c:pt>
                <c:pt idx="1624">
                  <c:v>1880</c:v>
                </c:pt>
                <c:pt idx="1625">
                  <c:v>1880</c:v>
                </c:pt>
                <c:pt idx="1626">
                  <c:v>1880</c:v>
                </c:pt>
                <c:pt idx="1627">
                  <c:v>1880</c:v>
                </c:pt>
                <c:pt idx="1628">
                  <c:v>1890</c:v>
                </c:pt>
                <c:pt idx="1629">
                  <c:v>1890</c:v>
                </c:pt>
                <c:pt idx="1630">
                  <c:v>1890</c:v>
                </c:pt>
                <c:pt idx="1631">
                  <c:v>1890</c:v>
                </c:pt>
                <c:pt idx="1632">
                  <c:v>1890</c:v>
                </c:pt>
                <c:pt idx="1633">
                  <c:v>1890</c:v>
                </c:pt>
                <c:pt idx="1634">
                  <c:v>1890</c:v>
                </c:pt>
                <c:pt idx="1635">
                  <c:v>1890</c:v>
                </c:pt>
                <c:pt idx="1636">
                  <c:v>1890</c:v>
                </c:pt>
                <c:pt idx="1637">
                  <c:v>1890</c:v>
                </c:pt>
                <c:pt idx="1638">
                  <c:v>1890</c:v>
                </c:pt>
                <c:pt idx="1639">
                  <c:v>1890</c:v>
                </c:pt>
                <c:pt idx="1640">
                  <c:v>1890</c:v>
                </c:pt>
                <c:pt idx="1641">
                  <c:v>1890</c:v>
                </c:pt>
                <c:pt idx="1642">
                  <c:v>1890</c:v>
                </c:pt>
                <c:pt idx="1643">
                  <c:v>1890</c:v>
                </c:pt>
                <c:pt idx="1644">
                  <c:v>1890</c:v>
                </c:pt>
                <c:pt idx="1645">
                  <c:v>1890</c:v>
                </c:pt>
                <c:pt idx="1646">
                  <c:v>1890</c:v>
                </c:pt>
                <c:pt idx="1647">
                  <c:v>1890</c:v>
                </c:pt>
                <c:pt idx="1648">
                  <c:v>1890</c:v>
                </c:pt>
                <c:pt idx="1649">
                  <c:v>1900</c:v>
                </c:pt>
                <c:pt idx="1650">
                  <c:v>1900</c:v>
                </c:pt>
                <c:pt idx="1651">
                  <c:v>1900</c:v>
                </c:pt>
                <c:pt idx="1652">
                  <c:v>1900</c:v>
                </c:pt>
                <c:pt idx="1653">
                  <c:v>1900</c:v>
                </c:pt>
                <c:pt idx="1654">
                  <c:v>1900</c:v>
                </c:pt>
                <c:pt idx="1655">
                  <c:v>1900</c:v>
                </c:pt>
                <c:pt idx="1656">
                  <c:v>1900</c:v>
                </c:pt>
                <c:pt idx="1657">
                  <c:v>1900</c:v>
                </c:pt>
                <c:pt idx="1658">
                  <c:v>1900</c:v>
                </c:pt>
                <c:pt idx="1659">
                  <c:v>1900</c:v>
                </c:pt>
                <c:pt idx="1660">
                  <c:v>1900</c:v>
                </c:pt>
                <c:pt idx="1661">
                  <c:v>1900</c:v>
                </c:pt>
                <c:pt idx="1662">
                  <c:v>1900</c:v>
                </c:pt>
                <c:pt idx="1663">
                  <c:v>1900</c:v>
                </c:pt>
                <c:pt idx="1664">
                  <c:v>1900</c:v>
                </c:pt>
                <c:pt idx="1665">
                  <c:v>1900</c:v>
                </c:pt>
                <c:pt idx="1666">
                  <c:v>1900</c:v>
                </c:pt>
                <c:pt idx="1667">
                  <c:v>1900</c:v>
                </c:pt>
                <c:pt idx="1668">
                  <c:v>1900</c:v>
                </c:pt>
                <c:pt idx="1669">
                  <c:v>1910</c:v>
                </c:pt>
                <c:pt idx="1670">
                  <c:v>1910</c:v>
                </c:pt>
                <c:pt idx="1671">
                  <c:v>1910</c:v>
                </c:pt>
                <c:pt idx="1672">
                  <c:v>1910</c:v>
                </c:pt>
                <c:pt idx="1673">
                  <c:v>1910</c:v>
                </c:pt>
                <c:pt idx="1674">
                  <c:v>1910</c:v>
                </c:pt>
                <c:pt idx="1675">
                  <c:v>1910</c:v>
                </c:pt>
                <c:pt idx="1676">
                  <c:v>1910</c:v>
                </c:pt>
                <c:pt idx="1677">
                  <c:v>1910</c:v>
                </c:pt>
                <c:pt idx="1678">
                  <c:v>1910</c:v>
                </c:pt>
                <c:pt idx="1679">
                  <c:v>1910</c:v>
                </c:pt>
                <c:pt idx="1680">
                  <c:v>1910</c:v>
                </c:pt>
                <c:pt idx="1681">
                  <c:v>1910</c:v>
                </c:pt>
                <c:pt idx="1682">
                  <c:v>1910</c:v>
                </c:pt>
                <c:pt idx="1683">
                  <c:v>1910</c:v>
                </c:pt>
                <c:pt idx="1684">
                  <c:v>1910</c:v>
                </c:pt>
                <c:pt idx="1685">
                  <c:v>1910</c:v>
                </c:pt>
                <c:pt idx="1686">
                  <c:v>1910</c:v>
                </c:pt>
                <c:pt idx="1687">
                  <c:v>1910</c:v>
                </c:pt>
                <c:pt idx="1688">
                  <c:v>1910</c:v>
                </c:pt>
                <c:pt idx="1689">
                  <c:v>1910</c:v>
                </c:pt>
                <c:pt idx="1690">
                  <c:v>1920</c:v>
                </c:pt>
                <c:pt idx="1691">
                  <c:v>1920</c:v>
                </c:pt>
                <c:pt idx="1692">
                  <c:v>1920</c:v>
                </c:pt>
                <c:pt idx="1693">
                  <c:v>1920</c:v>
                </c:pt>
                <c:pt idx="1694">
                  <c:v>1920</c:v>
                </c:pt>
                <c:pt idx="1695">
                  <c:v>1920</c:v>
                </c:pt>
                <c:pt idx="1696">
                  <c:v>1920</c:v>
                </c:pt>
                <c:pt idx="1697">
                  <c:v>1920</c:v>
                </c:pt>
                <c:pt idx="1698">
                  <c:v>1920</c:v>
                </c:pt>
                <c:pt idx="1699">
                  <c:v>1920</c:v>
                </c:pt>
                <c:pt idx="1700">
                  <c:v>1920</c:v>
                </c:pt>
                <c:pt idx="1701">
                  <c:v>1920</c:v>
                </c:pt>
                <c:pt idx="1702">
                  <c:v>1920</c:v>
                </c:pt>
                <c:pt idx="1703">
                  <c:v>1920</c:v>
                </c:pt>
                <c:pt idx="1704">
                  <c:v>1920</c:v>
                </c:pt>
                <c:pt idx="1705">
                  <c:v>1920</c:v>
                </c:pt>
                <c:pt idx="1706">
                  <c:v>1920</c:v>
                </c:pt>
                <c:pt idx="1707">
                  <c:v>1920</c:v>
                </c:pt>
                <c:pt idx="1708">
                  <c:v>1920</c:v>
                </c:pt>
                <c:pt idx="1709">
                  <c:v>1920</c:v>
                </c:pt>
                <c:pt idx="1710">
                  <c:v>1920</c:v>
                </c:pt>
                <c:pt idx="1711">
                  <c:v>1930</c:v>
                </c:pt>
                <c:pt idx="1712">
                  <c:v>1930</c:v>
                </c:pt>
                <c:pt idx="1713">
                  <c:v>1930</c:v>
                </c:pt>
                <c:pt idx="1714">
                  <c:v>1930</c:v>
                </c:pt>
                <c:pt idx="1715">
                  <c:v>1930</c:v>
                </c:pt>
                <c:pt idx="1716">
                  <c:v>1930</c:v>
                </c:pt>
                <c:pt idx="1717">
                  <c:v>1930</c:v>
                </c:pt>
                <c:pt idx="1718">
                  <c:v>1930</c:v>
                </c:pt>
                <c:pt idx="1719">
                  <c:v>1930</c:v>
                </c:pt>
                <c:pt idx="1720">
                  <c:v>1930</c:v>
                </c:pt>
                <c:pt idx="1721">
                  <c:v>1930</c:v>
                </c:pt>
                <c:pt idx="1722">
                  <c:v>1930</c:v>
                </c:pt>
                <c:pt idx="1723">
                  <c:v>1930</c:v>
                </c:pt>
                <c:pt idx="1724">
                  <c:v>1930</c:v>
                </c:pt>
                <c:pt idx="1725">
                  <c:v>1930</c:v>
                </c:pt>
                <c:pt idx="1726">
                  <c:v>1930</c:v>
                </c:pt>
                <c:pt idx="1727">
                  <c:v>1930</c:v>
                </c:pt>
                <c:pt idx="1728">
                  <c:v>1930</c:v>
                </c:pt>
                <c:pt idx="1729">
                  <c:v>1930</c:v>
                </c:pt>
                <c:pt idx="1730">
                  <c:v>1930</c:v>
                </c:pt>
                <c:pt idx="1731">
                  <c:v>1930</c:v>
                </c:pt>
                <c:pt idx="1732">
                  <c:v>1940</c:v>
                </c:pt>
                <c:pt idx="1733">
                  <c:v>1940</c:v>
                </c:pt>
                <c:pt idx="1734">
                  <c:v>1940</c:v>
                </c:pt>
                <c:pt idx="1735">
                  <c:v>1940</c:v>
                </c:pt>
                <c:pt idx="1736">
                  <c:v>1940</c:v>
                </c:pt>
                <c:pt idx="1737">
                  <c:v>1940</c:v>
                </c:pt>
                <c:pt idx="1738">
                  <c:v>1940</c:v>
                </c:pt>
                <c:pt idx="1739">
                  <c:v>1940</c:v>
                </c:pt>
                <c:pt idx="1740">
                  <c:v>1940</c:v>
                </c:pt>
                <c:pt idx="1741">
                  <c:v>1940</c:v>
                </c:pt>
                <c:pt idx="1742">
                  <c:v>1940</c:v>
                </c:pt>
                <c:pt idx="1743">
                  <c:v>1940</c:v>
                </c:pt>
                <c:pt idx="1744">
                  <c:v>1940</c:v>
                </c:pt>
                <c:pt idx="1745">
                  <c:v>1940</c:v>
                </c:pt>
                <c:pt idx="1746">
                  <c:v>1940</c:v>
                </c:pt>
                <c:pt idx="1747">
                  <c:v>1940</c:v>
                </c:pt>
                <c:pt idx="1748">
                  <c:v>1940</c:v>
                </c:pt>
                <c:pt idx="1749">
                  <c:v>1940</c:v>
                </c:pt>
                <c:pt idx="1750">
                  <c:v>1940</c:v>
                </c:pt>
                <c:pt idx="1751">
                  <c:v>1940</c:v>
                </c:pt>
                <c:pt idx="1752">
                  <c:v>1950</c:v>
                </c:pt>
                <c:pt idx="1753">
                  <c:v>1950</c:v>
                </c:pt>
                <c:pt idx="1754">
                  <c:v>1950</c:v>
                </c:pt>
                <c:pt idx="1755">
                  <c:v>1950</c:v>
                </c:pt>
                <c:pt idx="1756">
                  <c:v>1950</c:v>
                </c:pt>
                <c:pt idx="1757">
                  <c:v>1950</c:v>
                </c:pt>
                <c:pt idx="1758">
                  <c:v>1950</c:v>
                </c:pt>
                <c:pt idx="1759">
                  <c:v>1950</c:v>
                </c:pt>
                <c:pt idx="1760">
                  <c:v>1950</c:v>
                </c:pt>
                <c:pt idx="1761">
                  <c:v>1950</c:v>
                </c:pt>
                <c:pt idx="1762">
                  <c:v>1950</c:v>
                </c:pt>
                <c:pt idx="1763">
                  <c:v>1950</c:v>
                </c:pt>
                <c:pt idx="1764">
                  <c:v>1950</c:v>
                </c:pt>
                <c:pt idx="1765">
                  <c:v>1950</c:v>
                </c:pt>
                <c:pt idx="1766">
                  <c:v>1950</c:v>
                </c:pt>
                <c:pt idx="1767">
                  <c:v>1950</c:v>
                </c:pt>
                <c:pt idx="1768">
                  <c:v>1950</c:v>
                </c:pt>
                <c:pt idx="1769">
                  <c:v>1950</c:v>
                </c:pt>
                <c:pt idx="1770">
                  <c:v>1950</c:v>
                </c:pt>
                <c:pt idx="1771">
                  <c:v>1950</c:v>
                </c:pt>
                <c:pt idx="1772">
                  <c:v>1950</c:v>
                </c:pt>
                <c:pt idx="1773">
                  <c:v>1960</c:v>
                </c:pt>
                <c:pt idx="1774">
                  <c:v>1960</c:v>
                </c:pt>
                <c:pt idx="1775">
                  <c:v>1960</c:v>
                </c:pt>
                <c:pt idx="1776">
                  <c:v>1960</c:v>
                </c:pt>
                <c:pt idx="1777">
                  <c:v>1960</c:v>
                </c:pt>
                <c:pt idx="1778">
                  <c:v>1960</c:v>
                </c:pt>
                <c:pt idx="1779">
                  <c:v>1960</c:v>
                </c:pt>
                <c:pt idx="1780">
                  <c:v>1960</c:v>
                </c:pt>
                <c:pt idx="1781">
                  <c:v>1960</c:v>
                </c:pt>
                <c:pt idx="1782">
                  <c:v>1960</c:v>
                </c:pt>
                <c:pt idx="1783">
                  <c:v>1960</c:v>
                </c:pt>
                <c:pt idx="1784">
                  <c:v>1960</c:v>
                </c:pt>
                <c:pt idx="1785">
                  <c:v>1960</c:v>
                </c:pt>
                <c:pt idx="1786">
                  <c:v>1960</c:v>
                </c:pt>
                <c:pt idx="1787">
                  <c:v>1960</c:v>
                </c:pt>
                <c:pt idx="1788">
                  <c:v>1960</c:v>
                </c:pt>
                <c:pt idx="1789">
                  <c:v>1960</c:v>
                </c:pt>
                <c:pt idx="1790">
                  <c:v>1960</c:v>
                </c:pt>
                <c:pt idx="1791">
                  <c:v>1960</c:v>
                </c:pt>
                <c:pt idx="1792">
                  <c:v>1960</c:v>
                </c:pt>
                <c:pt idx="1793">
                  <c:v>1960</c:v>
                </c:pt>
                <c:pt idx="1794">
                  <c:v>1970</c:v>
                </c:pt>
                <c:pt idx="1795">
                  <c:v>1970</c:v>
                </c:pt>
                <c:pt idx="1796">
                  <c:v>1970</c:v>
                </c:pt>
                <c:pt idx="1797">
                  <c:v>1970</c:v>
                </c:pt>
                <c:pt idx="1798">
                  <c:v>1970</c:v>
                </c:pt>
                <c:pt idx="1799">
                  <c:v>1970</c:v>
                </c:pt>
                <c:pt idx="1800">
                  <c:v>1970</c:v>
                </c:pt>
                <c:pt idx="1801">
                  <c:v>1970</c:v>
                </c:pt>
                <c:pt idx="1802">
                  <c:v>1970</c:v>
                </c:pt>
                <c:pt idx="1803">
                  <c:v>1970</c:v>
                </c:pt>
                <c:pt idx="1804">
                  <c:v>1970</c:v>
                </c:pt>
                <c:pt idx="1805">
                  <c:v>1970</c:v>
                </c:pt>
                <c:pt idx="1806">
                  <c:v>1970</c:v>
                </c:pt>
                <c:pt idx="1807">
                  <c:v>1970</c:v>
                </c:pt>
                <c:pt idx="1808">
                  <c:v>1970</c:v>
                </c:pt>
                <c:pt idx="1809">
                  <c:v>1970</c:v>
                </c:pt>
                <c:pt idx="1810">
                  <c:v>1970</c:v>
                </c:pt>
                <c:pt idx="1811">
                  <c:v>1970</c:v>
                </c:pt>
                <c:pt idx="1812">
                  <c:v>1970</c:v>
                </c:pt>
                <c:pt idx="1813">
                  <c:v>1970</c:v>
                </c:pt>
                <c:pt idx="1814">
                  <c:v>1970</c:v>
                </c:pt>
                <c:pt idx="1815">
                  <c:v>1980</c:v>
                </c:pt>
                <c:pt idx="1816">
                  <c:v>1980</c:v>
                </c:pt>
                <c:pt idx="1817">
                  <c:v>1980</c:v>
                </c:pt>
                <c:pt idx="1818">
                  <c:v>1980</c:v>
                </c:pt>
                <c:pt idx="1819">
                  <c:v>1980</c:v>
                </c:pt>
                <c:pt idx="1820">
                  <c:v>1980</c:v>
                </c:pt>
                <c:pt idx="1821">
                  <c:v>1980</c:v>
                </c:pt>
                <c:pt idx="1822">
                  <c:v>1980</c:v>
                </c:pt>
                <c:pt idx="1823">
                  <c:v>1980</c:v>
                </c:pt>
                <c:pt idx="1824">
                  <c:v>1980</c:v>
                </c:pt>
                <c:pt idx="1825">
                  <c:v>1980</c:v>
                </c:pt>
                <c:pt idx="1826">
                  <c:v>1980</c:v>
                </c:pt>
                <c:pt idx="1827">
                  <c:v>1980</c:v>
                </c:pt>
                <c:pt idx="1828">
                  <c:v>1980</c:v>
                </c:pt>
                <c:pt idx="1829">
                  <c:v>1980</c:v>
                </c:pt>
                <c:pt idx="1830">
                  <c:v>1980</c:v>
                </c:pt>
                <c:pt idx="1831">
                  <c:v>1980</c:v>
                </c:pt>
                <c:pt idx="1832">
                  <c:v>1980</c:v>
                </c:pt>
                <c:pt idx="1833">
                  <c:v>1980</c:v>
                </c:pt>
                <c:pt idx="1834">
                  <c:v>1980</c:v>
                </c:pt>
                <c:pt idx="1835">
                  <c:v>1990</c:v>
                </c:pt>
                <c:pt idx="1836">
                  <c:v>1990</c:v>
                </c:pt>
                <c:pt idx="1837">
                  <c:v>1990</c:v>
                </c:pt>
                <c:pt idx="1838">
                  <c:v>1990</c:v>
                </c:pt>
                <c:pt idx="1839">
                  <c:v>1990</c:v>
                </c:pt>
                <c:pt idx="1840">
                  <c:v>1990</c:v>
                </c:pt>
                <c:pt idx="1841">
                  <c:v>1990</c:v>
                </c:pt>
                <c:pt idx="1842">
                  <c:v>1990</c:v>
                </c:pt>
                <c:pt idx="1843">
                  <c:v>1990</c:v>
                </c:pt>
                <c:pt idx="1844">
                  <c:v>1990</c:v>
                </c:pt>
                <c:pt idx="1845">
                  <c:v>1990</c:v>
                </c:pt>
                <c:pt idx="1846">
                  <c:v>1990</c:v>
                </c:pt>
                <c:pt idx="1847">
                  <c:v>1990</c:v>
                </c:pt>
                <c:pt idx="1848">
                  <c:v>1990</c:v>
                </c:pt>
                <c:pt idx="1849">
                  <c:v>1990</c:v>
                </c:pt>
                <c:pt idx="1850">
                  <c:v>1990</c:v>
                </c:pt>
                <c:pt idx="1851">
                  <c:v>1990</c:v>
                </c:pt>
                <c:pt idx="1852">
                  <c:v>1990</c:v>
                </c:pt>
                <c:pt idx="1853">
                  <c:v>1990</c:v>
                </c:pt>
                <c:pt idx="1854">
                  <c:v>1990</c:v>
                </c:pt>
                <c:pt idx="1855">
                  <c:v>1990</c:v>
                </c:pt>
                <c:pt idx="1856">
                  <c:v>2000</c:v>
                </c:pt>
                <c:pt idx="1857">
                  <c:v>2000</c:v>
                </c:pt>
                <c:pt idx="1858">
                  <c:v>2000</c:v>
                </c:pt>
                <c:pt idx="1859">
                  <c:v>2000</c:v>
                </c:pt>
                <c:pt idx="1860">
                  <c:v>2000</c:v>
                </c:pt>
                <c:pt idx="1861">
                  <c:v>2000</c:v>
                </c:pt>
                <c:pt idx="1862">
                  <c:v>2000</c:v>
                </c:pt>
                <c:pt idx="1863">
                  <c:v>2000</c:v>
                </c:pt>
                <c:pt idx="1864">
                  <c:v>2000</c:v>
                </c:pt>
                <c:pt idx="1865">
                  <c:v>2000</c:v>
                </c:pt>
                <c:pt idx="1866">
                  <c:v>2000</c:v>
                </c:pt>
                <c:pt idx="1867">
                  <c:v>2000</c:v>
                </c:pt>
                <c:pt idx="1868">
                  <c:v>2000</c:v>
                </c:pt>
                <c:pt idx="1869">
                  <c:v>2000</c:v>
                </c:pt>
                <c:pt idx="1870">
                  <c:v>2000</c:v>
                </c:pt>
                <c:pt idx="1871">
                  <c:v>2000</c:v>
                </c:pt>
                <c:pt idx="1872">
                  <c:v>2000</c:v>
                </c:pt>
                <c:pt idx="1873">
                  <c:v>2000</c:v>
                </c:pt>
                <c:pt idx="1874">
                  <c:v>2000</c:v>
                </c:pt>
                <c:pt idx="1875">
                  <c:v>2000</c:v>
                </c:pt>
                <c:pt idx="1876">
                  <c:v>2000</c:v>
                </c:pt>
                <c:pt idx="1877">
                  <c:v>2010</c:v>
                </c:pt>
                <c:pt idx="1878">
                  <c:v>2010</c:v>
                </c:pt>
                <c:pt idx="1879">
                  <c:v>2010</c:v>
                </c:pt>
                <c:pt idx="1880">
                  <c:v>2010</c:v>
                </c:pt>
                <c:pt idx="1881">
                  <c:v>2010</c:v>
                </c:pt>
                <c:pt idx="1882">
                  <c:v>2010</c:v>
                </c:pt>
                <c:pt idx="1883">
                  <c:v>2010</c:v>
                </c:pt>
                <c:pt idx="1884">
                  <c:v>2010</c:v>
                </c:pt>
                <c:pt idx="1885">
                  <c:v>2010</c:v>
                </c:pt>
                <c:pt idx="1886">
                  <c:v>2010</c:v>
                </c:pt>
                <c:pt idx="1887">
                  <c:v>2010</c:v>
                </c:pt>
                <c:pt idx="1888">
                  <c:v>2010</c:v>
                </c:pt>
                <c:pt idx="1889">
                  <c:v>2010</c:v>
                </c:pt>
                <c:pt idx="1890">
                  <c:v>2010</c:v>
                </c:pt>
                <c:pt idx="1891">
                  <c:v>2010</c:v>
                </c:pt>
                <c:pt idx="1892">
                  <c:v>2010</c:v>
                </c:pt>
                <c:pt idx="1893">
                  <c:v>2010</c:v>
                </c:pt>
                <c:pt idx="1894">
                  <c:v>2010</c:v>
                </c:pt>
                <c:pt idx="1895">
                  <c:v>2010</c:v>
                </c:pt>
                <c:pt idx="1896">
                  <c:v>2010</c:v>
                </c:pt>
                <c:pt idx="1897">
                  <c:v>2010</c:v>
                </c:pt>
                <c:pt idx="1898">
                  <c:v>2020</c:v>
                </c:pt>
                <c:pt idx="1899">
                  <c:v>2020</c:v>
                </c:pt>
                <c:pt idx="1900">
                  <c:v>2020</c:v>
                </c:pt>
                <c:pt idx="1901">
                  <c:v>2020</c:v>
                </c:pt>
                <c:pt idx="1902">
                  <c:v>2020</c:v>
                </c:pt>
                <c:pt idx="1903">
                  <c:v>2020</c:v>
                </c:pt>
                <c:pt idx="1904">
                  <c:v>2020</c:v>
                </c:pt>
                <c:pt idx="1905">
                  <c:v>2020</c:v>
                </c:pt>
                <c:pt idx="1906">
                  <c:v>2020</c:v>
                </c:pt>
                <c:pt idx="1907">
                  <c:v>2020</c:v>
                </c:pt>
                <c:pt idx="1908">
                  <c:v>2020</c:v>
                </c:pt>
                <c:pt idx="1909">
                  <c:v>2020</c:v>
                </c:pt>
                <c:pt idx="1910">
                  <c:v>2020</c:v>
                </c:pt>
                <c:pt idx="1911">
                  <c:v>2020</c:v>
                </c:pt>
                <c:pt idx="1912">
                  <c:v>2020</c:v>
                </c:pt>
                <c:pt idx="1913">
                  <c:v>2020</c:v>
                </c:pt>
                <c:pt idx="1914">
                  <c:v>2020</c:v>
                </c:pt>
                <c:pt idx="1915">
                  <c:v>2020</c:v>
                </c:pt>
                <c:pt idx="1916">
                  <c:v>2020</c:v>
                </c:pt>
                <c:pt idx="1917">
                  <c:v>2020</c:v>
                </c:pt>
                <c:pt idx="1918">
                  <c:v>2030</c:v>
                </c:pt>
                <c:pt idx="1919">
                  <c:v>2030</c:v>
                </c:pt>
                <c:pt idx="1920">
                  <c:v>2030</c:v>
                </c:pt>
                <c:pt idx="1921">
                  <c:v>2030</c:v>
                </c:pt>
                <c:pt idx="1922">
                  <c:v>2030</c:v>
                </c:pt>
                <c:pt idx="1923">
                  <c:v>2030</c:v>
                </c:pt>
                <c:pt idx="1924">
                  <c:v>2030</c:v>
                </c:pt>
                <c:pt idx="1925">
                  <c:v>2030</c:v>
                </c:pt>
                <c:pt idx="1926">
                  <c:v>2030</c:v>
                </c:pt>
                <c:pt idx="1927">
                  <c:v>2030</c:v>
                </c:pt>
                <c:pt idx="1928">
                  <c:v>2030</c:v>
                </c:pt>
                <c:pt idx="1929">
                  <c:v>2030</c:v>
                </c:pt>
                <c:pt idx="1930">
                  <c:v>2030</c:v>
                </c:pt>
                <c:pt idx="1931">
                  <c:v>2030</c:v>
                </c:pt>
                <c:pt idx="1932">
                  <c:v>2030</c:v>
                </c:pt>
                <c:pt idx="1933">
                  <c:v>2030</c:v>
                </c:pt>
                <c:pt idx="1934">
                  <c:v>2030</c:v>
                </c:pt>
                <c:pt idx="1935">
                  <c:v>2030</c:v>
                </c:pt>
                <c:pt idx="1936">
                  <c:v>2030</c:v>
                </c:pt>
                <c:pt idx="1937">
                  <c:v>2030</c:v>
                </c:pt>
                <c:pt idx="1938">
                  <c:v>2030</c:v>
                </c:pt>
                <c:pt idx="1939">
                  <c:v>2040</c:v>
                </c:pt>
                <c:pt idx="1940">
                  <c:v>2040</c:v>
                </c:pt>
                <c:pt idx="1941">
                  <c:v>2040</c:v>
                </c:pt>
                <c:pt idx="1942">
                  <c:v>2040</c:v>
                </c:pt>
                <c:pt idx="1943">
                  <c:v>2040</c:v>
                </c:pt>
                <c:pt idx="1944">
                  <c:v>2040</c:v>
                </c:pt>
                <c:pt idx="1945">
                  <c:v>2040</c:v>
                </c:pt>
                <c:pt idx="1946">
                  <c:v>2040</c:v>
                </c:pt>
                <c:pt idx="1947">
                  <c:v>2040</c:v>
                </c:pt>
                <c:pt idx="1948">
                  <c:v>2040</c:v>
                </c:pt>
                <c:pt idx="1949">
                  <c:v>2040</c:v>
                </c:pt>
                <c:pt idx="1950">
                  <c:v>2040</c:v>
                </c:pt>
                <c:pt idx="1951">
                  <c:v>2040</c:v>
                </c:pt>
                <c:pt idx="1952">
                  <c:v>2040</c:v>
                </c:pt>
                <c:pt idx="1953">
                  <c:v>2040</c:v>
                </c:pt>
                <c:pt idx="1954">
                  <c:v>2040</c:v>
                </c:pt>
                <c:pt idx="1955">
                  <c:v>2040</c:v>
                </c:pt>
                <c:pt idx="1956">
                  <c:v>2040</c:v>
                </c:pt>
                <c:pt idx="1957">
                  <c:v>2040</c:v>
                </c:pt>
                <c:pt idx="1958">
                  <c:v>2040</c:v>
                </c:pt>
                <c:pt idx="1959">
                  <c:v>2040</c:v>
                </c:pt>
                <c:pt idx="1960">
                  <c:v>2050</c:v>
                </c:pt>
                <c:pt idx="1961">
                  <c:v>2050</c:v>
                </c:pt>
                <c:pt idx="1962">
                  <c:v>2050</c:v>
                </c:pt>
                <c:pt idx="1963">
                  <c:v>2050</c:v>
                </c:pt>
                <c:pt idx="1964">
                  <c:v>2050</c:v>
                </c:pt>
                <c:pt idx="1965">
                  <c:v>2050</c:v>
                </c:pt>
                <c:pt idx="1966">
                  <c:v>2050</c:v>
                </c:pt>
                <c:pt idx="1967">
                  <c:v>2050</c:v>
                </c:pt>
                <c:pt idx="1968">
                  <c:v>2050</c:v>
                </c:pt>
                <c:pt idx="1969">
                  <c:v>2050</c:v>
                </c:pt>
                <c:pt idx="1970">
                  <c:v>2050</c:v>
                </c:pt>
                <c:pt idx="1971">
                  <c:v>2050</c:v>
                </c:pt>
                <c:pt idx="1972">
                  <c:v>2050</c:v>
                </c:pt>
                <c:pt idx="1973">
                  <c:v>2050</c:v>
                </c:pt>
                <c:pt idx="1974">
                  <c:v>2050</c:v>
                </c:pt>
                <c:pt idx="1975">
                  <c:v>2050</c:v>
                </c:pt>
                <c:pt idx="1976">
                  <c:v>2050</c:v>
                </c:pt>
                <c:pt idx="1977">
                  <c:v>2050</c:v>
                </c:pt>
                <c:pt idx="1978">
                  <c:v>2050</c:v>
                </c:pt>
                <c:pt idx="1979">
                  <c:v>2050</c:v>
                </c:pt>
                <c:pt idx="1980">
                  <c:v>2050</c:v>
                </c:pt>
                <c:pt idx="1981">
                  <c:v>2060</c:v>
                </c:pt>
                <c:pt idx="1982">
                  <c:v>2060</c:v>
                </c:pt>
                <c:pt idx="1983">
                  <c:v>2060</c:v>
                </c:pt>
                <c:pt idx="1984">
                  <c:v>2060</c:v>
                </c:pt>
                <c:pt idx="1985">
                  <c:v>2060</c:v>
                </c:pt>
                <c:pt idx="1986">
                  <c:v>2060</c:v>
                </c:pt>
                <c:pt idx="1987">
                  <c:v>2060</c:v>
                </c:pt>
                <c:pt idx="1988">
                  <c:v>2060</c:v>
                </c:pt>
                <c:pt idx="1989">
                  <c:v>2060</c:v>
                </c:pt>
                <c:pt idx="1990">
                  <c:v>2060</c:v>
                </c:pt>
                <c:pt idx="1991">
                  <c:v>2060</c:v>
                </c:pt>
                <c:pt idx="1992">
                  <c:v>2060</c:v>
                </c:pt>
                <c:pt idx="1993">
                  <c:v>2060</c:v>
                </c:pt>
                <c:pt idx="1994">
                  <c:v>2060</c:v>
                </c:pt>
                <c:pt idx="1995">
                  <c:v>2060</c:v>
                </c:pt>
                <c:pt idx="1996">
                  <c:v>2060</c:v>
                </c:pt>
                <c:pt idx="1997">
                  <c:v>2060</c:v>
                </c:pt>
                <c:pt idx="1998">
                  <c:v>2060</c:v>
                </c:pt>
                <c:pt idx="1999">
                  <c:v>2060</c:v>
                </c:pt>
                <c:pt idx="2000">
                  <c:v>2060</c:v>
                </c:pt>
                <c:pt idx="2001">
                  <c:v>2070</c:v>
                </c:pt>
                <c:pt idx="2002">
                  <c:v>2070</c:v>
                </c:pt>
                <c:pt idx="2003">
                  <c:v>2070</c:v>
                </c:pt>
                <c:pt idx="2004">
                  <c:v>2070</c:v>
                </c:pt>
                <c:pt idx="2005">
                  <c:v>2070</c:v>
                </c:pt>
                <c:pt idx="2006">
                  <c:v>2070</c:v>
                </c:pt>
                <c:pt idx="2007">
                  <c:v>2070</c:v>
                </c:pt>
                <c:pt idx="2008">
                  <c:v>2070</c:v>
                </c:pt>
                <c:pt idx="2009">
                  <c:v>2070</c:v>
                </c:pt>
                <c:pt idx="2010">
                  <c:v>2070</c:v>
                </c:pt>
                <c:pt idx="2011">
                  <c:v>2070</c:v>
                </c:pt>
                <c:pt idx="2012">
                  <c:v>2070</c:v>
                </c:pt>
                <c:pt idx="2013">
                  <c:v>2070</c:v>
                </c:pt>
                <c:pt idx="2014">
                  <c:v>2070</c:v>
                </c:pt>
                <c:pt idx="2015">
                  <c:v>2070</c:v>
                </c:pt>
                <c:pt idx="2016">
                  <c:v>2070</c:v>
                </c:pt>
                <c:pt idx="2017">
                  <c:v>2070</c:v>
                </c:pt>
                <c:pt idx="2018">
                  <c:v>2070</c:v>
                </c:pt>
                <c:pt idx="2019">
                  <c:v>2070</c:v>
                </c:pt>
                <c:pt idx="2020">
                  <c:v>2070</c:v>
                </c:pt>
                <c:pt idx="2021">
                  <c:v>2070</c:v>
                </c:pt>
                <c:pt idx="2022">
                  <c:v>2080</c:v>
                </c:pt>
                <c:pt idx="2023">
                  <c:v>2080</c:v>
                </c:pt>
                <c:pt idx="2024">
                  <c:v>2080</c:v>
                </c:pt>
                <c:pt idx="2025">
                  <c:v>2080</c:v>
                </c:pt>
                <c:pt idx="2026">
                  <c:v>2080</c:v>
                </c:pt>
                <c:pt idx="2027">
                  <c:v>2080</c:v>
                </c:pt>
                <c:pt idx="2028">
                  <c:v>2080</c:v>
                </c:pt>
                <c:pt idx="2029">
                  <c:v>2080</c:v>
                </c:pt>
                <c:pt idx="2030">
                  <c:v>2080</c:v>
                </c:pt>
                <c:pt idx="2031">
                  <c:v>2080</c:v>
                </c:pt>
                <c:pt idx="2032">
                  <c:v>2080</c:v>
                </c:pt>
                <c:pt idx="2033">
                  <c:v>2080</c:v>
                </c:pt>
                <c:pt idx="2034">
                  <c:v>2080</c:v>
                </c:pt>
                <c:pt idx="2035">
                  <c:v>2080</c:v>
                </c:pt>
                <c:pt idx="2036">
                  <c:v>2080</c:v>
                </c:pt>
                <c:pt idx="2037">
                  <c:v>2080</c:v>
                </c:pt>
                <c:pt idx="2038">
                  <c:v>2080</c:v>
                </c:pt>
                <c:pt idx="2039">
                  <c:v>2080</c:v>
                </c:pt>
                <c:pt idx="2040">
                  <c:v>2080</c:v>
                </c:pt>
                <c:pt idx="2041">
                  <c:v>2080</c:v>
                </c:pt>
                <c:pt idx="2042">
                  <c:v>2080</c:v>
                </c:pt>
                <c:pt idx="2043">
                  <c:v>2090</c:v>
                </c:pt>
                <c:pt idx="2044">
                  <c:v>2090</c:v>
                </c:pt>
                <c:pt idx="2045">
                  <c:v>2090</c:v>
                </c:pt>
                <c:pt idx="2046">
                  <c:v>2090</c:v>
                </c:pt>
                <c:pt idx="2047">
                  <c:v>2090</c:v>
                </c:pt>
                <c:pt idx="2048">
                  <c:v>2090</c:v>
                </c:pt>
                <c:pt idx="2049">
                  <c:v>2090</c:v>
                </c:pt>
                <c:pt idx="2050">
                  <c:v>2090</c:v>
                </c:pt>
                <c:pt idx="2051">
                  <c:v>2090</c:v>
                </c:pt>
                <c:pt idx="2052">
                  <c:v>2090</c:v>
                </c:pt>
                <c:pt idx="2053">
                  <c:v>2090</c:v>
                </c:pt>
                <c:pt idx="2054">
                  <c:v>2090</c:v>
                </c:pt>
                <c:pt idx="2055">
                  <c:v>2090</c:v>
                </c:pt>
                <c:pt idx="2056">
                  <c:v>2090</c:v>
                </c:pt>
                <c:pt idx="2057">
                  <c:v>2090</c:v>
                </c:pt>
                <c:pt idx="2058">
                  <c:v>2090</c:v>
                </c:pt>
                <c:pt idx="2059">
                  <c:v>2090</c:v>
                </c:pt>
                <c:pt idx="2060">
                  <c:v>2090</c:v>
                </c:pt>
                <c:pt idx="2061">
                  <c:v>2090</c:v>
                </c:pt>
                <c:pt idx="2062">
                  <c:v>2090</c:v>
                </c:pt>
                <c:pt idx="2063">
                  <c:v>2100</c:v>
                </c:pt>
                <c:pt idx="2064">
                  <c:v>2100</c:v>
                </c:pt>
                <c:pt idx="2065">
                  <c:v>2100</c:v>
                </c:pt>
                <c:pt idx="2066">
                  <c:v>2100</c:v>
                </c:pt>
                <c:pt idx="2067">
                  <c:v>2100</c:v>
                </c:pt>
                <c:pt idx="2068">
                  <c:v>2100</c:v>
                </c:pt>
                <c:pt idx="2069">
                  <c:v>2100</c:v>
                </c:pt>
                <c:pt idx="2070">
                  <c:v>2100</c:v>
                </c:pt>
                <c:pt idx="2071">
                  <c:v>2100</c:v>
                </c:pt>
                <c:pt idx="2072">
                  <c:v>2100</c:v>
                </c:pt>
                <c:pt idx="2073">
                  <c:v>2100</c:v>
                </c:pt>
                <c:pt idx="2074">
                  <c:v>2100</c:v>
                </c:pt>
                <c:pt idx="2075">
                  <c:v>2100</c:v>
                </c:pt>
                <c:pt idx="2076">
                  <c:v>2100</c:v>
                </c:pt>
                <c:pt idx="2077">
                  <c:v>2100</c:v>
                </c:pt>
                <c:pt idx="2078">
                  <c:v>2100</c:v>
                </c:pt>
                <c:pt idx="2079">
                  <c:v>2100</c:v>
                </c:pt>
                <c:pt idx="2080">
                  <c:v>2100</c:v>
                </c:pt>
                <c:pt idx="2081">
                  <c:v>2100</c:v>
                </c:pt>
                <c:pt idx="2082">
                  <c:v>2100</c:v>
                </c:pt>
                <c:pt idx="2083">
                  <c:v>2100</c:v>
                </c:pt>
                <c:pt idx="2084">
                  <c:v>2110</c:v>
                </c:pt>
                <c:pt idx="2085">
                  <c:v>2110</c:v>
                </c:pt>
                <c:pt idx="2086">
                  <c:v>2110</c:v>
                </c:pt>
                <c:pt idx="2087">
                  <c:v>2110</c:v>
                </c:pt>
                <c:pt idx="2088">
                  <c:v>2110</c:v>
                </c:pt>
                <c:pt idx="2089">
                  <c:v>2110</c:v>
                </c:pt>
                <c:pt idx="2090">
                  <c:v>2110</c:v>
                </c:pt>
                <c:pt idx="2091">
                  <c:v>2110</c:v>
                </c:pt>
                <c:pt idx="2092">
                  <c:v>2110</c:v>
                </c:pt>
                <c:pt idx="2093">
                  <c:v>2110</c:v>
                </c:pt>
                <c:pt idx="2094">
                  <c:v>2110</c:v>
                </c:pt>
                <c:pt idx="2095">
                  <c:v>2110</c:v>
                </c:pt>
                <c:pt idx="2096">
                  <c:v>2110</c:v>
                </c:pt>
                <c:pt idx="2097">
                  <c:v>2110</c:v>
                </c:pt>
                <c:pt idx="2098">
                  <c:v>2110</c:v>
                </c:pt>
                <c:pt idx="2099">
                  <c:v>2110</c:v>
                </c:pt>
                <c:pt idx="2100">
                  <c:v>2110</c:v>
                </c:pt>
                <c:pt idx="2101">
                  <c:v>2110</c:v>
                </c:pt>
                <c:pt idx="2102">
                  <c:v>2110</c:v>
                </c:pt>
                <c:pt idx="2103">
                  <c:v>2110</c:v>
                </c:pt>
                <c:pt idx="2104">
                  <c:v>2110</c:v>
                </c:pt>
                <c:pt idx="2105">
                  <c:v>2120</c:v>
                </c:pt>
                <c:pt idx="2106">
                  <c:v>2120</c:v>
                </c:pt>
                <c:pt idx="2107">
                  <c:v>2120</c:v>
                </c:pt>
                <c:pt idx="2108">
                  <c:v>2120</c:v>
                </c:pt>
                <c:pt idx="2109">
                  <c:v>2120</c:v>
                </c:pt>
                <c:pt idx="2110">
                  <c:v>2120</c:v>
                </c:pt>
                <c:pt idx="2111">
                  <c:v>2120</c:v>
                </c:pt>
                <c:pt idx="2112">
                  <c:v>2120</c:v>
                </c:pt>
                <c:pt idx="2113">
                  <c:v>2120</c:v>
                </c:pt>
                <c:pt idx="2114">
                  <c:v>2120</c:v>
                </c:pt>
                <c:pt idx="2115">
                  <c:v>2120</c:v>
                </c:pt>
                <c:pt idx="2116">
                  <c:v>2120</c:v>
                </c:pt>
                <c:pt idx="2117">
                  <c:v>2120</c:v>
                </c:pt>
                <c:pt idx="2118">
                  <c:v>2120</c:v>
                </c:pt>
                <c:pt idx="2119">
                  <c:v>2120</c:v>
                </c:pt>
                <c:pt idx="2120">
                  <c:v>2120</c:v>
                </c:pt>
                <c:pt idx="2121">
                  <c:v>2120</c:v>
                </c:pt>
                <c:pt idx="2122">
                  <c:v>2120</c:v>
                </c:pt>
                <c:pt idx="2123">
                  <c:v>2120</c:v>
                </c:pt>
                <c:pt idx="2124">
                  <c:v>2120</c:v>
                </c:pt>
                <c:pt idx="2125">
                  <c:v>2120</c:v>
                </c:pt>
                <c:pt idx="2126">
                  <c:v>2130</c:v>
                </c:pt>
                <c:pt idx="2127">
                  <c:v>2130</c:v>
                </c:pt>
                <c:pt idx="2128">
                  <c:v>2130</c:v>
                </c:pt>
                <c:pt idx="2129">
                  <c:v>2130</c:v>
                </c:pt>
                <c:pt idx="2130">
                  <c:v>2130</c:v>
                </c:pt>
                <c:pt idx="2131">
                  <c:v>2130</c:v>
                </c:pt>
                <c:pt idx="2132">
                  <c:v>2130</c:v>
                </c:pt>
                <c:pt idx="2133">
                  <c:v>2130</c:v>
                </c:pt>
                <c:pt idx="2134">
                  <c:v>2130</c:v>
                </c:pt>
                <c:pt idx="2135">
                  <c:v>2130</c:v>
                </c:pt>
                <c:pt idx="2136">
                  <c:v>2130</c:v>
                </c:pt>
                <c:pt idx="2137">
                  <c:v>2130</c:v>
                </c:pt>
                <c:pt idx="2138">
                  <c:v>2130</c:v>
                </c:pt>
                <c:pt idx="2139">
                  <c:v>2130</c:v>
                </c:pt>
                <c:pt idx="2140">
                  <c:v>2130</c:v>
                </c:pt>
                <c:pt idx="2141">
                  <c:v>2130</c:v>
                </c:pt>
                <c:pt idx="2142">
                  <c:v>2130</c:v>
                </c:pt>
                <c:pt idx="2143">
                  <c:v>2130</c:v>
                </c:pt>
                <c:pt idx="2144">
                  <c:v>2130</c:v>
                </c:pt>
                <c:pt idx="2145">
                  <c:v>2130</c:v>
                </c:pt>
                <c:pt idx="2146">
                  <c:v>2140</c:v>
                </c:pt>
                <c:pt idx="2147">
                  <c:v>2140</c:v>
                </c:pt>
                <c:pt idx="2148">
                  <c:v>2140</c:v>
                </c:pt>
                <c:pt idx="2149">
                  <c:v>2140</c:v>
                </c:pt>
                <c:pt idx="2150">
                  <c:v>2140</c:v>
                </c:pt>
                <c:pt idx="2151">
                  <c:v>2140</c:v>
                </c:pt>
                <c:pt idx="2152">
                  <c:v>2140</c:v>
                </c:pt>
                <c:pt idx="2153">
                  <c:v>2140</c:v>
                </c:pt>
                <c:pt idx="2154">
                  <c:v>2140</c:v>
                </c:pt>
                <c:pt idx="2155">
                  <c:v>2140</c:v>
                </c:pt>
                <c:pt idx="2156">
                  <c:v>2140</c:v>
                </c:pt>
                <c:pt idx="2157">
                  <c:v>2140</c:v>
                </c:pt>
                <c:pt idx="2158">
                  <c:v>2140</c:v>
                </c:pt>
                <c:pt idx="2159">
                  <c:v>2140</c:v>
                </c:pt>
                <c:pt idx="2160">
                  <c:v>2140</c:v>
                </c:pt>
                <c:pt idx="2161">
                  <c:v>2140</c:v>
                </c:pt>
                <c:pt idx="2162">
                  <c:v>2140</c:v>
                </c:pt>
                <c:pt idx="2163">
                  <c:v>2140</c:v>
                </c:pt>
                <c:pt idx="2164">
                  <c:v>2140</c:v>
                </c:pt>
                <c:pt idx="2165">
                  <c:v>2140</c:v>
                </c:pt>
                <c:pt idx="2166">
                  <c:v>2140</c:v>
                </c:pt>
                <c:pt idx="2167">
                  <c:v>2150</c:v>
                </c:pt>
                <c:pt idx="2168">
                  <c:v>2150</c:v>
                </c:pt>
                <c:pt idx="2169">
                  <c:v>2150</c:v>
                </c:pt>
                <c:pt idx="2170">
                  <c:v>2150</c:v>
                </c:pt>
                <c:pt idx="2171">
                  <c:v>2150</c:v>
                </c:pt>
                <c:pt idx="2172">
                  <c:v>2150</c:v>
                </c:pt>
                <c:pt idx="2173">
                  <c:v>2150</c:v>
                </c:pt>
                <c:pt idx="2174">
                  <c:v>2150</c:v>
                </c:pt>
                <c:pt idx="2175">
                  <c:v>2150</c:v>
                </c:pt>
                <c:pt idx="2176">
                  <c:v>2150</c:v>
                </c:pt>
                <c:pt idx="2177">
                  <c:v>2150</c:v>
                </c:pt>
                <c:pt idx="2178">
                  <c:v>2150</c:v>
                </c:pt>
                <c:pt idx="2179">
                  <c:v>2150</c:v>
                </c:pt>
                <c:pt idx="2180">
                  <c:v>2150</c:v>
                </c:pt>
                <c:pt idx="2181">
                  <c:v>2150</c:v>
                </c:pt>
                <c:pt idx="2182">
                  <c:v>2150</c:v>
                </c:pt>
                <c:pt idx="2183">
                  <c:v>2150</c:v>
                </c:pt>
                <c:pt idx="2184">
                  <c:v>2150</c:v>
                </c:pt>
                <c:pt idx="2185">
                  <c:v>2150</c:v>
                </c:pt>
                <c:pt idx="2186">
                  <c:v>2150</c:v>
                </c:pt>
                <c:pt idx="2187">
                  <c:v>2150</c:v>
                </c:pt>
                <c:pt idx="2188">
                  <c:v>2160</c:v>
                </c:pt>
                <c:pt idx="2189">
                  <c:v>2160</c:v>
                </c:pt>
                <c:pt idx="2190">
                  <c:v>2160</c:v>
                </c:pt>
                <c:pt idx="2191">
                  <c:v>2160</c:v>
                </c:pt>
                <c:pt idx="2192">
                  <c:v>2160</c:v>
                </c:pt>
                <c:pt idx="2193">
                  <c:v>2160</c:v>
                </c:pt>
                <c:pt idx="2194">
                  <c:v>2160</c:v>
                </c:pt>
                <c:pt idx="2195">
                  <c:v>2160</c:v>
                </c:pt>
                <c:pt idx="2196">
                  <c:v>2160</c:v>
                </c:pt>
                <c:pt idx="2197">
                  <c:v>2160</c:v>
                </c:pt>
                <c:pt idx="2198">
                  <c:v>2160</c:v>
                </c:pt>
                <c:pt idx="2199">
                  <c:v>2160</c:v>
                </c:pt>
                <c:pt idx="2200">
                  <c:v>2160</c:v>
                </c:pt>
                <c:pt idx="2201">
                  <c:v>2160</c:v>
                </c:pt>
                <c:pt idx="2202">
                  <c:v>2160</c:v>
                </c:pt>
                <c:pt idx="2203">
                  <c:v>2160</c:v>
                </c:pt>
                <c:pt idx="2204">
                  <c:v>2160</c:v>
                </c:pt>
                <c:pt idx="2205">
                  <c:v>2160</c:v>
                </c:pt>
                <c:pt idx="2206">
                  <c:v>2160</c:v>
                </c:pt>
                <c:pt idx="2207">
                  <c:v>2160</c:v>
                </c:pt>
                <c:pt idx="2208">
                  <c:v>2160</c:v>
                </c:pt>
                <c:pt idx="2209">
                  <c:v>2170</c:v>
                </c:pt>
                <c:pt idx="2210">
                  <c:v>2170</c:v>
                </c:pt>
                <c:pt idx="2211">
                  <c:v>2170</c:v>
                </c:pt>
                <c:pt idx="2212">
                  <c:v>2170</c:v>
                </c:pt>
                <c:pt idx="2213">
                  <c:v>2170</c:v>
                </c:pt>
                <c:pt idx="2214">
                  <c:v>2170</c:v>
                </c:pt>
                <c:pt idx="2215">
                  <c:v>2170</c:v>
                </c:pt>
                <c:pt idx="2216">
                  <c:v>2170</c:v>
                </c:pt>
                <c:pt idx="2217">
                  <c:v>2170</c:v>
                </c:pt>
                <c:pt idx="2218">
                  <c:v>2170</c:v>
                </c:pt>
                <c:pt idx="2219">
                  <c:v>2170</c:v>
                </c:pt>
                <c:pt idx="2220">
                  <c:v>2170</c:v>
                </c:pt>
                <c:pt idx="2221">
                  <c:v>2170</c:v>
                </c:pt>
                <c:pt idx="2222">
                  <c:v>2170</c:v>
                </c:pt>
                <c:pt idx="2223">
                  <c:v>2170</c:v>
                </c:pt>
                <c:pt idx="2224">
                  <c:v>2170</c:v>
                </c:pt>
                <c:pt idx="2225">
                  <c:v>2170</c:v>
                </c:pt>
                <c:pt idx="2226">
                  <c:v>2170</c:v>
                </c:pt>
                <c:pt idx="2227">
                  <c:v>2170</c:v>
                </c:pt>
                <c:pt idx="2228">
                  <c:v>2170</c:v>
                </c:pt>
                <c:pt idx="2229">
                  <c:v>2180</c:v>
                </c:pt>
                <c:pt idx="2230">
                  <c:v>2180</c:v>
                </c:pt>
                <c:pt idx="2231">
                  <c:v>2180</c:v>
                </c:pt>
                <c:pt idx="2232">
                  <c:v>2180</c:v>
                </c:pt>
                <c:pt idx="2233">
                  <c:v>2180</c:v>
                </c:pt>
                <c:pt idx="2234">
                  <c:v>2180</c:v>
                </c:pt>
                <c:pt idx="2235">
                  <c:v>2180</c:v>
                </c:pt>
                <c:pt idx="2236">
                  <c:v>2180</c:v>
                </c:pt>
                <c:pt idx="2237">
                  <c:v>2180</c:v>
                </c:pt>
                <c:pt idx="2238">
                  <c:v>2180</c:v>
                </c:pt>
                <c:pt idx="2239">
                  <c:v>2180</c:v>
                </c:pt>
                <c:pt idx="2240">
                  <c:v>2180</c:v>
                </c:pt>
                <c:pt idx="2241">
                  <c:v>2180</c:v>
                </c:pt>
                <c:pt idx="2242">
                  <c:v>2180</c:v>
                </c:pt>
                <c:pt idx="2243">
                  <c:v>2180</c:v>
                </c:pt>
                <c:pt idx="2244">
                  <c:v>2180</c:v>
                </c:pt>
                <c:pt idx="2245">
                  <c:v>2180</c:v>
                </c:pt>
                <c:pt idx="2246">
                  <c:v>2180</c:v>
                </c:pt>
                <c:pt idx="2247">
                  <c:v>2180</c:v>
                </c:pt>
                <c:pt idx="2248">
                  <c:v>2180</c:v>
                </c:pt>
                <c:pt idx="2249">
                  <c:v>2180</c:v>
                </c:pt>
                <c:pt idx="2250">
                  <c:v>2190</c:v>
                </c:pt>
                <c:pt idx="2251">
                  <c:v>2190</c:v>
                </c:pt>
                <c:pt idx="2252">
                  <c:v>2190</c:v>
                </c:pt>
                <c:pt idx="2253">
                  <c:v>2190</c:v>
                </c:pt>
                <c:pt idx="2254">
                  <c:v>2190</c:v>
                </c:pt>
                <c:pt idx="2255">
                  <c:v>2190</c:v>
                </c:pt>
                <c:pt idx="2256">
                  <c:v>2190</c:v>
                </c:pt>
                <c:pt idx="2257">
                  <c:v>2190</c:v>
                </c:pt>
                <c:pt idx="2258">
                  <c:v>2190</c:v>
                </c:pt>
                <c:pt idx="2259">
                  <c:v>2190</c:v>
                </c:pt>
                <c:pt idx="2260">
                  <c:v>2190</c:v>
                </c:pt>
                <c:pt idx="2261">
                  <c:v>2190</c:v>
                </c:pt>
                <c:pt idx="2262">
                  <c:v>2190</c:v>
                </c:pt>
                <c:pt idx="2263">
                  <c:v>2190</c:v>
                </c:pt>
                <c:pt idx="2264">
                  <c:v>2190</c:v>
                </c:pt>
                <c:pt idx="2265">
                  <c:v>2190</c:v>
                </c:pt>
                <c:pt idx="2266">
                  <c:v>2190</c:v>
                </c:pt>
                <c:pt idx="2267">
                  <c:v>2190</c:v>
                </c:pt>
                <c:pt idx="2268">
                  <c:v>2190</c:v>
                </c:pt>
                <c:pt idx="2269">
                  <c:v>2190</c:v>
                </c:pt>
                <c:pt idx="2270">
                  <c:v>2190</c:v>
                </c:pt>
                <c:pt idx="2271">
                  <c:v>2200</c:v>
                </c:pt>
                <c:pt idx="2272">
                  <c:v>2200</c:v>
                </c:pt>
                <c:pt idx="2273">
                  <c:v>2200</c:v>
                </c:pt>
                <c:pt idx="2274">
                  <c:v>2200</c:v>
                </c:pt>
                <c:pt idx="2275">
                  <c:v>2200</c:v>
                </c:pt>
                <c:pt idx="2276">
                  <c:v>2200</c:v>
                </c:pt>
                <c:pt idx="2277">
                  <c:v>2200</c:v>
                </c:pt>
                <c:pt idx="2278">
                  <c:v>2200</c:v>
                </c:pt>
                <c:pt idx="2279">
                  <c:v>2200</c:v>
                </c:pt>
                <c:pt idx="2280">
                  <c:v>2200</c:v>
                </c:pt>
                <c:pt idx="2281">
                  <c:v>2200</c:v>
                </c:pt>
                <c:pt idx="2282">
                  <c:v>2200</c:v>
                </c:pt>
                <c:pt idx="2283">
                  <c:v>2200</c:v>
                </c:pt>
                <c:pt idx="2284">
                  <c:v>2200</c:v>
                </c:pt>
                <c:pt idx="2285">
                  <c:v>2200</c:v>
                </c:pt>
                <c:pt idx="2286">
                  <c:v>2200</c:v>
                </c:pt>
                <c:pt idx="2287">
                  <c:v>2200</c:v>
                </c:pt>
                <c:pt idx="2288">
                  <c:v>2200</c:v>
                </c:pt>
                <c:pt idx="2289">
                  <c:v>2200</c:v>
                </c:pt>
                <c:pt idx="2290">
                  <c:v>2200</c:v>
                </c:pt>
                <c:pt idx="2291">
                  <c:v>2200</c:v>
                </c:pt>
                <c:pt idx="2292">
                  <c:v>2210</c:v>
                </c:pt>
                <c:pt idx="2293">
                  <c:v>2210</c:v>
                </c:pt>
                <c:pt idx="2294">
                  <c:v>2210</c:v>
                </c:pt>
                <c:pt idx="2295">
                  <c:v>2210</c:v>
                </c:pt>
                <c:pt idx="2296">
                  <c:v>2210</c:v>
                </c:pt>
                <c:pt idx="2297">
                  <c:v>2210</c:v>
                </c:pt>
                <c:pt idx="2298">
                  <c:v>2210</c:v>
                </c:pt>
                <c:pt idx="2299">
                  <c:v>2210</c:v>
                </c:pt>
                <c:pt idx="2300">
                  <c:v>2210</c:v>
                </c:pt>
                <c:pt idx="2301">
                  <c:v>2210</c:v>
                </c:pt>
                <c:pt idx="2302">
                  <c:v>2210</c:v>
                </c:pt>
                <c:pt idx="2303">
                  <c:v>2210</c:v>
                </c:pt>
                <c:pt idx="2304">
                  <c:v>2210</c:v>
                </c:pt>
                <c:pt idx="2305">
                  <c:v>2210</c:v>
                </c:pt>
                <c:pt idx="2306">
                  <c:v>2210</c:v>
                </c:pt>
                <c:pt idx="2307">
                  <c:v>2210</c:v>
                </c:pt>
                <c:pt idx="2308">
                  <c:v>2210</c:v>
                </c:pt>
                <c:pt idx="2309">
                  <c:v>2210</c:v>
                </c:pt>
                <c:pt idx="2310">
                  <c:v>2210</c:v>
                </c:pt>
                <c:pt idx="2311">
                  <c:v>2210</c:v>
                </c:pt>
                <c:pt idx="2312">
                  <c:v>2220</c:v>
                </c:pt>
                <c:pt idx="2313">
                  <c:v>2220</c:v>
                </c:pt>
                <c:pt idx="2314">
                  <c:v>2220</c:v>
                </c:pt>
                <c:pt idx="2315">
                  <c:v>2220</c:v>
                </c:pt>
                <c:pt idx="2316">
                  <c:v>2220</c:v>
                </c:pt>
                <c:pt idx="2317">
                  <c:v>2220</c:v>
                </c:pt>
                <c:pt idx="2318">
                  <c:v>2220</c:v>
                </c:pt>
                <c:pt idx="2319">
                  <c:v>2220</c:v>
                </c:pt>
                <c:pt idx="2320">
                  <c:v>2220</c:v>
                </c:pt>
                <c:pt idx="2321">
                  <c:v>2220</c:v>
                </c:pt>
                <c:pt idx="2322">
                  <c:v>2220</c:v>
                </c:pt>
                <c:pt idx="2323">
                  <c:v>2220</c:v>
                </c:pt>
                <c:pt idx="2324">
                  <c:v>2220</c:v>
                </c:pt>
                <c:pt idx="2325">
                  <c:v>2220</c:v>
                </c:pt>
                <c:pt idx="2326">
                  <c:v>2220</c:v>
                </c:pt>
                <c:pt idx="2327">
                  <c:v>2220</c:v>
                </c:pt>
                <c:pt idx="2328">
                  <c:v>2220</c:v>
                </c:pt>
                <c:pt idx="2329">
                  <c:v>2220</c:v>
                </c:pt>
                <c:pt idx="2330">
                  <c:v>2220</c:v>
                </c:pt>
                <c:pt idx="2331">
                  <c:v>2220</c:v>
                </c:pt>
                <c:pt idx="2332">
                  <c:v>2220</c:v>
                </c:pt>
                <c:pt idx="2333">
                  <c:v>2230</c:v>
                </c:pt>
                <c:pt idx="2334">
                  <c:v>2230</c:v>
                </c:pt>
                <c:pt idx="2335">
                  <c:v>2230</c:v>
                </c:pt>
                <c:pt idx="2336">
                  <c:v>2230</c:v>
                </c:pt>
                <c:pt idx="2337">
                  <c:v>2230</c:v>
                </c:pt>
                <c:pt idx="2338">
                  <c:v>2230</c:v>
                </c:pt>
                <c:pt idx="2339">
                  <c:v>2230</c:v>
                </c:pt>
                <c:pt idx="2340">
                  <c:v>2230</c:v>
                </c:pt>
                <c:pt idx="2341">
                  <c:v>2230</c:v>
                </c:pt>
                <c:pt idx="2342">
                  <c:v>2230</c:v>
                </c:pt>
                <c:pt idx="2343">
                  <c:v>2230</c:v>
                </c:pt>
                <c:pt idx="2344">
                  <c:v>2230</c:v>
                </c:pt>
                <c:pt idx="2345">
                  <c:v>2230</c:v>
                </c:pt>
                <c:pt idx="2346">
                  <c:v>2230</c:v>
                </c:pt>
                <c:pt idx="2347">
                  <c:v>2230</c:v>
                </c:pt>
                <c:pt idx="2348">
                  <c:v>2230</c:v>
                </c:pt>
                <c:pt idx="2349">
                  <c:v>2230</c:v>
                </c:pt>
                <c:pt idx="2350">
                  <c:v>2230</c:v>
                </c:pt>
                <c:pt idx="2351">
                  <c:v>2230</c:v>
                </c:pt>
                <c:pt idx="2352">
                  <c:v>2230</c:v>
                </c:pt>
                <c:pt idx="2353">
                  <c:v>2230</c:v>
                </c:pt>
                <c:pt idx="2354">
                  <c:v>2240</c:v>
                </c:pt>
                <c:pt idx="2355">
                  <c:v>2240</c:v>
                </c:pt>
                <c:pt idx="2356">
                  <c:v>2240</c:v>
                </c:pt>
                <c:pt idx="2357">
                  <c:v>2240</c:v>
                </c:pt>
                <c:pt idx="2358">
                  <c:v>2240</c:v>
                </c:pt>
                <c:pt idx="2359">
                  <c:v>2240</c:v>
                </c:pt>
                <c:pt idx="2360">
                  <c:v>2240</c:v>
                </c:pt>
                <c:pt idx="2361">
                  <c:v>2240</c:v>
                </c:pt>
                <c:pt idx="2362">
                  <c:v>2240</c:v>
                </c:pt>
                <c:pt idx="2363">
                  <c:v>2240</c:v>
                </c:pt>
                <c:pt idx="2364">
                  <c:v>2240</c:v>
                </c:pt>
                <c:pt idx="2365">
                  <c:v>2240</c:v>
                </c:pt>
                <c:pt idx="2366">
                  <c:v>2240</c:v>
                </c:pt>
                <c:pt idx="2367">
                  <c:v>2240</c:v>
                </c:pt>
                <c:pt idx="2368">
                  <c:v>2240</c:v>
                </c:pt>
                <c:pt idx="2369">
                  <c:v>2240</c:v>
                </c:pt>
                <c:pt idx="2370">
                  <c:v>2240</c:v>
                </c:pt>
                <c:pt idx="2371">
                  <c:v>2240</c:v>
                </c:pt>
                <c:pt idx="2372">
                  <c:v>2240</c:v>
                </c:pt>
                <c:pt idx="2373">
                  <c:v>2240</c:v>
                </c:pt>
                <c:pt idx="2374">
                  <c:v>2240</c:v>
                </c:pt>
                <c:pt idx="2375">
                  <c:v>2250</c:v>
                </c:pt>
                <c:pt idx="2376">
                  <c:v>2250</c:v>
                </c:pt>
                <c:pt idx="2377">
                  <c:v>2250</c:v>
                </c:pt>
                <c:pt idx="2378">
                  <c:v>2250</c:v>
                </c:pt>
                <c:pt idx="2379">
                  <c:v>2250</c:v>
                </c:pt>
                <c:pt idx="2380">
                  <c:v>2250</c:v>
                </c:pt>
                <c:pt idx="2381">
                  <c:v>2250</c:v>
                </c:pt>
                <c:pt idx="2382">
                  <c:v>2250</c:v>
                </c:pt>
                <c:pt idx="2383">
                  <c:v>2250</c:v>
                </c:pt>
                <c:pt idx="2384">
                  <c:v>2250</c:v>
                </c:pt>
                <c:pt idx="2385">
                  <c:v>2250</c:v>
                </c:pt>
                <c:pt idx="2386">
                  <c:v>2250</c:v>
                </c:pt>
                <c:pt idx="2387">
                  <c:v>2250</c:v>
                </c:pt>
                <c:pt idx="2388">
                  <c:v>2250</c:v>
                </c:pt>
                <c:pt idx="2389">
                  <c:v>2250</c:v>
                </c:pt>
                <c:pt idx="2390">
                  <c:v>2250</c:v>
                </c:pt>
                <c:pt idx="2391">
                  <c:v>2250</c:v>
                </c:pt>
                <c:pt idx="2392">
                  <c:v>2250</c:v>
                </c:pt>
                <c:pt idx="2393">
                  <c:v>2250</c:v>
                </c:pt>
                <c:pt idx="2394">
                  <c:v>2250</c:v>
                </c:pt>
                <c:pt idx="2395">
                  <c:v>2260</c:v>
                </c:pt>
                <c:pt idx="2396">
                  <c:v>2260</c:v>
                </c:pt>
                <c:pt idx="2397">
                  <c:v>2260</c:v>
                </c:pt>
                <c:pt idx="2398">
                  <c:v>2260</c:v>
                </c:pt>
                <c:pt idx="2399">
                  <c:v>2260</c:v>
                </c:pt>
                <c:pt idx="2400">
                  <c:v>2260</c:v>
                </c:pt>
                <c:pt idx="2401">
                  <c:v>2260</c:v>
                </c:pt>
                <c:pt idx="2402">
                  <c:v>2260</c:v>
                </c:pt>
                <c:pt idx="2403">
                  <c:v>2260</c:v>
                </c:pt>
                <c:pt idx="2404">
                  <c:v>2260</c:v>
                </c:pt>
                <c:pt idx="2405">
                  <c:v>2260</c:v>
                </c:pt>
                <c:pt idx="2406">
                  <c:v>2260</c:v>
                </c:pt>
                <c:pt idx="2407">
                  <c:v>2260</c:v>
                </c:pt>
                <c:pt idx="2408">
                  <c:v>2260</c:v>
                </c:pt>
                <c:pt idx="2409">
                  <c:v>2260</c:v>
                </c:pt>
                <c:pt idx="2410">
                  <c:v>2260</c:v>
                </c:pt>
                <c:pt idx="2411">
                  <c:v>2260</c:v>
                </c:pt>
                <c:pt idx="2412">
                  <c:v>2260</c:v>
                </c:pt>
                <c:pt idx="2413">
                  <c:v>2260</c:v>
                </c:pt>
                <c:pt idx="2414">
                  <c:v>2260</c:v>
                </c:pt>
                <c:pt idx="2415">
                  <c:v>2260</c:v>
                </c:pt>
                <c:pt idx="2416">
                  <c:v>2270</c:v>
                </c:pt>
                <c:pt idx="2417">
                  <c:v>2270</c:v>
                </c:pt>
                <c:pt idx="2418">
                  <c:v>2270</c:v>
                </c:pt>
                <c:pt idx="2419">
                  <c:v>2270</c:v>
                </c:pt>
                <c:pt idx="2420">
                  <c:v>2270</c:v>
                </c:pt>
                <c:pt idx="2421">
                  <c:v>2270</c:v>
                </c:pt>
                <c:pt idx="2422">
                  <c:v>2270</c:v>
                </c:pt>
                <c:pt idx="2423">
                  <c:v>2270</c:v>
                </c:pt>
                <c:pt idx="2424">
                  <c:v>2270</c:v>
                </c:pt>
                <c:pt idx="2425">
                  <c:v>2270</c:v>
                </c:pt>
                <c:pt idx="2426">
                  <c:v>2270</c:v>
                </c:pt>
                <c:pt idx="2427">
                  <c:v>2270</c:v>
                </c:pt>
                <c:pt idx="2428">
                  <c:v>2270</c:v>
                </c:pt>
                <c:pt idx="2429">
                  <c:v>2270</c:v>
                </c:pt>
                <c:pt idx="2430">
                  <c:v>2270</c:v>
                </c:pt>
                <c:pt idx="2431">
                  <c:v>2270</c:v>
                </c:pt>
                <c:pt idx="2432">
                  <c:v>2270</c:v>
                </c:pt>
                <c:pt idx="2433">
                  <c:v>2270</c:v>
                </c:pt>
                <c:pt idx="2434">
                  <c:v>2270</c:v>
                </c:pt>
                <c:pt idx="2435">
                  <c:v>2270</c:v>
                </c:pt>
                <c:pt idx="2436">
                  <c:v>2270</c:v>
                </c:pt>
                <c:pt idx="2437">
                  <c:v>2280</c:v>
                </c:pt>
                <c:pt idx="2438">
                  <c:v>2280</c:v>
                </c:pt>
                <c:pt idx="2439">
                  <c:v>2280</c:v>
                </c:pt>
                <c:pt idx="2440">
                  <c:v>2280</c:v>
                </c:pt>
                <c:pt idx="2441">
                  <c:v>2280</c:v>
                </c:pt>
                <c:pt idx="2442">
                  <c:v>2280</c:v>
                </c:pt>
                <c:pt idx="2443">
                  <c:v>2280</c:v>
                </c:pt>
                <c:pt idx="2444">
                  <c:v>2280</c:v>
                </c:pt>
                <c:pt idx="2445">
                  <c:v>2280</c:v>
                </c:pt>
                <c:pt idx="2446">
                  <c:v>2280</c:v>
                </c:pt>
                <c:pt idx="2447">
                  <c:v>2280</c:v>
                </c:pt>
                <c:pt idx="2448">
                  <c:v>2280</c:v>
                </c:pt>
                <c:pt idx="2449">
                  <c:v>2280</c:v>
                </c:pt>
                <c:pt idx="2450">
                  <c:v>2280</c:v>
                </c:pt>
                <c:pt idx="2451">
                  <c:v>2280</c:v>
                </c:pt>
                <c:pt idx="2452">
                  <c:v>2280</c:v>
                </c:pt>
                <c:pt idx="2453">
                  <c:v>2280</c:v>
                </c:pt>
                <c:pt idx="2454">
                  <c:v>2280</c:v>
                </c:pt>
                <c:pt idx="2455">
                  <c:v>2280</c:v>
                </c:pt>
                <c:pt idx="2456">
                  <c:v>2280</c:v>
                </c:pt>
                <c:pt idx="2457">
                  <c:v>2280</c:v>
                </c:pt>
                <c:pt idx="2458">
                  <c:v>2290</c:v>
                </c:pt>
                <c:pt idx="2459">
                  <c:v>2290</c:v>
                </c:pt>
                <c:pt idx="2460">
                  <c:v>2290</c:v>
                </c:pt>
                <c:pt idx="2461">
                  <c:v>2290</c:v>
                </c:pt>
                <c:pt idx="2462">
                  <c:v>2290</c:v>
                </c:pt>
                <c:pt idx="2463">
                  <c:v>2290</c:v>
                </c:pt>
                <c:pt idx="2464">
                  <c:v>2290</c:v>
                </c:pt>
                <c:pt idx="2465">
                  <c:v>2290</c:v>
                </c:pt>
                <c:pt idx="2466">
                  <c:v>2290</c:v>
                </c:pt>
                <c:pt idx="2467">
                  <c:v>2290</c:v>
                </c:pt>
                <c:pt idx="2468">
                  <c:v>2290</c:v>
                </c:pt>
                <c:pt idx="2469">
                  <c:v>2290</c:v>
                </c:pt>
                <c:pt idx="2470">
                  <c:v>2290</c:v>
                </c:pt>
                <c:pt idx="2471">
                  <c:v>2290</c:v>
                </c:pt>
                <c:pt idx="2472">
                  <c:v>2290</c:v>
                </c:pt>
                <c:pt idx="2473">
                  <c:v>2290</c:v>
                </c:pt>
                <c:pt idx="2474">
                  <c:v>2290</c:v>
                </c:pt>
                <c:pt idx="2475">
                  <c:v>2290</c:v>
                </c:pt>
                <c:pt idx="2476">
                  <c:v>2290</c:v>
                </c:pt>
                <c:pt idx="2477">
                  <c:v>2290</c:v>
                </c:pt>
                <c:pt idx="2478">
                  <c:v>2300</c:v>
                </c:pt>
                <c:pt idx="2479">
                  <c:v>2300</c:v>
                </c:pt>
                <c:pt idx="2480">
                  <c:v>2300</c:v>
                </c:pt>
                <c:pt idx="2481">
                  <c:v>2300</c:v>
                </c:pt>
                <c:pt idx="2482">
                  <c:v>2300</c:v>
                </c:pt>
                <c:pt idx="2483">
                  <c:v>2300</c:v>
                </c:pt>
                <c:pt idx="2484">
                  <c:v>2300</c:v>
                </c:pt>
                <c:pt idx="2485">
                  <c:v>2300</c:v>
                </c:pt>
                <c:pt idx="2486">
                  <c:v>2300</c:v>
                </c:pt>
                <c:pt idx="2487">
                  <c:v>2300</c:v>
                </c:pt>
                <c:pt idx="2488">
                  <c:v>2300</c:v>
                </c:pt>
                <c:pt idx="2489">
                  <c:v>2300</c:v>
                </c:pt>
                <c:pt idx="2490">
                  <c:v>2300</c:v>
                </c:pt>
                <c:pt idx="2491">
                  <c:v>2300</c:v>
                </c:pt>
                <c:pt idx="2492">
                  <c:v>2300</c:v>
                </c:pt>
                <c:pt idx="2493">
                  <c:v>2300</c:v>
                </c:pt>
                <c:pt idx="2494">
                  <c:v>2300</c:v>
                </c:pt>
                <c:pt idx="2495">
                  <c:v>2300</c:v>
                </c:pt>
                <c:pt idx="2496">
                  <c:v>2300</c:v>
                </c:pt>
                <c:pt idx="2497">
                  <c:v>2300</c:v>
                </c:pt>
                <c:pt idx="2498">
                  <c:v>2300</c:v>
                </c:pt>
                <c:pt idx="2499">
                  <c:v>2310</c:v>
                </c:pt>
                <c:pt idx="2500">
                  <c:v>2310</c:v>
                </c:pt>
                <c:pt idx="2501">
                  <c:v>2310</c:v>
                </c:pt>
                <c:pt idx="2502">
                  <c:v>2310</c:v>
                </c:pt>
                <c:pt idx="2503">
                  <c:v>2310</c:v>
                </c:pt>
                <c:pt idx="2504">
                  <c:v>2310</c:v>
                </c:pt>
                <c:pt idx="2505">
                  <c:v>2310</c:v>
                </c:pt>
                <c:pt idx="2506">
                  <c:v>2310</c:v>
                </c:pt>
                <c:pt idx="2507">
                  <c:v>2310</c:v>
                </c:pt>
                <c:pt idx="2508">
                  <c:v>2310</c:v>
                </c:pt>
                <c:pt idx="2509">
                  <c:v>2310</c:v>
                </c:pt>
                <c:pt idx="2510">
                  <c:v>2310</c:v>
                </c:pt>
                <c:pt idx="2511">
                  <c:v>2310</c:v>
                </c:pt>
                <c:pt idx="2512">
                  <c:v>2310</c:v>
                </c:pt>
                <c:pt idx="2513">
                  <c:v>2310</c:v>
                </c:pt>
                <c:pt idx="2514">
                  <c:v>2310</c:v>
                </c:pt>
                <c:pt idx="2515">
                  <c:v>2310</c:v>
                </c:pt>
                <c:pt idx="2516">
                  <c:v>2310</c:v>
                </c:pt>
                <c:pt idx="2517">
                  <c:v>2310</c:v>
                </c:pt>
                <c:pt idx="2518">
                  <c:v>2310</c:v>
                </c:pt>
                <c:pt idx="2519">
                  <c:v>2310</c:v>
                </c:pt>
                <c:pt idx="2520">
                  <c:v>2320</c:v>
                </c:pt>
                <c:pt idx="2521">
                  <c:v>2320</c:v>
                </c:pt>
                <c:pt idx="2522">
                  <c:v>2320</c:v>
                </c:pt>
                <c:pt idx="2523">
                  <c:v>2320</c:v>
                </c:pt>
                <c:pt idx="2524">
                  <c:v>2320</c:v>
                </c:pt>
                <c:pt idx="2525">
                  <c:v>2320</c:v>
                </c:pt>
                <c:pt idx="2526">
                  <c:v>2320</c:v>
                </c:pt>
                <c:pt idx="2527">
                  <c:v>2320</c:v>
                </c:pt>
                <c:pt idx="2528">
                  <c:v>2320</c:v>
                </c:pt>
                <c:pt idx="2529">
                  <c:v>2320</c:v>
                </c:pt>
                <c:pt idx="2530">
                  <c:v>2320</c:v>
                </c:pt>
                <c:pt idx="2531">
                  <c:v>2320</c:v>
                </c:pt>
                <c:pt idx="2532">
                  <c:v>2320</c:v>
                </c:pt>
                <c:pt idx="2533">
                  <c:v>2320</c:v>
                </c:pt>
                <c:pt idx="2534">
                  <c:v>2320</c:v>
                </c:pt>
                <c:pt idx="2535">
                  <c:v>2320</c:v>
                </c:pt>
                <c:pt idx="2536">
                  <c:v>2320</c:v>
                </c:pt>
                <c:pt idx="2537">
                  <c:v>2320</c:v>
                </c:pt>
                <c:pt idx="2538">
                  <c:v>2320</c:v>
                </c:pt>
                <c:pt idx="2539">
                  <c:v>2320</c:v>
                </c:pt>
                <c:pt idx="2540">
                  <c:v>2320</c:v>
                </c:pt>
                <c:pt idx="2541">
                  <c:v>2330</c:v>
                </c:pt>
                <c:pt idx="2542">
                  <c:v>2330</c:v>
                </c:pt>
                <c:pt idx="2543">
                  <c:v>2330</c:v>
                </c:pt>
                <c:pt idx="2544">
                  <c:v>2330</c:v>
                </c:pt>
                <c:pt idx="2545">
                  <c:v>2330</c:v>
                </c:pt>
                <c:pt idx="2546">
                  <c:v>2330</c:v>
                </c:pt>
                <c:pt idx="2547">
                  <c:v>2330</c:v>
                </c:pt>
                <c:pt idx="2548">
                  <c:v>2330</c:v>
                </c:pt>
                <c:pt idx="2549">
                  <c:v>2330</c:v>
                </c:pt>
                <c:pt idx="2550">
                  <c:v>2330</c:v>
                </c:pt>
                <c:pt idx="2551">
                  <c:v>2330</c:v>
                </c:pt>
                <c:pt idx="2552">
                  <c:v>2330</c:v>
                </c:pt>
                <c:pt idx="2553">
                  <c:v>2330</c:v>
                </c:pt>
                <c:pt idx="2554">
                  <c:v>2330</c:v>
                </c:pt>
                <c:pt idx="2555">
                  <c:v>2330</c:v>
                </c:pt>
                <c:pt idx="2556">
                  <c:v>2330</c:v>
                </c:pt>
                <c:pt idx="2557">
                  <c:v>2330</c:v>
                </c:pt>
                <c:pt idx="2558">
                  <c:v>2330</c:v>
                </c:pt>
                <c:pt idx="2559">
                  <c:v>2330</c:v>
                </c:pt>
                <c:pt idx="2560">
                  <c:v>2330</c:v>
                </c:pt>
                <c:pt idx="2561">
                  <c:v>2340</c:v>
                </c:pt>
                <c:pt idx="2562">
                  <c:v>2340</c:v>
                </c:pt>
                <c:pt idx="2563">
                  <c:v>2340</c:v>
                </c:pt>
                <c:pt idx="2564">
                  <c:v>2340</c:v>
                </c:pt>
                <c:pt idx="2565">
                  <c:v>2340</c:v>
                </c:pt>
                <c:pt idx="2566">
                  <c:v>2340</c:v>
                </c:pt>
                <c:pt idx="2567">
                  <c:v>2340</c:v>
                </c:pt>
                <c:pt idx="2568">
                  <c:v>2340</c:v>
                </c:pt>
                <c:pt idx="2569">
                  <c:v>2340</c:v>
                </c:pt>
                <c:pt idx="2570">
                  <c:v>2340</c:v>
                </c:pt>
                <c:pt idx="2571">
                  <c:v>2340</c:v>
                </c:pt>
                <c:pt idx="2572">
                  <c:v>2340</c:v>
                </c:pt>
                <c:pt idx="2573">
                  <c:v>2340</c:v>
                </c:pt>
                <c:pt idx="2574">
                  <c:v>2340</c:v>
                </c:pt>
                <c:pt idx="2575">
                  <c:v>2340</c:v>
                </c:pt>
                <c:pt idx="2576">
                  <c:v>2340</c:v>
                </c:pt>
                <c:pt idx="2577">
                  <c:v>2340</c:v>
                </c:pt>
                <c:pt idx="2578">
                  <c:v>2340</c:v>
                </c:pt>
                <c:pt idx="2579">
                  <c:v>2340</c:v>
                </c:pt>
                <c:pt idx="2580">
                  <c:v>2340</c:v>
                </c:pt>
                <c:pt idx="2581">
                  <c:v>2340</c:v>
                </c:pt>
                <c:pt idx="2582">
                  <c:v>2350</c:v>
                </c:pt>
                <c:pt idx="2583">
                  <c:v>2350</c:v>
                </c:pt>
                <c:pt idx="2584">
                  <c:v>2350</c:v>
                </c:pt>
                <c:pt idx="2585">
                  <c:v>2350</c:v>
                </c:pt>
                <c:pt idx="2586">
                  <c:v>2350</c:v>
                </c:pt>
                <c:pt idx="2587">
                  <c:v>2350</c:v>
                </c:pt>
                <c:pt idx="2588">
                  <c:v>2350</c:v>
                </c:pt>
                <c:pt idx="2589">
                  <c:v>2350</c:v>
                </c:pt>
                <c:pt idx="2590">
                  <c:v>2350</c:v>
                </c:pt>
                <c:pt idx="2591">
                  <c:v>2350</c:v>
                </c:pt>
                <c:pt idx="2592">
                  <c:v>2350</c:v>
                </c:pt>
                <c:pt idx="2593">
                  <c:v>2350</c:v>
                </c:pt>
                <c:pt idx="2594">
                  <c:v>2350</c:v>
                </c:pt>
                <c:pt idx="2595">
                  <c:v>2350</c:v>
                </c:pt>
                <c:pt idx="2596">
                  <c:v>2350</c:v>
                </c:pt>
                <c:pt idx="2597">
                  <c:v>2350</c:v>
                </c:pt>
                <c:pt idx="2598">
                  <c:v>2350</c:v>
                </c:pt>
                <c:pt idx="2599">
                  <c:v>2350</c:v>
                </c:pt>
                <c:pt idx="2600">
                  <c:v>2350</c:v>
                </c:pt>
                <c:pt idx="2601">
                  <c:v>2350</c:v>
                </c:pt>
                <c:pt idx="2602">
                  <c:v>2350</c:v>
                </c:pt>
                <c:pt idx="2603">
                  <c:v>2360</c:v>
                </c:pt>
                <c:pt idx="2604">
                  <c:v>2360</c:v>
                </c:pt>
                <c:pt idx="2605">
                  <c:v>2360</c:v>
                </c:pt>
                <c:pt idx="2606">
                  <c:v>2360</c:v>
                </c:pt>
                <c:pt idx="2607">
                  <c:v>2360</c:v>
                </c:pt>
                <c:pt idx="2608">
                  <c:v>2360</c:v>
                </c:pt>
                <c:pt idx="2609">
                  <c:v>2360</c:v>
                </c:pt>
                <c:pt idx="2610">
                  <c:v>2360</c:v>
                </c:pt>
                <c:pt idx="2611">
                  <c:v>2360</c:v>
                </c:pt>
                <c:pt idx="2612">
                  <c:v>2360</c:v>
                </c:pt>
                <c:pt idx="2613">
                  <c:v>2360</c:v>
                </c:pt>
                <c:pt idx="2614">
                  <c:v>2360</c:v>
                </c:pt>
                <c:pt idx="2615">
                  <c:v>2360</c:v>
                </c:pt>
                <c:pt idx="2616">
                  <c:v>2360</c:v>
                </c:pt>
                <c:pt idx="2617">
                  <c:v>2360</c:v>
                </c:pt>
                <c:pt idx="2618">
                  <c:v>2360</c:v>
                </c:pt>
                <c:pt idx="2619">
                  <c:v>2360</c:v>
                </c:pt>
                <c:pt idx="2620">
                  <c:v>2360</c:v>
                </c:pt>
                <c:pt idx="2621">
                  <c:v>2360</c:v>
                </c:pt>
                <c:pt idx="2622">
                  <c:v>2360</c:v>
                </c:pt>
                <c:pt idx="2623">
                  <c:v>2360</c:v>
                </c:pt>
                <c:pt idx="2624">
                  <c:v>2370</c:v>
                </c:pt>
                <c:pt idx="2625">
                  <c:v>2370</c:v>
                </c:pt>
                <c:pt idx="2626">
                  <c:v>2370</c:v>
                </c:pt>
                <c:pt idx="2627">
                  <c:v>2370</c:v>
                </c:pt>
                <c:pt idx="2628">
                  <c:v>2370</c:v>
                </c:pt>
                <c:pt idx="2629">
                  <c:v>2370</c:v>
                </c:pt>
                <c:pt idx="2630">
                  <c:v>2370</c:v>
                </c:pt>
                <c:pt idx="2631">
                  <c:v>2370</c:v>
                </c:pt>
                <c:pt idx="2632">
                  <c:v>2370</c:v>
                </c:pt>
                <c:pt idx="2633">
                  <c:v>2370</c:v>
                </c:pt>
                <c:pt idx="2634">
                  <c:v>2370</c:v>
                </c:pt>
                <c:pt idx="2635">
                  <c:v>2370</c:v>
                </c:pt>
                <c:pt idx="2636">
                  <c:v>2370</c:v>
                </c:pt>
                <c:pt idx="2637">
                  <c:v>2370</c:v>
                </c:pt>
                <c:pt idx="2638">
                  <c:v>2370</c:v>
                </c:pt>
                <c:pt idx="2639">
                  <c:v>2370</c:v>
                </c:pt>
                <c:pt idx="2640">
                  <c:v>2370</c:v>
                </c:pt>
                <c:pt idx="2641">
                  <c:v>2370</c:v>
                </c:pt>
                <c:pt idx="2642">
                  <c:v>2370</c:v>
                </c:pt>
                <c:pt idx="2643">
                  <c:v>2370</c:v>
                </c:pt>
                <c:pt idx="2644">
                  <c:v>2380</c:v>
                </c:pt>
                <c:pt idx="2645">
                  <c:v>2380</c:v>
                </c:pt>
                <c:pt idx="2646">
                  <c:v>2380</c:v>
                </c:pt>
                <c:pt idx="2647">
                  <c:v>2380</c:v>
                </c:pt>
                <c:pt idx="2648">
                  <c:v>2380</c:v>
                </c:pt>
                <c:pt idx="2649">
                  <c:v>2380</c:v>
                </c:pt>
                <c:pt idx="2650">
                  <c:v>2380</c:v>
                </c:pt>
                <c:pt idx="2651">
                  <c:v>2380</c:v>
                </c:pt>
                <c:pt idx="2652">
                  <c:v>2380</c:v>
                </c:pt>
                <c:pt idx="2653">
                  <c:v>2380</c:v>
                </c:pt>
                <c:pt idx="2654">
                  <c:v>2380</c:v>
                </c:pt>
                <c:pt idx="2655">
                  <c:v>2380</c:v>
                </c:pt>
                <c:pt idx="2656">
                  <c:v>2380</c:v>
                </c:pt>
                <c:pt idx="2657">
                  <c:v>2380</c:v>
                </c:pt>
                <c:pt idx="2658">
                  <c:v>2380</c:v>
                </c:pt>
                <c:pt idx="2659">
                  <c:v>2380</c:v>
                </c:pt>
                <c:pt idx="2660">
                  <c:v>2380</c:v>
                </c:pt>
                <c:pt idx="2661">
                  <c:v>2380</c:v>
                </c:pt>
                <c:pt idx="2662">
                  <c:v>2380</c:v>
                </c:pt>
                <c:pt idx="2663">
                  <c:v>2380</c:v>
                </c:pt>
                <c:pt idx="2664">
                  <c:v>2380</c:v>
                </c:pt>
                <c:pt idx="2665">
                  <c:v>2390</c:v>
                </c:pt>
                <c:pt idx="2666">
                  <c:v>2390</c:v>
                </c:pt>
                <c:pt idx="2667">
                  <c:v>2390</c:v>
                </c:pt>
                <c:pt idx="2668">
                  <c:v>2390</c:v>
                </c:pt>
                <c:pt idx="2669">
                  <c:v>2390</c:v>
                </c:pt>
                <c:pt idx="2670">
                  <c:v>2390</c:v>
                </c:pt>
                <c:pt idx="2671">
                  <c:v>2390</c:v>
                </c:pt>
                <c:pt idx="2672">
                  <c:v>2390</c:v>
                </c:pt>
                <c:pt idx="2673">
                  <c:v>2390</c:v>
                </c:pt>
                <c:pt idx="2674">
                  <c:v>2390</c:v>
                </c:pt>
                <c:pt idx="2675">
                  <c:v>2390</c:v>
                </c:pt>
                <c:pt idx="2676">
                  <c:v>2390</c:v>
                </c:pt>
                <c:pt idx="2677">
                  <c:v>2390</c:v>
                </c:pt>
                <c:pt idx="2678">
                  <c:v>2390</c:v>
                </c:pt>
                <c:pt idx="2679">
                  <c:v>2390</c:v>
                </c:pt>
                <c:pt idx="2680">
                  <c:v>2390</c:v>
                </c:pt>
                <c:pt idx="2681">
                  <c:v>2390</c:v>
                </c:pt>
                <c:pt idx="2682">
                  <c:v>2390</c:v>
                </c:pt>
                <c:pt idx="2683">
                  <c:v>2390</c:v>
                </c:pt>
                <c:pt idx="2684">
                  <c:v>2390</c:v>
                </c:pt>
                <c:pt idx="2685">
                  <c:v>2390</c:v>
                </c:pt>
                <c:pt idx="2686">
                  <c:v>2400</c:v>
                </c:pt>
                <c:pt idx="2687">
                  <c:v>2400</c:v>
                </c:pt>
                <c:pt idx="2688">
                  <c:v>2400</c:v>
                </c:pt>
                <c:pt idx="2689">
                  <c:v>2400</c:v>
                </c:pt>
                <c:pt idx="2690">
                  <c:v>2400</c:v>
                </c:pt>
                <c:pt idx="2691">
                  <c:v>2400</c:v>
                </c:pt>
                <c:pt idx="2692">
                  <c:v>2400</c:v>
                </c:pt>
                <c:pt idx="2693">
                  <c:v>2400</c:v>
                </c:pt>
                <c:pt idx="2694">
                  <c:v>2400</c:v>
                </c:pt>
                <c:pt idx="2695">
                  <c:v>2400</c:v>
                </c:pt>
                <c:pt idx="2696">
                  <c:v>2400</c:v>
                </c:pt>
                <c:pt idx="2697">
                  <c:v>2400</c:v>
                </c:pt>
                <c:pt idx="2698">
                  <c:v>2400</c:v>
                </c:pt>
                <c:pt idx="2699">
                  <c:v>2400</c:v>
                </c:pt>
                <c:pt idx="2700">
                  <c:v>2400</c:v>
                </c:pt>
                <c:pt idx="2701">
                  <c:v>2400</c:v>
                </c:pt>
                <c:pt idx="2702">
                  <c:v>2400</c:v>
                </c:pt>
                <c:pt idx="2703">
                  <c:v>2400</c:v>
                </c:pt>
                <c:pt idx="2704">
                  <c:v>2400</c:v>
                </c:pt>
                <c:pt idx="2705">
                  <c:v>2400</c:v>
                </c:pt>
                <c:pt idx="2706">
                  <c:v>2410</c:v>
                </c:pt>
                <c:pt idx="2707">
                  <c:v>2410</c:v>
                </c:pt>
                <c:pt idx="2708">
                  <c:v>2410</c:v>
                </c:pt>
                <c:pt idx="2709">
                  <c:v>2410</c:v>
                </c:pt>
                <c:pt idx="2710">
                  <c:v>2410</c:v>
                </c:pt>
                <c:pt idx="2711">
                  <c:v>2410</c:v>
                </c:pt>
                <c:pt idx="2712">
                  <c:v>2410</c:v>
                </c:pt>
                <c:pt idx="2713">
                  <c:v>2410</c:v>
                </c:pt>
                <c:pt idx="2714">
                  <c:v>2410</c:v>
                </c:pt>
                <c:pt idx="2715">
                  <c:v>2410</c:v>
                </c:pt>
                <c:pt idx="2716">
                  <c:v>2410</c:v>
                </c:pt>
                <c:pt idx="2717">
                  <c:v>2410</c:v>
                </c:pt>
                <c:pt idx="2718">
                  <c:v>2410</c:v>
                </c:pt>
                <c:pt idx="2719">
                  <c:v>2410</c:v>
                </c:pt>
                <c:pt idx="2720">
                  <c:v>2410</c:v>
                </c:pt>
                <c:pt idx="2721">
                  <c:v>2410</c:v>
                </c:pt>
                <c:pt idx="2722">
                  <c:v>2410</c:v>
                </c:pt>
                <c:pt idx="2723">
                  <c:v>2410</c:v>
                </c:pt>
                <c:pt idx="2724">
                  <c:v>2410</c:v>
                </c:pt>
                <c:pt idx="2725">
                  <c:v>2410</c:v>
                </c:pt>
                <c:pt idx="2726">
                  <c:v>2410</c:v>
                </c:pt>
                <c:pt idx="2727">
                  <c:v>2420</c:v>
                </c:pt>
                <c:pt idx="2728">
                  <c:v>2420</c:v>
                </c:pt>
                <c:pt idx="2729">
                  <c:v>2420</c:v>
                </c:pt>
                <c:pt idx="2730">
                  <c:v>2420</c:v>
                </c:pt>
                <c:pt idx="2731">
                  <c:v>2420</c:v>
                </c:pt>
                <c:pt idx="2732">
                  <c:v>2420</c:v>
                </c:pt>
                <c:pt idx="2733">
                  <c:v>2420</c:v>
                </c:pt>
                <c:pt idx="2734">
                  <c:v>2420</c:v>
                </c:pt>
                <c:pt idx="2735">
                  <c:v>2420</c:v>
                </c:pt>
                <c:pt idx="2736">
                  <c:v>2420</c:v>
                </c:pt>
                <c:pt idx="2737">
                  <c:v>2420</c:v>
                </c:pt>
                <c:pt idx="2738">
                  <c:v>2420</c:v>
                </c:pt>
                <c:pt idx="2739">
                  <c:v>2420</c:v>
                </c:pt>
                <c:pt idx="2740">
                  <c:v>2420</c:v>
                </c:pt>
                <c:pt idx="2741">
                  <c:v>2420</c:v>
                </c:pt>
                <c:pt idx="2742">
                  <c:v>2420</c:v>
                </c:pt>
                <c:pt idx="2743">
                  <c:v>2420</c:v>
                </c:pt>
                <c:pt idx="2744">
                  <c:v>2420</c:v>
                </c:pt>
                <c:pt idx="2745">
                  <c:v>2420</c:v>
                </c:pt>
                <c:pt idx="2746">
                  <c:v>2420</c:v>
                </c:pt>
                <c:pt idx="2747">
                  <c:v>2420</c:v>
                </c:pt>
                <c:pt idx="2748">
                  <c:v>2430</c:v>
                </c:pt>
                <c:pt idx="2749">
                  <c:v>2430</c:v>
                </c:pt>
                <c:pt idx="2750">
                  <c:v>2430</c:v>
                </c:pt>
                <c:pt idx="2751">
                  <c:v>2430</c:v>
                </c:pt>
                <c:pt idx="2752">
                  <c:v>2430</c:v>
                </c:pt>
                <c:pt idx="2753">
                  <c:v>2430</c:v>
                </c:pt>
                <c:pt idx="2754">
                  <c:v>2430</c:v>
                </c:pt>
                <c:pt idx="2755">
                  <c:v>2430</c:v>
                </c:pt>
                <c:pt idx="2756">
                  <c:v>2430</c:v>
                </c:pt>
                <c:pt idx="2757">
                  <c:v>2430</c:v>
                </c:pt>
                <c:pt idx="2758">
                  <c:v>2430</c:v>
                </c:pt>
                <c:pt idx="2759">
                  <c:v>2430</c:v>
                </c:pt>
                <c:pt idx="2760">
                  <c:v>2430</c:v>
                </c:pt>
                <c:pt idx="2761">
                  <c:v>2430</c:v>
                </c:pt>
                <c:pt idx="2762">
                  <c:v>2430</c:v>
                </c:pt>
                <c:pt idx="2763">
                  <c:v>2430</c:v>
                </c:pt>
                <c:pt idx="2764">
                  <c:v>2430</c:v>
                </c:pt>
                <c:pt idx="2765">
                  <c:v>2430</c:v>
                </c:pt>
                <c:pt idx="2766">
                  <c:v>2430</c:v>
                </c:pt>
                <c:pt idx="2767">
                  <c:v>2430</c:v>
                </c:pt>
                <c:pt idx="2768">
                  <c:v>2430</c:v>
                </c:pt>
                <c:pt idx="2769">
                  <c:v>2440</c:v>
                </c:pt>
                <c:pt idx="2770">
                  <c:v>2440</c:v>
                </c:pt>
                <c:pt idx="2771">
                  <c:v>2440</c:v>
                </c:pt>
                <c:pt idx="2772">
                  <c:v>2440</c:v>
                </c:pt>
                <c:pt idx="2773">
                  <c:v>2440</c:v>
                </c:pt>
                <c:pt idx="2774">
                  <c:v>2440</c:v>
                </c:pt>
                <c:pt idx="2775">
                  <c:v>2440</c:v>
                </c:pt>
                <c:pt idx="2776">
                  <c:v>2440</c:v>
                </c:pt>
                <c:pt idx="2777">
                  <c:v>2440</c:v>
                </c:pt>
                <c:pt idx="2778">
                  <c:v>2440</c:v>
                </c:pt>
                <c:pt idx="2779">
                  <c:v>2440</c:v>
                </c:pt>
                <c:pt idx="2780">
                  <c:v>2440</c:v>
                </c:pt>
                <c:pt idx="2781">
                  <c:v>2440</c:v>
                </c:pt>
                <c:pt idx="2782">
                  <c:v>2440</c:v>
                </c:pt>
                <c:pt idx="2783">
                  <c:v>2440</c:v>
                </c:pt>
                <c:pt idx="2784">
                  <c:v>2440</c:v>
                </c:pt>
                <c:pt idx="2785">
                  <c:v>2440</c:v>
                </c:pt>
                <c:pt idx="2786">
                  <c:v>2440</c:v>
                </c:pt>
                <c:pt idx="2787">
                  <c:v>2440</c:v>
                </c:pt>
                <c:pt idx="2788">
                  <c:v>2440</c:v>
                </c:pt>
                <c:pt idx="2789">
                  <c:v>2450</c:v>
                </c:pt>
                <c:pt idx="2790">
                  <c:v>2450</c:v>
                </c:pt>
                <c:pt idx="2791">
                  <c:v>2450</c:v>
                </c:pt>
                <c:pt idx="2792">
                  <c:v>2450</c:v>
                </c:pt>
                <c:pt idx="2793">
                  <c:v>2450</c:v>
                </c:pt>
                <c:pt idx="2794">
                  <c:v>2450</c:v>
                </c:pt>
                <c:pt idx="2795">
                  <c:v>2450</c:v>
                </c:pt>
                <c:pt idx="2796">
                  <c:v>2450</c:v>
                </c:pt>
                <c:pt idx="2797">
                  <c:v>2450</c:v>
                </c:pt>
                <c:pt idx="2798">
                  <c:v>2450</c:v>
                </c:pt>
                <c:pt idx="2799">
                  <c:v>2450</c:v>
                </c:pt>
                <c:pt idx="2800">
                  <c:v>2450</c:v>
                </c:pt>
                <c:pt idx="2801">
                  <c:v>2450</c:v>
                </c:pt>
                <c:pt idx="2802">
                  <c:v>2450</c:v>
                </c:pt>
                <c:pt idx="2803">
                  <c:v>2450</c:v>
                </c:pt>
                <c:pt idx="2804">
                  <c:v>2450</c:v>
                </c:pt>
                <c:pt idx="2805">
                  <c:v>2450</c:v>
                </c:pt>
                <c:pt idx="2806">
                  <c:v>2450</c:v>
                </c:pt>
                <c:pt idx="2807">
                  <c:v>2450</c:v>
                </c:pt>
                <c:pt idx="2808">
                  <c:v>2450</c:v>
                </c:pt>
                <c:pt idx="2809">
                  <c:v>2450</c:v>
                </c:pt>
                <c:pt idx="2810">
                  <c:v>2460</c:v>
                </c:pt>
                <c:pt idx="2811">
                  <c:v>2460</c:v>
                </c:pt>
                <c:pt idx="2812">
                  <c:v>2460</c:v>
                </c:pt>
                <c:pt idx="2813">
                  <c:v>2460</c:v>
                </c:pt>
                <c:pt idx="2814">
                  <c:v>2460</c:v>
                </c:pt>
                <c:pt idx="2815">
                  <c:v>2460</c:v>
                </c:pt>
                <c:pt idx="2816">
                  <c:v>2460</c:v>
                </c:pt>
                <c:pt idx="2817">
                  <c:v>2460</c:v>
                </c:pt>
                <c:pt idx="2818">
                  <c:v>2460</c:v>
                </c:pt>
                <c:pt idx="2819">
                  <c:v>2460</c:v>
                </c:pt>
                <c:pt idx="2820">
                  <c:v>2460</c:v>
                </c:pt>
                <c:pt idx="2821">
                  <c:v>2460</c:v>
                </c:pt>
                <c:pt idx="2822">
                  <c:v>2460</c:v>
                </c:pt>
                <c:pt idx="2823">
                  <c:v>2460</c:v>
                </c:pt>
                <c:pt idx="2824">
                  <c:v>2460</c:v>
                </c:pt>
                <c:pt idx="2825">
                  <c:v>2460</c:v>
                </c:pt>
                <c:pt idx="2826">
                  <c:v>2460</c:v>
                </c:pt>
                <c:pt idx="2827">
                  <c:v>2460</c:v>
                </c:pt>
                <c:pt idx="2828">
                  <c:v>2460</c:v>
                </c:pt>
                <c:pt idx="2829">
                  <c:v>2460</c:v>
                </c:pt>
                <c:pt idx="2830">
                  <c:v>2460</c:v>
                </c:pt>
                <c:pt idx="2831">
                  <c:v>2470</c:v>
                </c:pt>
                <c:pt idx="2832">
                  <c:v>2470</c:v>
                </c:pt>
                <c:pt idx="2833">
                  <c:v>2470</c:v>
                </c:pt>
                <c:pt idx="2834">
                  <c:v>2470</c:v>
                </c:pt>
                <c:pt idx="2835">
                  <c:v>2470</c:v>
                </c:pt>
                <c:pt idx="2836">
                  <c:v>2470</c:v>
                </c:pt>
                <c:pt idx="2837">
                  <c:v>2470</c:v>
                </c:pt>
                <c:pt idx="2838">
                  <c:v>2470</c:v>
                </c:pt>
                <c:pt idx="2839">
                  <c:v>2470</c:v>
                </c:pt>
                <c:pt idx="2840">
                  <c:v>2470</c:v>
                </c:pt>
                <c:pt idx="2841">
                  <c:v>2470</c:v>
                </c:pt>
                <c:pt idx="2842">
                  <c:v>2470</c:v>
                </c:pt>
                <c:pt idx="2843">
                  <c:v>2470</c:v>
                </c:pt>
                <c:pt idx="2844">
                  <c:v>2470</c:v>
                </c:pt>
                <c:pt idx="2845">
                  <c:v>2470</c:v>
                </c:pt>
                <c:pt idx="2846">
                  <c:v>2470</c:v>
                </c:pt>
                <c:pt idx="2847">
                  <c:v>2470</c:v>
                </c:pt>
                <c:pt idx="2848">
                  <c:v>2470</c:v>
                </c:pt>
                <c:pt idx="2849">
                  <c:v>2470</c:v>
                </c:pt>
                <c:pt idx="2850">
                  <c:v>2470</c:v>
                </c:pt>
                <c:pt idx="2851">
                  <c:v>2470</c:v>
                </c:pt>
                <c:pt idx="2852">
                  <c:v>2480</c:v>
                </c:pt>
                <c:pt idx="2853">
                  <c:v>2480</c:v>
                </c:pt>
                <c:pt idx="2854">
                  <c:v>2480</c:v>
                </c:pt>
                <c:pt idx="2855">
                  <c:v>2480</c:v>
                </c:pt>
                <c:pt idx="2856">
                  <c:v>2480</c:v>
                </c:pt>
                <c:pt idx="2857">
                  <c:v>2480</c:v>
                </c:pt>
                <c:pt idx="2858">
                  <c:v>2480</c:v>
                </c:pt>
                <c:pt idx="2859">
                  <c:v>2480</c:v>
                </c:pt>
                <c:pt idx="2860">
                  <c:v>2480</c:v>
                </c:pt>
                <c:pt idx="2861">
                  <c:v>2480</c:v>
                </c:pt>
                <c:pt idx="2862">
                  <c:v>2480</c:v>
                </c:pt>
                <c:pt idx="2863">
                  <c:v>2480</c:v>
                </c:pt>
                <c:pt idx="2864">
                  <c:v>2480</c:v>
                </c:pt>
                <c:pt idx="2865">
                  <c:v>2480</c:v>
                </c:pt>
                <c:pt idx="2866">
                  <c:v>2480</c:v>
                </c:pt>
                <c:pt idx="2867">
                  <c:v>2480</c:v>
                </c:pt>
                <c:pt idx="2868">
                  <c:v>2480</c:v>
                </c:pt>
                <c:pt idx="2869">
                  <c:v>2480</c:v>
                </c:pt>
                <c:pt idx="2870">
                  <c:v>2480</c:v>
                </c:pt>
                <c:pt idx="2871">
                  <c:v>2480</c:v>
                </c:pt>
                <c:pt idx="2872">
                  <c:v>2490</c:v>
                </c:pt>
                <c:pt idx="2873">
                  <c:v>2490</c:v>
                </c:pt>
                <c:pt idx="2874">
                  <c:v>2490</c:v>
                </c:pt>
                <c:pt idx="2875">
                  <c:v>2490</c:v>
                </c:pt>
                <c:pt idx="2876">
                  <c:v>2490</c:v>
                </c:pt>
                <c:pt idx="2877">
                  <c:v>2490</c:v>
                </c:pt>
                <c:pt idx="2878">
                  <c:v>2490</c:v>
                </c:pt>
                <c:pt idx="2879">
                  <c:v>2490</c:v>
                </c:pt>
                <c:pt idx="2880">
                  <c:v>2490</c:v>
                </c:pt>
                <c:pt idx="2881">
                  <c:v>2490</c:v>
                </c:pt>
                <c:pt idx="2882">
                  <c:v>2490</c:v>
                </c:pt>
                <c:pt idx="2883">
                  <c:v>2490</c:v>
                </c:pt>
                <c:pt idx="2884">
                  <c:v>2490</c:v>
                </c:pt>
                <c:pt idx="2885">
                  <c:v>2490</c:v>
                </c:pt>
                <c:pt idx="2886">
                  <c:v>2490</c:v>
                </c:pt>
                <c:pt idx="2887">
                  <c:v>2490</c:v>
                </c:pt>
                <c:pt idx="2888">
                  <c:v>2490</c:v>
                </c:pt>
                <c:pt idx="2889">
                  <c:v>2490</c:v>
                </c:pt>
                <c:pt idx="2890">
                  <c:v>2490</c:v>
                </c:pt>
                <c:pt idx="2891">
                  <c:v>2490</c:v>
                </c:pt>
                <c:pt idx="2892">
                  <c:v>2490</c:v>
                </c:pt>
                <c:pt idx="2893">
                  <c:v>2500</c:v>
                </c:pt>
                <c:pt idx="2894">
                  <c:v>2500</c:v>
                </c:pt>
                <c:pt idx="2895">
                  <c:v>2500</c:v>
                </c:pt>
                <c:pt idx="2896">
                  <c:v>2500</c:v>
                </c:pt>
                <c:pt idx="2897">
                  <c:v>2500</c:v>
                </c:pt>
                <c:pt idx="2898">
                  <c:v>2500</c:v>
                </c:pt>
                <c:pt idx="2899">
                  <c:v>2500</c:v>
                </c:pt>
                <c:pt idx="2900">
                  <c:v>2500</c:v>
                </c:pt>
                <c:pt idx="2901">
                  <c:v>2500</c:v>
                </c:pt>
                <c:pt idx="2902">
                  <c:v>2500</c:v>
                </c:pt>
                <c:pt idx="2903">
                  <c:v>2500</c:v>
                </c:pt>
                <c:pt idx="2904">
                  <c:v>2500</c:v>
                </c:pt>
                <c:pt idx="2905">
                  <c:v>2500</c:v>
                </c:pt>
                <c:pt idx="2906">
                  <c:v>2500</c:v>
                </c:pt>
                <c:pt idx="2907">
                  <c:v>2500</c:v>
                </c:pt>
                <c:pt idx="2908">
                  <c:v>2500</c:v>
                </c:pt>
                <c:pt idx="2909">
                  <c:v>2500</c:v>
                </c:pt>
                <c:pt idx="2910">
                  <c:v>2500</c:v>
                </c:pt>
                <c:pt idx="2911">
                  <c:v>2500</c:v>
                </c:pt>
                <c:pt idx="2912">
                  <c:v>2500</c:v>
                </c:pt>
                <c:pt idx="2913">
                  <c:v>2500</c:v>
                </c:pt>
                <c:pt idx="2914">
                  <c:v>2510</c:v>
                </c:pt>
                <c:pt idx="2915">
                  <c:v>2510</c:v>
                </c:pt>
                <c:pt idx="2916">
                  <c:v>2510</c:v>
                </c:pt>
                <c:pt idx="2917">
                  <c:v>2510</c:v>
                </c:pt>
                <c:pt idx="2918">
                  <c:v>2510</c:v>
                </c:pt>
                <c:pt idx="2919">
                  <c:v>2510</c:v>
                </c:pt>
                <c:pt idx="2920">
                  <c:v>2510</c:v>
                </c:pt>
                <c:pt idx="2921">
                  <c:v>2510</c:v>
                </c:pt>
                <c:pt idx="2922">
                  <c:v>2510</c:v>
                </c:pt>
                <c:pt idx="2923">
                  <c:v>2510</c:v>
                </c:pt>
                <c:pt idx="2924">
                  <c:v>2510</c:v>
                </c:pt>
                <c:pt idx="2925">
                  <c:v>2510</c:v>
                </c:pt>
                <c:pt idx="2926">
                  <c:v>2510</c:v>
                </c:pt>
                <c:pt idx="2927">
                  <c:v>2510</c:v>
                </c:pt>
                <c:pt idx="2928">
                  <c:v>2510</c:v>
                </c:pt>
                <c:pt idx="2929">
                  <c:v>2510</c:v>
                </c:pt>
                <c:pt idx="2930">
                  <c:v>2510</c:v>
                </c:pt>
                <c:pt idx="2931">
                  <c:v>2510</c:v>
                </c:pt>
                <c:pt idx="2932">
                  <c:v>2510</c:v>
                </c:pt>
                <c:pt idx="2933">
                  <c:v>2510</c:v>
                </c:pt>
                <c:pt idx="2934">
                  <c:v>2510</c:v>
                </c:pt>
                <c:pt idx="2935">
                  <c:v>2520</c:v>
                </c:pt>
                <c:pt idx="2936">
                  <c:v>2520</c:v>
                </c:pt>
                <c:pt idx="2937">
                  <c:v>2520</c:v>
                </c:pt>
                <c:pt idx="2938">
                  <c:v>2520</c:v>
                </c:pt>
                <c:pt idx="2939">
                  <c:v>2520</c:v>
                </c:pt>
                <c:pt idx="2940">
                  <c:v>2520</c:v>
                </c:pt>
                <c:pt idx="2941">
                  <c:v>2520</c:v>
                </c:pt>
                <c:pt idx="2942">
                  <c:v>2520</c:v>
                </c:pt>
                <c:pt idx="2943">
                  <c:v>2520</c:v>
                </c:pt>
                <c:pt idx="2944">
                  <c:v>2520</c:v>
                </c:pt>
                <c:pt idx="2945">
                  <c:v>2520</c:v>
                </c:pt>
                <c:pt idx="2946">
                  <c:v>2520</c:v>
                </c:pt>
                <c:pt idx="2947">
                  <c:v>2520</c:v>
                </c:pt>
                <c:pt idx="2948">
                  <c:v>2520</c:v>
                </c:pt>
                <c:pt idx="2949">
                  <c:v>2520</c:v>
                </c:pt>
                <c:pt idx="2950">
                  <c:v>2520</c:v>
                </c:pt>
                <c:pt idx="2951">
                  <c:v>2520</c:v>
                </c:pt>
                <c:pt idx="2952">
                  <c:v>2520</c:v>
                </c:pt>
                <c:pt idx="2953">
                  <c:v>2520</c:v>
                </c:pt>
                <c:pt idx="2954">
                  <c:v>2520</c:v>
                </c:pt>
                <c:pt idx="2955">
                  <c:v>2530</c:v>
                </c:pt>
                <c:pt idx="2956">
                  <c:v>2530</c:v>
                </c:pt>
                <c:pt idx="2957">
                  <c:v>2530</c:v>
                </c:pt>
                <c:pt idx="2958">
                  <c:v>2530</c:v>
                </c:pt>
                <c:pt idx="2959">
                  <c:v>2530</c:v>
                </c:pt>
                <c:pt idx="2960">
                  <c:v>2530</c:v>
                </c:pt>
                <c:pt idx="2961">
                  <c:v>2530</c:v>
                </c:pt>
                <c:pt idx="2962">
                  <c:v>2530</c:v>
                </c:pt>
                <c:pt idx="2963">
                  <c:v>2530</c:v>
                </c:pt>
                <c:pt idx="2964">
                  <c:v>2530</c:v>
                </c:pt>
                <c:pt idx="2965">
                  <c:v>2530</c:v>
                </c:pt>
                <c:pt idx="2966">
                  <c:v>2530</c:v>
                </c:pt>
                <c:pt idx="2967">
                  <c:v>2530</c:v>
                </c:pt>
                <c:pt idx="2968">
                  <c:v>2530</c:v>
                </c:pt>
                <c:pt idx="2969">
                  <c:v>2530</c:v>
                </c:pt>
                <c:pt idx="2970">
                  <c:v>2530</c:v>
                </c:pt>
                <c:pt idx="2971">
                  <c:v>2530</c:v>
                </c:pt>
                <c:pt idx="2972">
                  <c:v>2530</c:v>
                </c:pt>
                <c:pt idx="2973">
                  <c:v>2530</c:v>
                </c:pt>
                <c:pt idx="2974">
                  <c:v>2530</c:v>
                </c:pt>
                <c:pt idx="2975">
                  <c:v>2530</c:v>
                </c:pt>
                <c:pt idx="2976">
                  <c:v>2540</c:v>
                </c:pt>
                <c:pt idx="2977">
                  <c:v>2540</c:v>
                </c:pt>
                <c:pt idx="2978">
                  <c:v>2540</c:v>
                </c:pt>
                <c:pt idx="2979">
                  <c:v>2540</c:v>
                </c:pt>
                <c:pt idx="2980">
                  <c:v>2540</c:v>
                </c:pt>
                <c:pt idx="2981">
                  <c:v>2540</c:v>
                </c:pt>
                <c:pt idx="2982">
                  <c:v>2540</c:v>
                </c:pt>
                <c:pt idx="2983">
                  <c:v>2540</c:v>
                </c:pt>
                <c:pt idx="2984">
                  <c:v>2540</c:v>
                </c:pt>
                <c:pt idx="2985">
                  <c:v>2540</c:v>
                </c:pt>
                <c:pt idx="2986">
                  <c:v>2540</c:v>
                </c:pt>
                <c:pt idx="2987">
                  <c:v>2540</c:v>
                </c:pt>
                <c:pt idx="2988">
                  <c:v>2540</c:v>
                </c:pt>
                <c:pt idx="2989">
                  <c:v>2540</c:v>
                </c:pt>
                <c:pt idx="2990">
                  <c:v>2540</c:v>
                </c:pt>
                <c:pt idx="2991">
                  <c:v>2540</c:v>
                </c:pt>
                <c:pt idx="2992">
                  <c:v>2540</c:v>
                </c:pt>
                <c:pt idx="2993">
                  <c:v>2540</c:v>
                </c:pt>
                <c:pt idx="2994">
                  <c:v>2540</c:v>
                </c:pt>
                <c:pt idx="2995">
                  <c:v>2540</c:v>
                </c:pt>
                <c:pt idx="2996">
                  <c:v>2540</c:v>
                </c:pt>
                <c:pt idx="2997">
                  <c:v>2550</c:v>
                </c:pt>
                <c:pt idx="2998">
                  <c:v>2550</c:v>
                </c:pt>
                <c:pt idx="2999">
                  <c:v>2550</c:v>
                </c:pt>
                <c:pt idx="3000">
                  <c:v>2550</c:v>
                </c:pt>
                <c:pt idx="3001">
                  <c:v>2550</c:v>
                </c:pt>
                <c:pt idx="3002">
                  <c:v>2550</c:v>
                </c:pt>
                <c:pt idx="3003">
                  <c:v>2550</c:v>
                </c:pt>
                <c:pt idx="3004">
                  <c:v>2550</c:v>
                </c:pt>
                <c:pt idx="3005">
                  <c:v>2550</c:v>
                </c:pt>
                <c:pt idx="3006">
                  <c:v>2550</c:v>
                </c:pt>
                <c:pt idx="3007">
                  <c:v>2550</c:v>
                </c:pt>
                <c:pt idx="3008">
                  <c:v>2550</c:v>
                </c:pt>
                <c:pt idx="3009">
                  <c:v>2550</c:v>
                </c:pt>
                <c:pt idx="3010">
                  <c:v>2550</c:v>
                </c:pt>
                <c:pt idx="3011">
                  <c:v>2550</c:v>
                </c:pt>
                <c:pt idx="3012">
                  <c:v>2550</c:v>
                </c:pt>
                <c:pt idx="3013">
                  <c:v>2550</c:v>
                </c:pt>
                <c:pt idx="3014">
                  <c:v>2550</c:v>
                </c:pt>
                <c:pt idx="3015">
                  <c:v>2550</c:v>
                </c:pt>
                <c:pt idx="3016">
                  <c:v>2550</c:v>
                </c:pt>
                <c:pt idx="3017">
                  <c:v>2550</c:v>
                </c:pt>
                <c:pt idx="3018">
                  <c:v>2560</c:v>
                </c:pt>
                <c:pt idx="3019">
                  <c:v>2560</c:v>
                </c:pt>
                <c:pt idx="3020">
                  <c:v>2560</c:v>
                </c:pt>
                <c:pt idx="3021">
                  <c:v>2560</c:v>
                </c:pt>
                <c:pt idx="3022">
                  <c:v>2560</c:v>
                </c:pt>
                <c:pt idx="3023">
                  <c:v>2560</c:v>
                </c:pt>
                <c:pt idx="3024">
                  <c:v>2560</c:v>
                </c:pt>
                <c:pt idx="3025">
                  <c:v>2560</c:v>
                </c:pt>
                <c:pt idx="3026">
                  <c:v>2560</c:v>
                </c:pt>
                <c:pt idx="3027">
                  <c:v>2560</c:v>
                </c:pt>
                <c:pt idx="3028">
                  <c:v>2560</c:v>
                </c:pt>
                <c:pt idx="3029">
                  <c:v>2560</c:v>
                </c:pt>
                <c:pt idx="3030">
                  <c:v>2560</c:v>
                </c:pt>
                <c:pt idx="3031">
                  <c:v>2560</c:v>
                </c:pt>
                <c:pt idx="3032">
                  <c:v>2560</c:v>
                </c:pt>
                <c:pt idx="3033">
                  <c:v>2560</c:v>
                </c:pt>
                <c:pt idx="3034">
                  <c:v>2560</c:v>
                </c:pt>
                <c:pt idx="3035">
                  <c:v>2560</c:v>
                </c:pt>
                <c:pt idx="3036">
                  <c:v>2560</c:v>
                </c:pt>
                <c:pt idx="3037">
                  <c:v>2560</c:v>
                </c:pt>
                <c:pt idx="3038">
                  <c:v>2570</c:v>
                </c:pt>
                <c:pt idx="3039">
                  <c:v>2570</c:v>
                </c:pt>
                <c:pt idx="3040">
                  <c:v>2570</c:v>
                </c:pt>
                <c:pt idx="3041">
                  <c:v>2570</c:v>
                </c:pt>
                <c:pt idx="3042">
                  <c:v>2570</c:v>
                </c:pt>
                <c:pt idx="3043">
                  <c:v>2570</c:v>
                </c:pt>
                <c:pt idx="3044">
                  <c:v>2570</c:v>
                </c:pt>
                <c:pt idx="3045">
                  <c:v>2570</c:v>
                </c:pt>
                <c:pt idx="3046">
                  <c:v>2570</c:v>
                </c:pt>
                <c:pt idx="3047">
                  <c:v>2570</c:v>
                </c:pt>
                <c:pt idx="3048">
                  <c:v>2570</c:v>
                </c:pt>
                <c:pt idx="3049">
                  <c:v>2570</c:v>
                </c:pt>
                <c:pt idx="3050">
                  <c:v>2570</c:v>
                </c:pt>
                <c:pt idx="3051">
                  <c:v>2570</c:v>
                </c:pt>
                <c:pt idx="3052">
                  <c:v>2570</c:v>
                </c:pt>
                <c:pt idx="3053">
                  <c:v>2570</c:v>
                </c:pt>
                <c:pt idx="3054">
                  <c:v>2570</c:v>
                </c:pt>
                <c:pt idx="3055">
                  <c:v>2570</c:v>
                </c:pt>
                <c:pt idx="3056">
                  <c:v>2570</c:v>
                </c:pt>
                <c:pt idx="3057">
                  <c:v>2570</c:v>
                </c:pt>
                <c:pt idx="3058">
                  <c:v>2570</c:v>
                </c:pt>
                <c:pt idx="3059">
                  <c:v>2580</c:v>
                </c:pt>
                <c:pt idx="3060">
                  <c:v>2580</c:v>
                </c:pt>
                <c:pt idx="3061">
                  <c:v>2580</c:v>
                </c:pt>
                <c:pt idx="3062">
                  <c:v>2580</c:v>
                </c:pt>
                <c:pt idx="3063">
                  <c:v>2580</c:v>
                </c:pt>
                <c:pt idx="3064">
                  <c:v>2580</c:v>
                </c:pt>
                <c:pt idx="3065">
                  <c:v>2580</c:v>
                </c:pt>
                <c:pt idx="3066">
                  <c:v>2580</c:v>
                </c:pt>
                <c:pt idx="3067">
                  <c:v>2580</c:v>
                </c:pt>
                <c:pt idx="3068">
                  <c:v>2580</c:v>
                </c:pt>
                <c:pt idx="3069">
                  <c:v>2580</c:v>
                </c:pt>
                <c:pt idx="3070">
                  <c:v>2580</c:v>
                </c:pt>
                <c:pt idx="3071">
                  <c:v>2580</c:v>
                </c:pt>
                <c:pt idx="3072">
                  <c:v>2580</c:v>
                </c:pt>
                <c:pt idx="3073">
                  <c:v>2580</c:v>
                </c:pt>
                <c:pt idx="3074">
                  <c:v>2580</c:v>
                </c:pt>
                <c:pt idx="3075">
                  <c:v>2580</c:v>
                </c:pt>
                <c:pt idx="3076">
                  <c:v>2580</c:v>
                </c:pt>
                <c:pt idx="3077">
                  <c:v>2580</c:v>
                </c:pt>
                <c:pt idx="3078">
                  <c:v>2580</c:v>
                </c:pt>
                <c:pt idx="3079">
                  <c:v>2580</c:v>
                </c:pt>
                <c:pt idx="3080">
                  <c:v>2590</c:v>
                </c:pt>
                <c:pt idx="3081">
                  <c:v>2590</c:v>
                </c:pt>
                <c:pt idx="3082">
                  <c:v>2590</c:v>
                </c:pt>
                <c:pt idx="3083">
                  <c:v>2590</c:v>
                </c:pt>
                <c:pt idx="3084">
                  <c:v>2590</c:v>
                </c:pt>
                <c:pt idx="3085">
                  <c:v>2590</c:v>
                </c:pt>
                <c:pt idx="3086">
                  <c:v>2590</c:v>
                </c:pt>
                <c:pt idx="3087">
                  <c:v>2590</c:v>
                </c:pt>
                <c:pt idx="3088">
                  <c:v>2590</c:v>
                </c:pt>
                <c:pt idx="3089">
                  <c:v>2590</c:v>
                </c:pt>
                <c:pt idx="3090">
                  <c:v>2590</c:v>
                </c:pt>
                <c:pt idx="3091">
                  <c:v>2590</c:v>
                </c:pt>
                <c:pt idx="3092">
                  <c:v>2590</c:v>
                </c:pt>
                <c:pt idx="3093">
                  <c:v>2590</c:v>
                </c:pt>
                <c:pt idx="3094">
                  <c:v>2590</c:v>
                </c:pt>
                <c:pt idx="3095">
                  <c:v>2590</c:v>
                </c:pt>
                <c:pt idx="3096">
                  <c:v>2590</c:v>
                </c:pt>
                <c:pt idx="3097">
                  <c:v>2590</c:v>
                </c:pt>
                <c:pt idx="3098">
                  <c:v>2590</c:v>
                </c:pt>
                <c:pt idx="3099">
                  <c:v>2590</c:v>
                </c:pt>
                <c:pt idx="3100">
                  <c:v>2590</c:v>
                </c:pt>
                <c:pt idx="3101">
                  <c:v>2600</c:v>
                </c:pt>
                <c:pt idx="3102">
                  <c:v>2600</c:v>
                </c:pt>
                <c:pt idx="3103">
                  <c:v>2600</c:v>
                </c:pt>
                <c:pt idx="3104">
                  <c:v>2600</c:v>
                </c:pt>
                <c:pt idx="3105">
                  <c:v>2600</c:v>
                </c:pt>
                <c:pt idx="3106">
                  <c:v>2600</c:v>
                </c:pt>
                <c:pt idx="3107">
                  <c:v>2600</c:v>
                </c:pt>
                <c:pt idx="3108">
                  <c:v>2600</c:v>
                </c:pt>
                <c:pt idx="3109">
                  <c:v>2600</c:v>
                </c:pt>
                <c:pt idx="3110">
                  <c:v>2600</c:v>
                </c:pt>
                <c:pt idx="3111">
                  <c:v>2600</c:v>
                </c:pt>
                <c:pt idx="3112">
                  <c:v>2600</c:v>
                </c:pt>
                <c:pt idx="3113">
                  <c:v>2600</c:v>
                </c:pt>
                <c:pt idx="3114">
                  <c:v>2600</c:v>
                </c:pt>
                <c:pt idx="3115">
                  <c:v>2600</c:v>
                </c:pt>
                <c:pt idx="3116">
                  <c:v>2600</c:v>
                </c:pt>
                <c:pt idx="3117">
                  <c:v>2600</c:v>
                </c:pt>
                <c:pt idx="3118">
                  <c:v>2600</c:v>
                </c:pt>
                <c:pt idx="3119">
                  <c:v>2600</c:v>
                </c:pt>
                <c:pt idx="3120">
                  <c:v>2600</c:v>
                </c:pt>
                <c:pt idx="3121">
                  <c:v>2610</c:v>
                </c:pt>
                <c:pt idx="3122">
                  <c:v>2610</c:v>
                </c:pt>
                <c:pt idx="3123">
                  <c:v>2610</c:v>
                </c:pt>
                <c:pt idx="3124">
                  <c:v>2610</c:v>
                </c:pt>
                <c:pt idx="3125">
                  <c:v>2610</c:v>
                </c:pt>
                <c:pt idx="3126">
                  <c:v>2610</c:v>
                </c:pt>
                <c:pt idx="3127">
                  <c:v>2610</c:v>
                </c:pt>
                <c:pt idx="3128">
                  <c:v>2610</c:v>
                </c:pt>
                <c:pt idx="3129">
                  <c:v>2610</c:v>
                </c:pt>
                <c:pt idx="3130">
                  <c:v>2610</c:v>
                </c:pt>
                <c:pt idx="3131">
                  <c:v>2610</c:v>
                </c:pt>
                <c:pt idx="3132">
                  <c:v>2610</c:v>
                </c:pt>
                <c:pt idx="3133">
                  <c:v>2610</c:v>
                </c:pt>
                <c:pt idx="3134">
                  <c:v>2610</c:v>
                </c:pt>
                <c:pt idx="3135">
                  <c:v>2610</c:v>
                </c:pt>
                <c:pt idx="3136">
                  <c:v>2610</c:v>
                </c:pt>
                <c:pt idx="3137">
                  <c:v>2610</c:v>
                </c:pt>
                <c:pt idx="3138">
                  <c:v>2610</c:v>
                </c:pt>
                <c:pt idx="3139">
                  <c:v>2610</c:v>
                </c:pt>
                <c:pt idx="3140">
                  <c:v>2610</c:v>
                </c:pt>
                <c:pt idx="3141">
                  <c:v>2610</c:v>
                </c:pt>
                <c:pt idx="3142">
                  <c:v>2620</c:v>
                </c:pt>
                <c:pt idx="3143">
                  <c:v>2620</c:v>
                </c:pt>
                <c:pt idx="3144">
                  <c:v>2620</c:v>
                </c:pt>
                <c:pt idx="3145">
                  <c:v>2620</c:v>
                </c:pt>
                <c:pt idx="3146">
                  <c:v>2620</c:v>
                </c:pt>
                <c:pt idx="3147">
                  <c:v>2620</c:v>
                </c:pt>
                <c:pt idx="3148">
                  <c:v>2620</c:v>
                </c:pt>
                <c:pt idx="3149">
                  <c:v>2620</c:v>
                </c:pt>
                <c:pt idx="3150">
                  <c:v>2620</c:v>
                </c:pt>
                <c:pt idx="3151">
                  <c:v>2620</c:v>
                </c:pt>
                <c:pt idx="3152">
                  <c:v>2620</c:v>
                </c:pt>
                <c:pt idx="3153">
                  <c:v>2620</c:v>
                </c:pt>
                <c:pt idx="3154">
                  <c:v>2620</c:v>
                </c:pt>
                <c:pt idx="3155">
                  <c:v>2620</c:v>
                </c:pt>
                <c:pt idx="3156">
                  <c:v>2620</c:v>
                </c:pt>
                <c:pt idx="3157">
                  <c:v>2620</c:v>
                </c:pt>
                <c:pt idx="3158">
                  <c:v>2620</c:v>
                </c:pt>
                <c:pt idx="3159">
                  <c:v>2620</c:v>
                </c:pt>
                <c:pt idx="3160">
                  <c:v>2620</c:v>
                </c:pt>
                <c:pt idx="3161">
                  <c:v>2620</c:v>
                </c:pt>
                <c:pt idx="3162">
                  <c:v>2620</c:v>
                </c:pt>
                <c:pt idx="3163">
                  <c:v>2630</c:v>
                </c:pt>
                <c:pt idx="3164">
                  <c:v>2630</c:v>
                </c:pt>
                <c:pt idx="3165">
                  <c:v>2630</c:v>
                </c:pt>
                <c:pt idx="3166">
                  <c:v>2630</c:v>
                </c:pt>
                <c:pt idx="3167">
                  <c:v>2630</c:v>
                </c:pt>
                <c:pt idx="3168">
                  <c:v>2630</c:v>
                </c:pt>
                <c:pt idx="3169">
                  <c:v>2630</c:v>
                </c:pt>
                <c:pt idx="3170">
                  <c:v>2630</c:v>
                </c:pt>
                <c:pt idx="3171">
                  <c:v>2630</c:v>
                </c:pt>
                <c:pt idx="3172">
                  <c:v>2630</c:v>
                </c:pt>
                <c:pt idx="3173">
                  <c:v>2630</c:v>
                </c:pt>
                <c:pt idx="3174">
                  <c:v>2630</c:v>
                </c:pt>
                <c:pt idx="3175">
                  <c:v>2630</c:v>
                </c:pt>
                <c:pt idx="3176">
                  <c:v>2630</c:v>
                </c:pt>
                <c:pt idx="3177">
                  <c:v>2630</c:v>
                </c:pt>
                <c:pt idx="3178">
                  <c:v>2630</c:v>
                </c:pt>
                <c:pt idx="3179">
                  <c:v>2630</c:v>
                </c:pt>
                <c:pt idx="3180">
                  <c:v>2630</c:v>
                </c:pt>
                <c:pt idx="3181">
                  <c:v>2630</c:v>
                </c:pt>
                <c:pt idx="3182">
                  <c:v>2630</c:v>
                </c:pt>
                <c:pt idx="3183">
                  <c:v>2630</c:v>
                </c:pt>
                <c:pt idx="3184">
                  <c:v>2640</c:v>
                </c:pt>
                <c:pt idx="3185">
                  <c:v>2640</c:v>
                </c:pt>
                <c:pt idx="3186">
                  <c:v>2640</c:v>
                </c:pt>
                <c:pt idx="3187">
                  <c:v>2640</c:v>
                </c:pt>
                <c:pt idx="3188">
                  <c:v>2640</c:v>
                </c:pt>
                <c:pt idx="3189">
                  <c:v>2640</c:v>
                </c:pt>
                <c:pt idx="3190">
                  <c:v>2640</c:v>
                </c:pt>
                <c:pt idx="3191">
                  <c:v>2640</c:v>
                </c:pt>
                <c:pt idx="3192">
                  <c:v>2640</c:v>
                </c:pt>
                <c:pt idx="3193">
                  <c:v>2640</c:v>
                </c:pt>
                <c:pt idx="3194">
                  <c:v>2640</c:v>
                </c:pt>
                <c:pt idx="3195">
                  <c:v>2640</c:v>
                </c:pt>
                <c:pt idx="3196">
                  <c:v>2640</c:v>
                </c:pt>
                <c:pt idx="3197">
                  <c:v>2640</c:v>
                </c:pt>
                <c:pt idx="3198">
                  <c:v>2640</c:v>
                </c:pt>
                <c:pt idx="3199">
                  <c:v>2640</c:v>
                </c:pt>
                <c:pt idx="3200">
                  <c:v>2640</c:v>
                </c:pt>
                <c:pt idx="3201">
                  <c:v>2640</c:v>
                </c:pt>
                <c:pt idx="3202">
                  <c:v>2640</c:v>
                </c:pt>
                <c:pt idx="3203">
                  <c:v>2640</c:v>
                </c:pt>
                <c:pt idx="3204">
                  <c:v>2650</c:v>
                </c:pt>
                <c:pt idx="3205">
                  <c:v>2650</c:v>
                </c:pt>
                <c:pt idx="3206">
                  <c:v>2650</c:v>
                </c:pt>
                <c:pt idx="3207">
                  <c:v>2650</c:v>
                </c:pt>
                <c:pt idx="3208">
                  <c:v>2650</c:v>
                </c:pt>
                <c:pt idx="3209">
                  <c:v>2650</c:v>
                </c:pt>
                <c:pt idx="3210">
                  <c:v>2650</c:v>
                </c:pt>
                <c:pt idx="3211">
                  <c:v>2650</c:v>
                </c:pt>
                <c:pt idx="3212">
                  <c:v>2650</c:v>
                </c:pt>
                <c:pt idx="3213">
                  <c:v>2650</c:v>
                </c:pt>
                <c:pt idx="3214">
                  <c:v>2650</c:v>
                </c:pt>
                <c:pt idx="3215">
                  <c:v>2650</c:v>
                </c:pt>
                <c:pt idx="3216">
                  <c:v>2650</c:v>
                </c:pt>
                <c:pt idx="3217">
                  <c:v>2650</c:v>
                </c:pt>
                <c:pt idx="3218">
                  <c:v>2650</c:v>
                </c:pt>
                <c:pt idx="3219">
                  <c:v>2650</c:v>
                </c:pt>
                <c:pt idx="3220">
                  <c:v>2650</c:v>
                </c:pt>
                <c:pt idx="3221">
                  <c:v>2650</c:v>
                </c:pt>
                <c:pt idx="3222">
                  <c:v>2650</c:v>
                </c:pt>
                <c:pt idx="3223">
                  <c:v>2650</c:v>
                </c:pt>
                <c:pt idx="3224">
                  <c:v>2650</c:v>
                </c:pt>
                <c:pt idx="3225">
                  <c:v>2660</c:v>
                </c:pt>
                <c:pt idx="3226">
                  <c:v>2660</c:v>
                </c:pt>
                <c:pt idx="3227">
                  <c:v>2660</c:v>
                </c:pt>
                <c:pt idx="3228">
                  <c:v>2660</c:v>
                </c:pt>
                <c:pt idx="3229">
                  <c:v>2660</c:v>
                </c:pt>
                <c:pt idx="3230">
                  <c:v>2660</c:v>
                </c:pt>
                <c:pt idx="3231">
                  <c:v>2660</c:v>
                </c:pt>
                <c:pt idx="3232">
                  <c:v>2660</c:v>
                </c:pt>
                <c:pt idx="3233">
                  <c:v>2660</c:v>
                </c:pt>
                <c:pt idx="3234">
                  <c:v>2660</c:v>
                </c:pt>
                <c:pt idx="3235">
                  <c:v>2660</c:v>
                </c:pt>
                <c:pt idx="3236">
                  <c:v>2660</c:v>
                </c:pt>
                <c:pt idx="3237">
                  <c:v>2660</c:v>
                </c:pt>
                <c:pt idx="3238">
                  <c:v>2660</c:v>
                </c:pt>
                <c:pt idx="3239">
                  <c:v>2660</c:v>
                </c:pt>
                <c:pt idx="3240">
                  <c:v>2660</c:v>
                </c:pt>
                <c:pt idx="3241">
                  <c:v>2660</c:v>
                </c:pt>
                <c:pt idx="3242">
                  <c:v>2660</c:v>
                </c:pt>
                <c:pt idx="3243">
                  <c:v>2660</c:v>
                </c:pt>
                <c:pt idx="3244">
                  <c:v>2660</c:v>
                </c:pt>
                <c:pt idx="3245">
                  <c:v>2660</c:v>
                </c:pt>
                <c:pt idx="3246">
                  <c:v>2670</c:v>
                </c:pt>
                <c:pt idx="3247">
                  <c:v>2670</c:v>
                </c:pt>
                <c:pt idx="3248">
                  <c:v>2670</c:v>
                </c:pt>
                <c:pt idx="3249">
                  <c:v>2670</c:v>
                </c:pt>
                <c:pt idx="3250">
                  <c:v>2670</c:v>
                </c:pt>
                <c:pt idx="3251">
                  <c:v>2670</c:v>
                </c:pt>
                <c:pt idx="3252">
                  <c:v>2670</c:v>
                </c:pt>
                <c:pt idx="3253">
                  <c:v>2670</c:v>
                </c:pt>
                <c:pt idx="3254">
                  <c:v>2670</c:v>
                </c:pt>
                <c:pt idx="3255">
                  <c:v>2670</c:v>
                </c:pt>
                <c:pt idx="3256">
                  <c:v>2670</c:v>
                </c:pt>
                <c:pt idx="3257">
                  <c:v>2670</c:v>
                </c:pt>
                <c:pt idx="3258">
                  <c:v>2670</c:v>
                </c:pt>
                <c:pt idx="3259">
                  <c:v>2670</c:v>
                </c:pt>
                <c:pt idx="3260">
                  <c:v>2670</c:v>
                </c:pt>
                <c:pt idx="3261">
                  <c:v>2670</c:v>
                </c:pt>
                <c:pt idx="3262">
                  <c:v>2670</c:v>
                </c:pt>
                <c:pt idx="3263">
                  <c:v>2670</c:v>
                </c:pt>
                <c:pt idx="3264">
                  <c:v>2670</c:v>
                </c:pt>
                <c:pt idx="3265">
                  <c:v>2670</c:v>
                </c:pt>
                <c:pt idx="3266">
                  <c:v>2670</c:v>
                </c:pt>
                <c:pt idx="3267">
                  <c:v>2680</c:v>
                </c:pt>
                <c:pt idx="3268">
                  <c:v>2680</c:v>
                </c:pt>
                <c:pt idx="3269">
                  <c:v>2680</c:v>
                </c:pt>
                <c:pt idx="3270">
                  <c:v>2680</c:v>
                </c:pt>
                <c:pt idx="3271">
                  <c:v>2680</c:v>
                </c:pt>
                <c:pt idx="3272">
                  <c:v>2680</c:v>
                </c:pt>
                <c:pt idx="3273">
                  <c:v>2680</c:v>
                </c:pt>
                <c:pt idx="3274">
                  <c:v>2680</c:v>
                </c:pt>
                <c:pt idx="3275">
                  <c:v>2680</c:v>
                </c:pt>
                <c:pt idx="3276">
                  <c:v>2680</c:v>
                </c:pt>
                <c:pt idx="3277">
                  <c:v>2680</c:v>
                </c:pt>
                <c:pt idx="3278">
                  <c:v>2680</c:v>
                </c:pt>
                <c:pt idx="3279">
                  <c:v>2680</c:v>
                </c:pt>
                <c:pt idx="3280">
                  <c:v>2680</c:v>
                </c:pt>
                <c:pt idx="3281">
                  <c:v>2680</c:v>
                </c:pt>
                <c:pt idx="3282">
                  <c:v>2680</c:v>
                </c:pt>
                <c:pt idx="3283">
                  <c:v>2680</c:v>
                </c:pt>
                <c:pt idx="3284">
                  <c:v>2680</c:v>
                </c:pt>
                <c:pt idx="3285">
                  <c:v>2680</c:v>
                </c:pt>
                <c:pt idx="3286">
                  <c:v>2680</c:v>
                </c:pt>
                <c:pt idx="3287">
                  <c:v>2690</c:v>
                </c:pt>
                <c:pt idx="3288">
                  <c:v>2690</c:v>
                </c:pt>
                <c:pt idx="3289">
                  <c:v>2690</c:v>
                </c:pt>
                <c:pt idx="3290">
                  <c:v>2690</c:v>
                </c:pt>
                <c:pt idx="3291">
                  <c:v>2690</c:v>
                </c:pt>
                <c:pt idx="3292">
                  <c:v>2690</c:v>
                </c:pt>
                <c:pt idx="3293">
                  <c:v>2690</c:v>
                </c:pt>
                <c:pt idx="3294">
                  <c:v>2690</c:v>
                </c:pt>
                <c:pt idx="3295">
                  <c:v>2690</c:v>
                </c:pt>
                <c:pt idx="3296">
                  <c:v>2690</c:v>
                </c:pt>
                <c:pt idx="3297">
                  <c:v>2690</c:v>
                </c:pt>
                <c:pt idx="3298">
                  <c:v>2690</c:v>
                </c:pt>
                <c:pt idx="3299">
                  <c:v>2690</c:v>
                </c:pt>
                <c:pt idx="3300">
                  <c:v>2690</c:v>
                </c:pt>
                <c:pt idx="3301">
                  <c:v>2690</c:v>
                </c:pt>
                <c:pt idx="3302">
                  <c:v>2690</c:v>
                </c:pt>
                <c:pt idx="3303">
                  <c:v>2690</c:v>
                </c:pt>
                <c:pt idx="3304">
                  <c:v>2690</c:v>
                </c:pt>
                <c:pt idx="3305">
                  <c:v>2690</c:v>
                </c:pt>
                <c:pt idx="3306">
                  <c:v>2690</c:v>
                </c:pt>
                <c:pt idx="3307">
                  <c:v>2690</c:v>
                </c:pt>
                <c:pt idx="3308">
                  <c:v>2700</c:v>
                </c:pt>
                <c:pt idx="3309">
                  <c:v>2700</c:v>
                </c:pt>
                <c:pt idx="3310">
                  <c:v>2700</c:v>
                </c:pt>
                <c:pt idx="3311">
                  <c:v>2700</c:v>
                </c:pt>
                <c:pt idx="3312">
                  <c:v>2700</c:v>
                </c:pt>
                <c:pt idx="3313">
                  <c:v>2700</c:v>
                </c:pt>
                <c:pt idx="3314">
                  <c:v>2700</c:v>
                </c:pt>
                <c:pt idx="3315">
                  <c:v>2700</c:v>
                </c:pt>
                <c:pt idx="3316">
                  <c:v>2700</c:v>
                </c:pt>
                <c:pt idx="3317">
                  <c:v>2700</c:v>
                </c:pt>
                <c:pt idx="3318">
                  <c:v>2700</c:v>
                </c:pt>
                <c:pt idx="3319">
                  <c:v>2700</c:v>
                </c:pt>
                <c:pt idx="3320">
                  <c:v>2700</c:v>
                </c:pt>
                <c:pt idx="3321">
                  <c:v>2700</c:v>
                </c:pt>
                <c:pt idx="3322">
                  <c:v>2700</c:v>
                </c:pt>
                <c:pt idx="3323">
                  <c:v>2700</c:v>
                </c:pt>
                <c:pt idx="3324">
                  <c:v>2700</c:v>
                </c:pt>
                <c:pt idx="3325">
                  <c:v>2700</c:v>
                </c:pt>
                <c:pt idx="3326">
                  <c:v>2700</c:v>
                </c:pt>
                <c:pt idx="3327">
                  <c:v>2700</c:v>
                </c:pt>
                <c:pt idx="3328">
                  <c:v>2700</c:v>
                </c:pt>
                <c:pt idx="3329">
                  <c:v>2710</c:v>
                </c:pt>
                <c:pt idx="3330">
                  <c:v>2710</c:v>
                </c:pt>
                <c:pt idx="3331">
                  <c:v>2710</c:v>
                </c:pt>
                <c:pt idx="3332">
                  <c:v>2710</c:v>
                </c:pt>
                <c:pt idx="3333">
                  <c:v>2710</c:v>
                </c:pt>
                <c:pt idx="3334">
                  <c:v>2710</c:v>
                </c:pt>
                <c:pt idx="3335">
                  <c:v>2710</c:v>
                </c:pt>
                <c:pt idx="3336">
                  <c:v>2710</c:v>
                </c:pt>
                <c:pt idx="3337">
                  <c:v>2710</c:v>
                </c:pt>
                <c:pt idx="3338">
                  <c:v>2710</c:v>
                </c:pt>
                <c:pt idx="3339">
                  <c:v>2710</c:v>
                </c:pt>
                <c:pt idx="3340">
                  <c:v>2710</c:v>
                </c:pt>
                <c:pt idx="3341">
                  <c:v>2710</c:v>
                </c:pt>
                <c:pt idx="3342">
                  <c:v>2710</c:v>
                </c:pt>
                <c:pt idx="3343">
                  <c:v>2710</c:v>
                </c:pt>
                <c:pt idx="3344">
                  <c:v>2710</c:v>
                </c:pt>
                <c:pt idx="3345">
                  <c:v>2710</c:v>
                </c:pt>
                <c:pt idx="3346">
                  <c:v>2710</c:v>
                </c:pt>
                <c:pt idx="3347">
                  <c:v>2710</c:v>
                </c:pt>
                <c:pt idx="3348">
                  <c:v>2710</c:v>
                </c:pt>
                <c:pt idx="3349">
                  <c:v>2720</c:v>
                </c:pt>
                <c:pt idx="3350">
                  <c:v>2720</c:v>
                </c:pt>
                <c:pt idx="3351">
                  <c:v>2720</c:v>
                </c:pt>
                <c:pt idx="3352">
                  <c:v>2720</c:v>
                </c:pt>
                <c:pt idx="3353">
                  <c:v>2720</c:v>
                </c:pt>
                <c:pt idx="3354">
                  <c:v>2720</c:v>
                </c:pt>
                <c:pt idx="3355">
                  <c:v>2720</c:v>
                </c:pt>
                <c:pt idx="3356">
                  <c:v>2720</c:v>
                </c:pt>
                <c:pt idx="3357">
                  <c:v>2720</c:v>
                </c:pt>
                <c:pt idx="3358">
                  <c:v>2720</c:v>
                </c:pt>
                <c:pt idx="3359">
                  <c:v>2720</c:v>
                </c:pt>
                <c:pt idx="3360">
                  <c:v>2720</c:v>
                </c:pt>
                <c:pt idx="3361">
                  <c:v>2720</c:v>
                </c:pt>
                <c:pt idx="3362">
                  <c:v>2720</c:v>
                </c:pt>
                <c:pt idx="3363">
                  <c:v>2720</c:v>
                </c:pt>
                <c:pt idx="3364">
                  <c:v>2720</c:v>
                </c:pt>
                <c:pt idx="3365">
                  <c:v>2720</c:v>
                </c:pt>
                <c:pt idx="3366">
                  <c:v>2720</c:v>
                </c:pt>
                <c:pt idx="3367">
                  <c:v>2720</c:v>
                </c:pt>
                <c:pt idx="3368">
                  <c:v>2720</c:v>
                </c:pt>
                <c:pt idx="3369">
                  <c:v>2720</c:v>
                </c:pt>
                <c:pt idx="3370">
                  <c:v>2730</c:v>
                </c:pt>
                <c:pt idx="3371">
                  <c:v>2730</c:v>
                </c:pt>
                <c:pt idx="3372">
                  <c:v>2730</c:v>
                </c:pt>
                <c:pt idx="3373">
                  <c:v>2730</c:v>
                </c:pt>
                <c:pt idx="3374">
                  <c:v>2730</c:v>
                </c:pt>
                <c:pt idx="3375">
                  <c:v>2730</c:v>
                </c:pt>
                <c:pt idx="3376">
                  <c:v>2730</c:v>
                </c:pt>
                <c:pt idx="3377">
                  <c:v>2730</c:v>
                </c:pt>
                <c:pt idx="3378">
                  <c:v>2730</c:v>
                </c:pt>
                <c:pt idx="3379">
                  <c:v>2730</c:v>
                </c:pt>
                <c:pt idx="3380">
                  <c:v>2730</c:v>
                </c:pt>
                <c:pt idx="3381">
                  <c:v>2730</c:v>
                </c:pt>
                <c:pt idx="3382">
                  <c:v>2730</c:v>
                </c:pt>
                <c:pt idx="3383">
                  <c:v>2730</c:v>
                </c:pt>
                <c:pt idx="3384">
                  <c:v>2730</c:v>
                </c:pt>
                <c:pt idx="3385">
                  <c:v>2730</c:v>
                </c:pt>
                <c:pt idx="3386">
                  <c:v>2730</c:v>
                </c:pt>
                <c:pt idx="3387">
                  <c:v>2730</c:v>
                </c:pt>
                <c:pt idx="3388">
                  <c:v>2730</c:v>
                </c:pt>
                <c:pt idx="3389">
                  <c:v>2730</c:v>
                </c:pt>
                <c:pt idx="3390">
                  <c:v>2730</c:v>
                </c:pt>
                <c:pt idx="3391">
                  <c:v>2740</c:v>
                </c:pt>
                <c:pt idx="3392">
                  <c:v>2740</c:v>
                </c:pt>
                <c:pt idx="3393">
                  <c:v>2740</c:v>
                </c:pt>
                <c:pt idx="3394">
                  <c:v>2740</c:v>
                </c:pt>
                <c:pt idx="3395">
                  <c:v>2740</c:v>
                </c:pt>
                <c:pt idx="3396">
                  <c:v>2740</c:v>
                </c:pt>
                <c:pt idx="3397">
                  <c:v>2740</c:v>
                </c:pt>
                <c:pt idx="3398">
                  <c:v>2740</c:v>
                </c:pt>
                <c:pt idx="3399">
                  <c:v>2740</c:v>
                </c:pt>
                <c:pt idx="3400">
                  <c:v>2740</c:v>
                </c:pt>
                <c:pt idx="3401">
                  <c:v>2740</c:v>
                </c:pt>
                <c:pt idx="3402">
                  <c:v>2740</c:v>
                </c:pt>
                <c:pt idx="3403">
                  <c:v>2740</c:v>
                </c:pt>
                <c:pt idx="3404">
                  <c:v>2740</c:v>
                </c:pt>
                <c:pt idx="3405">
                  <c:v>2740</c:v>
                </c:pt>
                <c:pt idx="3406">
                  <c:v>2740</c:v>
                </c:pt>
                <c:pt idx="3407">
                  <c:v>2740</c:v>
                </c:pt>
                <c:pt idx="3408">
                  <c:v>2740</c:v>
                </c:pt>
                <c:pt idx="3409">
                  <c:v>2740</c:v>
                </c:pt>
                <c:pt idx="3410">
                  <c:v>2740</c:v>
                </c:pt>
                <c:pt idx="3411">
                  <c:v>2740</c:v>
                </c:pt>
                <c:pt idx="3412">
                  <c:v>2750</c:v>
                </c:pt>
                <c:pt idx="3413">
                  <c:v>2750</c:v>
                </c:pt>
                <c:pt idx="3414">
                  <c:v>2750</c:v>
                </c:pt>
                <c:pt idx="3415">
                  <c:v>2750</c:v>
                </c:pt>
                <c:pt idx="3416">
                  <c:v>2750</c:v>
                </c:pt>
                <c:pt idx="3417">
                  <c:v>2750</c:v>
                </c:pt>
                <c:pt idx="3418">
                  <c:v>2750</c:v>
                </c:pt>
                <c:pt idx="3419">
                  <c:v>2750</c:v>
                </c:pt>
                <c:pt idx="3420">
                  <c:v>2750</c:v>
                </c:pt>
                <c:pt idx="3421">
                  <c:v>2750</c:v>
                </c:pt>
                <c:pt idx="3422">
                  <c:v>2750</c:v>
                </c:pt>
                <c:pt idx="3423">
                  <c:v>2750</c:v>
                </c:pt>
                <c:pt idx="3424">
                  <c:v>2750</c:v>
                </c:pt>
                <c:pt idx="3425">
                  <c:v>2750</c:v>
                </c:pt>
                <c:pt idx="3426">
                  <c:v>2750</c:v>
                </c:pt>
                <c:pt idx="3427">
                  <c:v>2750</c:v>
                </c:pt>
                <c:pt idx="3428">
                  <c:v>2750</c:v>
                </c:pt>
                <c:pt idx="3429">
                  <c:v>2750</c:v>
                </c:pt>
                <c:pt idx="3430">
                  <c:v>2750</c:v>
                </c:pt>
                <c:pt idx="3431">
                  <c:v>2750</c:v>
                </c:pt>
                <c:pt idx="3432">
                  <c:v>2760</c:v>
                </c:pt>
                <c:pt idx="3433">
                  <c:v>2760</c:v>
                </c:pt>
                <c:pt idx="3434">
                  <c:v>2760</c:v>
                </c:pt>
                <c:pt idx="3435">
                  <c:v>2760</c:v>
                </c:pt>
                <c:pt idx="3436">
                  <c:v>2760</c:v>
                </c:pt>
                <c:pt idx="3437">
                  <c:v>2760</c:v>
                </c:pt>
                <c:pt idx="3438">
                  <c:v>2760</c:v>
                </c:pt>
                <c:pt idx="3439">
                  <c:v>2760</c:v>
                </c:pt>
                <c:pt idx="3440">
                  <c:v>2760</c:v>
                </c:pt>
                <c:pt idx="3441">
                  <c:v>2760</c:v>
                </c:pt>
                <c:pt idx="3442">
                  <c:v>2760</c:v>
                </c:pt>
                <c:pt idx="3443">
                  <c:v>2760</c:v>
                </c:pt>
                <c:pt idx="3444">
                  <c:v>2760</c:v>
                </c:pt>
                <c:pt idx="3445">
                  <c:v>2760</c:v>
                </c:pt>
                <c:pt idx="3446">
                  <c:v>2760</c:v>
                </c:pt>
                <c:pt idx="3447">
                  <c:v>2760</c:v>
                </c:pt>
                <c:pt idx="3448">
                  <c:v>2760</c:v>
                </c:pt>
                <c:pt idx="3449">
                  <c:v>2760</c:v>
                </c:pt>
                <c:pt idx="3450">
                  <c:v>2760</c:v>
                </c:pt>
                <c:pt idx="3451">
                  <c:v>2760</c:v>
                </c:pt>
                <c:pt idx="3452">
                  <c:v>2760</c:v>
                </c:pt>
                <c:pt idx="3453">
                  <c:v>2770</c:v>
                </c:pt>
                <c:pt idx="3454">
                  <c:v>2770</c:v>
                </c:pt>
                <c:pt idx="3455">
                  <c:v>2770</c:v>
                </c:pt>
                <c:pt idx="3456">
                  <c:v>2770</c:v>
                </c:pt>
                <c:pt idx="3457">
                  <c:v>2770</c:v>
                </c:pt>
                <c:pt idx="3458">
                  <c:v>2770</c:v>
                </c:pt>
                <c:pt idx="3459">
                  <c:v>2770</c:v>
                </c:pt>
                <c:pt idx="3460">
                  <c:v>2770</c:v>
                </c:pt>
                <c:pt idx="3461">
                  <c:v>2770</c:v>
                </c:pt>
                <c:pt idx="3462">
                  <c:v>2770</c:v>
                </c:pt>
                <c:pt idx="3463">
                  <c:v>2770</c:v>
                </c:pt>
                <c:pt idx="3464">
                  <c:v>2770</c:v>
                </c:pt>
                <c:pt idx="3465">
                  <c:v>2770</c:v>
                </c:pt>
                <c:pt idx="3466">
                  <c:v>2770</c:v>
                </c:pt>
                <c:pt idx="3467">
                  <c:v>2770</c:v>
                </c:pt>
                <c:pt idx="3468">
                  <c:v>2770</c:v>
                </c:pt>
                <c:pt idx="3469">
                  <c:v>2770</c:v>
                </c:pt>
                <c:pt idx="3470">
                  <c:v>2770</c:v>
                </c:pt>
                <c:pt idx="3471">
                  <c:v>2770</c:v>
                </c:pt>
                <c:pt idx="3472">
                  <c:v>2770</c:v>
                </c:pt>
                <c:pt idx="3473">
                  <c:v>2770</c:v>
                </c:pt>
                <c:pt idx="3474">
                  <c:v>2780</c:v>
                </c:pt>
                <c:pt idx="3475">
                  <c:v>2780</c:v>
                </c:pt>
                <c:pt idx="3476">
                  <c:v>2780</c:v>
                </c:pt>
                <c:pt idx="3477">
                  <c:v>2780</c:v>
                </c:pt>
                <c:pt idx="3478">
                  <c:v>2780</c:v>
                </c:pt>
                <c:pt idx="3479">
                  <c:v>2780</c:v>
                </c:pt>
                <c:pt idx="3480">
                  <c:v>2780</c:v>
                </c:pt>
                <c:pt idx="3481">
                  <c:v>2780</c:v>
                </c:pt>
                <c:pt idx="3482">
                  <c:v>2780</c:v>
                </c:pt>
                <c:pt idx="3483">
                  <c:v>2780</c:v>
                </c:pt>
                <c:pt idx="3484">
                  <c:v>2780</c:v>
                </c:pt>
                <c:pt idx="3485">
                  <c:v>2780</c:v>
                </c:pt>
                <c:pt idx="3486">
                  <c:v>2780</c:v>
                </c:pt>
                <c:pt idx="3487">
                  <c:v>2780</c:v>
                </c:pt>
                <c:pt idx="3488">
                  <c:v>2780</c:v>
                </c:pt>
                <c:pt idx="3489">
                  <c:v>2780</c:v>
                </c:pt>
                <c:pt idx="3490">
                  <c:v>2780</c:v>
                </c:pt>
                <c:pt idx="3491">
                  <c:v>2780</c:v>
                </c:pt>
                <c:pt idx="3492">
                  <c:v>2780</c:v>
                </c:pt>
                <c:pt idx="3493">
                  <c:v>2780</c:v>
                </c:pt>
                <c:pt idx="3494">
                  <c:v>2780</c:v>
                </c:pt>
                <c:pt idx="3495">
                  <c:v>2790</c:v>
                </c:pt>
                <c:pt idx="3496">
                  <c:v>2790</c:v>
                </c:pt>
                <c:pt idx="3497">
                  <c:v>2790</c:v>
                </c:pt>
                <c:pt idx="3498">
                  <c:v>2790</c:v>
                </c:pt>
                <c:pt idx="3499">
                  <c:v>2790</c:v>
                </c:pt>
                <c:pt idx="3500">
                  <c:v>2790</c:v>
                </c:pt>
                <c:pt idx="3501">
                  <c:v>2790</c:v>
                </c:pt>
                <c:pt idx="3502">
                  <c:v>2790</c:v>
                </c:pt>
                <c:pt idx="3503">
                  <c:v>2790</c:v>
                </c:pt>
                <c:pt idx="3504">
                  <c:v>2790</c:v>
                </c:pt>
                <c:pt idx="3505">
                  <c:v>2790</c:v>
                </c:pt>
                <c:pt idx="3506">
                  <c:v>2790</c:v>
                </c:pt>
                <c:pt idx="3507">
                  <c:v>2790</c:v>
                </c:pt>
                <c:pt idx="3508">
                  <c:v>2790</c:v>
                </c:pt>
                <c:pt idx="3509">
                  <c:v>2790</c:v>
                </c:pt>
                <c:pt idx="3510">
                  <c:v>2790</c:v>
                </c:pt>
                <c:pt idx="3511">
                  <c:v>2790</c:v>
                </c:pt>
                <c:pt idx="3512">
                  <c:v>2790</c:v>
                </c:pt>
                <c:pt idx="3513">
                  <c:v>2790</c:v>
                </c:pt>
                <c:pt idx="3514">
                  <c:v>2790</c:v>
                </c:pt>
                <c:pt idx="3515">
                  <c:v>2800</c:v>
                </c:pt>
                <c:pt idx="3516">
                  <c:v>2800</c:v>
                </c:pt>
                <c:pt idx="3517">
                  <c:v>2800</c:v>
                </c:pt>
                <c:pt idx="3518">
                  <c:v>2800</c:v>
                </c:pt>
                <c:pt idx="3519">
                  <c:v>2800</c:v>
                </c:pt>
                <c:pt idx="3520">
                  <c:v>2800</c:v>
                </c:pt>
                <c:pt idx="3521">
                  <c:v>2800</c:v>
                </c:pt>
                <c:pt idx="3522">
                  <c:v>2800</c:v>
                </c:pt>
                <c:pt idx="3523">
                  <c:v>2800</c:v>
                </c:pt>
                <c:pt idx="3524">
                  <c:v>2800</c:v>
                </c:pt>
                <c:pt idx="3525">
                  <c:v>2800</c:v>
                </c:pt>
                <c:pt idx="3526">
                  <c:v>2800</c:v>
                </c:pt>
                <c:pt idx="3527">
                  <c:v>2800</c:v>
                </c:pt>
                <c:pt idx="3528">
                  <c:v>2800</c:v>
                </c:pt>
                <c:pt idx="3529">
                  <c:v>2800</c:v>
                </c:pt>
                <c:pt idx="3530">
                  <c:v>2800</c:v>
                </c:pt>
                <c:pt idx="3531">
                  <c:v>2800</c:v>
                </c:pt>
                <c:pt idx="3532">
                  <c:v>2800</c:v>
                </c:pt>
                <c:pt idx="3533">
                  <c:v>2800</c:v>
                </c:pt>
                <c:pt idx="3534">
                  <c:v>2800</c:v>
                </c:pt>
                <c:pt idx="3535">
                  <c:v>2800</c:v>
                </c:pt>
                <c:pt idx="3536">
                  <c:v>2810</c:v>
                </c:pt>
                <c:pt idx="3537">
                  <c:v>2810</c:v>
                </c:pt>
                <c:pt idx="3538">
                  <c:v>2810</c:v>
                </c:pt>
                <c:pt idx="3539">
                  <c:v>2810</c:v>
                </c:pt>
                <c:pt idx="3540">
                  <c:v>2810</c:v>
                </c:pt>
                <c:pt idx="3541">
                  <c:v>2810</c:v>
                </c:pt>
                <c:pt idx="3542">
                  <c:v>2810</c:v>
                </c:pt>
                <c:pt idx="3543">
                  <c:v>2810</c:v>
                </c:pt>
                <c:pt idx="3544">
                  <c:v>2810</c:v>
                </c:pt>
                <c:pt idx="3545">
                  <c:v>2810</c:v>
                </c:pt>
                <c:pt idx="3546">
                  <c:v>2810</c:v>
                </c:pt>
                <c:pt idx="3547">
                  <c:v>2810</c:v>
                </c:pt>
                <c:pt idx="3548">
                  <c:v>2810</c:v>
                </c:pt>
                <c:pt idx="3549">
                  <c:v>2810</c:v>
                </c:pt>
                <c:pt idx="3550">
                  <c:v>2810</c:v>
                </c:pt>
                <c:pt idx="3551">
                  <c:v>2810</c:v>
                </c:pt>
                <c:pt idx="3552">
                  <c:v>2810</c:v>
                </c:pt>
                <c:pt idx="3553">
                  <c:v>2810</c:v>
                </c:pt>
                <c:pt idx="3554">
                  <c:v>2810</c:v>
                </c:pt>
                <c:pt idx="3555">
                  <c:v>2810</c:v>
                </c:pt>
                <c:pt idx="3556">
                  <c:v>2810</c:v>
                </c:pt>
                <c:pt idx="3557">
                  <c:v>2820</c:v>
                </c:pt>
                <c:pt idx="3558">
                  <c:v>2820</c:v>
                </c:pt>
                <c:pt idx="3559">
                  <c:v>2820</c:v>
                </c:pt>
                <c:pt idx="3560">
                  <c:v>2820</c:v>
                </c:pt>
                <c:pt idx="3561">
                  <c:v>2820</c:v>
                </c:pt>
                <c:pt idx="3562">
                  <c:v>2820</c:v>
                </c:pt>
                <c:pt idx="3563">
                  <c:v>2820</c:v>
                </c:pt>
                <c:pt idx="3564">
                  <c:v>2820</c:v>
                </c:pt>
                <c:pt idx="3565">
                  <c:v>2820</c:v>
                </c:pt>
                <c:pt idx="3566">
                  <c:v>2820</c:v>
                </c:pt>
                <c:pt idx="3567">
                  <c:v>2820</c:v>
                </c:pt>
                <c:pt idx="3568">
                  <c:v>2820</c:v>
                </c:pt>
                <c:pt idx="3569">
                  <c:v>2820</c:v>
                </c:pt>
                <c:pt idx="3570">
                  <c:v>2820</c:v>
                </c:pt>
                <c:pt idx="3571">
                  <c:v>2820</c:v>
                </c:pt>
                <c:pt idx="3572">
                  <c:v>2820</c:v>
                </c:pt>
                <c:pt idx="3573">
                  <c:v>2820</c:v>
                </c:pt>
                <c:pt idx="3574">
                  <c:v>2820</c:v>
                </c:pt>
                <c:pt idx="3575">
                  <c:v>2820</c:v>
                </c:pt>
                <c:pt idx="3576">
                  <c:v>2820</c:v>
                </c:pt>
                <c:pt idx="3577">
                  <c:v>2820</c:v>
                </c:pt>
                <c:pt idx="3578">
                  <c:v>2830</c:v>
                </c:pt>
                <c:pt idx="3579">
                  <c:v>2830</c:v>
                </c:pt>
                <c:pt idx="3580">
                  <c:v>2830</c:v>
                </c:pt>
                <c:pt idx="3581">
                  <c:v>2830</c:v>
                </c:pt>
                <c:pt idx="3582">
                  <c:v>2830</c:v>
                </c:pt>
                <c:pt idx="3583">
                  <c:v>2830</c:v>
                </c:pt>
                <c:pt idx="3584">
                  <c:v>2830</c:v>
                </c:pt>
                <c:pt idx="3585">
                  <c:v>2830</c:v>
                </c:pt>
                <c:pt idx="3586">
                  <c:v>2830</c:v>
                </c:pt>
                <c:pt idx="3587">
                  <c:v>2830</c:v>
                </c:pt>
                <c:pt idx="3588">
                  <c:v>2830</c:v>
                </c:pt>
                <c:pt idx="3589">
                  <c:v>2830</c:v>
                </c:pt>
                <c:pt idx="3590">
                  <c:v>2830</c:v>
                </c:pt>
                <c:pt idx="3591">
                  <c:v>2830</c:v>
                </c:pt>
                <c:pt idx="3592">
                  <c:v>2830</c:v>
                </c:pt>
                <c:pt idx="3593">
                  <c:v>2830</c:v>
                </c:pt>
                <c:pt idx="3594">
                  <c:v>2830</c:v>
                </c:pt>
                <c:pt idx="3595">
                  <c:v>2830</c:v>
                </c:pt>
                <c:pt idx="3596">
                  <c:v>2830</c:v>
                </c:pt>
                <c:pt idx="3597">
                  <c:v>2830</c:v>
                </c:pt>
                <c:pt idx="3598">
                  <c:v>2840</c:v>
                </c:pt>
                <c:pt idx="3599">
                  <c:v>2840</c:v>
                </c:pt>
                <c:pt idx="3600">
                  <c:v>2840</c:v>
                </c:pt>
                <c:pt idx="3601">
                  <c:v>2840</c:v>
                </c:pt>
                <c:pt idx="3602">
                  <c:v>2840</c:v>
                </c:pt>
                <c:pt idx="3603">
                  <c:v>2840</c:v>
                </c:pt>
                <c:pt idx="3604">
                  <c:v>2840</c:v>
                </c:pt>
                <c:pt idx="3605">
                  <c:v>2840</c:v>
                </c:pt>
                <c:pt idx="3606">
                  <c:v>2840</c:v>
                </c:pt>
                <c:pt idx="3607">
                  <c:v>2840</c:v>
                </c:pt>
                <c:pt idx="3608">
                  <c:v>2840</c:v>
                </c:pt>
                <c:pt idx="3609">
                  <c:v>2840</c:v>
                </c:pt>
                <c:pt idx="3610">
                  <c:v>2840</c:v>
                </c:pt>
                <c:pt idx="3611">
                  <c:v>2840</c:v>
                </c:pt>
                <c:pt idx="3612">
                  <c:v>2840</c:v>
                </c:pt>
                <c:pt idx="3613">
                  <c:v>2840</c:v>
                </c:pt>
                <c:pt idx="3614">
                  <c:v>2840</c:v>
                </c:pt>
                <c:pt idx="3615">
                  <c:v>2840</c:v>
                </c:pt>
                <c:pt idx="3616">
                  <c:v>2840</c:v>
                </c:pt>
                <c:pt idx="3617">
                  <c:v>2840</c:v>
                </c:pt>
                <c:pt idx="3618">
                  <c:v>2840</c:v>
                </c:pt>
                <c:pt idx="3619">
                  <c:v>2850</c:v>
                </c:pt>
                <c:pt idx="3620">
                  <c:v>2850</c:v>
                </c:pt>
                <c:pt idx="3621">
                  <c:v>2850</c:v>
                </c:pt>
                <c:pt idx="3622">
                  <c:v>2850</c:v>
                </c:pt>
                <c:pt idx="3623">
                  <c:v>2850</c:v>
                </c:pt>
                <c:pt idx="3624">
                  <c:v>2850</c:v>
                </c:pt>
                <c:pt idx="3625">
                  <c:v>2850</c:v>
                </c:pt>
                <c:pt idx="3626">
                  <c:v>2850</c:v>
                </c:pt>
                <c:pt idx="3627">
                  <c:v>2850</c:v>
                </c:pt>
                <c:pt idx="3628">
                  <c:v>2850</c:v>
                </c:pt>
                <c:pt idx="3629">
                  <c:v>2850</c:v>
                </c:pt>
                <c:pt idx="3630">
                  <c:v>2850</c:v>
                </c:pt>
                <c:pt idx="3631">
                  <c:v>2850</c:v>
                </c:pt>
                <c:pt idx="3632">
                  <c:v>2850</c:v>
                </c:pt>
                <c:pt idx="3633">
                  <c:v>2850</c:v>
                </c:pt>
                <c:pt idx="3634">
                  <c:v>2850</c:v>
                </c:pt>
                <c:pt idx="3635">
                  <c:v>2850</c:v>
                </c:pt>
                <c:pt idx="3636">
                  <c:v>2850</c:v>
                </c:pt>
                <c:pt idx="3637">
                  <c:v>2850</c:v>
                </c:pt>
                <c:pt idx="3638">
                  <c:v>2850</c:v>
                </c:pt>
                <c:pt idx="3639">
                  <c:v>2850</c:v>
                </c:pt>
                <c:pt idx="3640">
                  <c:v>2860</c:v>
                </c:pt>
                <c:pt idx="3641">
                  <c:v>2860</c:v>
                </c:pt>
                <c:pt idx="3642">
                  <c:v>2860</c:v>
                </c:pt>
                <c:pt idx="3643">
                  <c:v>2860</c:v>
                </c:pt>
                <c:pt idx="3644">
                  <c:v>2860</c:v>
                </c:pt>
                <c:pt idx="3645">
                  <c:v>2860</c:v>
                </c:pt>
                <c:pt idx="3646">
                  <c:v>2860</c:v>
                </c:pt>
                <c:pt idx="3647">
                  <c:v>2860</c:v>
                </c:pt>
                <c:pt idx="3648">
                  <c:v>2860</c:v>
                </c:pt>
                <c:pt idx="3649">
                  <c:v>2860</c:v>
                </c:pt>
                <c:pt idx="3650">
                  <c:v>2860</c:v>
                </c:pt>
                <c:pt idx="3651">
                  <c:v>2860</c:v>
                </c:pt>
                <c:pt idx="3652">
                  <c:v>2860</c:v>
                </c:pt>
                <c:pt idx="3653">
                  <c:v>2860</c:v>
                </c:pt>
                <c:pt idx="3654">
                  <c:v>2860</c:v>
                </c:pt>
                <c:pt idx="3655">
                  <c:v>2860</c:v>
                </c:pt>
                <c:pt idx="3656">
                  <c:v>2860</c:v>
                </c:pt>
                <c:pt idx="3657">
                  <c:v>2860</c:v>
                </c:pt>
                <c:pt idx="3658">
                  <c:v>2860</c:v>
                </c:pt>
                <c:pt idx="3659">
                  <c:v>2860</c:v>
                </c:pt>
                <c:pt idx="3660">
                  <c:v>2860</c:v>
                </c:pt>
                <c:pt idx="3661">
                  <c:v>2870</c:v>
                </c:pt>
                <c:pt idx="3662">
                  <c:v>2870</c:v>
                </c:pt>
                <c:pt idx="3663">
                  <c:v>2870</c:v>
                </c:pt>
                <c:pt idx="3664">
                  <c:v>2870</c:v>
                </c:pt>
                <c:pt idx="3665">
                  <c:v>2870</c:v>
                </c:pt>
                <c:pt idx="3666">
                  <c:v>2870</c:v>
                </c:pt>
                <c:pt idx="3667">
                  <c:v>2870</c:v>
                </c:pt>
                <c:pt idx="3668">
                  <c:v>2870</c:v>
                </c:pt>
                <c:pt idx="3669">
                  <c:v>2870</c:v>
                </c:pt>
                <c:pt idx="3670">
                  <c:v>2870</c:v>
                </c:pt>
                <c:pt idx="3671">
                  <c:v>2870</c:v>
                </c:pt>
                <c:pt idx="3672">
                  <c:v>2870</c:v>
                </c:pt>
                <c:pt idx="3673">
                  <c:v>2870</c:v>
                </c:pt>
                <c:pt idx="3674">
                  <c:v>2870</c:v>
                </c:pt>
                <c:pt idx="3675">
                  <c:v>2870</c:v>
                </c:pt>
                <c:pt idx="3676">
                  <c:v>2870</c:v>
                </c:pt>
                <c:pt idx="3677">
                  <c:v>2870</c:v>
                </c:pt>
                <c:pt idx="3678">
                  <c:v>2870</c:v>
                </c:pt>
                <c:pt idx="3679">
                  <c:v>2870</c:v>
                </c:pt>
                <c:pt idx="3680">
                  <c:v>2870</c:v>
                </c:pt>
                <c:pt idx="3681">
                  <c:v>2880</c:v>
                </c:pt>
                <c:pt idx="3682">
                  <c:v>2880</c:v>
                </c:pt>
                <c:pt idx="3683">
                  <c:v>2880</c:v>
                </c:pt>
                <c:pt idx="3684">
                  <c:v>2880</c:v>
                </c:pt>
                <c:pt idx="3685">
                  <c:v>2880</c:v>
                </c:pt>
                <c:pt idx="3686">
                  <c:v>2880</c:v>
                </c:pt>
                <c:pt idx="3687">
                  <c:v>2880</c:v>
                </c:pt>
                <c:pt idx="3688">
                  <c:v>2880</c:v>
                </c:pt>
                <c:pt idx="3689">
                  <c:v>2880</c:v>
                </c:pt>
                <c:pt idx="3690">
                  <c:v>2880</c:v>
                </c:pt>
                <c:pt idx="3691">
                  <c:v>2880</c:v>
                </c:pt>
                <c:pt idx="3692">
                  <c:v>2880</c:v>
                </c:pt>
                <c:pt idx="3693">
                  <c:v>2880</c:v>
                </c:pt>
                <c:pt idx="3694">
                  <c:v>2880</c:v>
                </c:pt>
                <c:pt idx="3695">
                  <c:v>2880</c:v>
                </c:pt>
                <c:pt idx="3696">
                  <c:v>2880</c:v>
                </c:pt>
                <c:pt idx="3697">
                  <c:v>2880</c:v>
                </c:pt>
                <c:pt idx="3698">
                  <c:v>2880</c:v>
                </c:pt>
                <c:pt idx="3699">
                  <c:v>2880</c:v>
                </c:pt>
                <c:pt idx="3700">
                  <c:v>2880</c:v>
                </c:pt>
                <c:pt idx="3701">
                  <c:v>2880</c:v>
                </c:pt>
                <c:pt idx="3702">
                  <c:v>2890</c:v>
                </c:pt>
                <c:pt idx="3703">
                  <c:v>2890</c:v>
                </c:pt>
                <c:pt idx="3704">
                  <c:v>2890</c:v>
                </c:pt>
                <c:pt idx="3705">
                  <c:v>2890</c:v>
                </c:pt>
                <c:pt idx="3706">
                  <c:v>2890</c:v>
                </c:pt>
                <c:pt idx="3707">
                  <c:v>2890</c:v>
                </c:pt>
                <c:pt idx="3708">
                  <c:v>2890</c:v>
                </c:pt>
                <c:pt idx="3709">
                  <c:v>2890</c:v>
                </c:pt>
                <c:pt idx="3710">
                  <c:v>2890</c:v>
                </c:pt>
                <c:pt idx="3711">
                  <c:v>2890</c:v>
                </c:pt>
                <c:pt idx="3712">
                  <c:v>2890</c:v>
                </c:pt>
                <c:pt idx="3713">
                  <c:v>2890</c:v>
                </c:pt>
                <c:pt idx="3714">
                  <c:v>2890</c:v>
                </c:pt>
                <c:pt idx="3715">
                  <c:v>2890</c:v>
                </c:pt>
                <c:pt idx="3716">
                  <c:v>2890</c:v>
                </c:pt>
                <c:pt idx="3717">
                  <c:v>2890</c:v>
                </c:pt>
                <c:pt idx="3718">
                  <c:v>2890</c:v>
                </c:pt>
                <c:pt idx="3719">
                  <c:v>2890</c:v>
                </c:pt>
                <c:pt idx="3720">
                  <c:v>2890</c:v>
                </c:pt>
                <c:pt idx="3721">
                  <c:v>2890</c:v>
                </c:pt>
                <c:pt idx="3722">
                  <c:v>2890</c:v>
                </c:pt>
                <c:pt idx="3723">
                  <c:v>2900</c:v>
                </c:pt>
                <c:pt idx="3724">
                  <c:v>2900</c:v>
                </c:pt>
                <c:pt idx="3725">
                  <c:v>2900</c:v>
                </c:pt>
                <c:pt idx="3726">
                  <c:v>2900</c:v>
                </c:pt>
                <c:pt idx="3727">
                  <c:v>2900</c:v>
                </c:pt>
                <c:pt idx="3728">
                  <c:v>2900</c:v>
                </c:pt>
                <c:pt idx="3729">
                  <c:v>2900</c:v>
                </c:pt>
                <c:pt idx="3730">
                  <c:v>2900</c:v>
                </c:pt>
                <c:pt idx="3731">
                  <c:v>2900</c:v>
                </c:pt>
                <c:pt idx="3732">
                  <c:v>2900</c:v>
                </c:pt>
                <c:pt idx="3733">
                  <c:v>2900</c:v>
                </c:pt>
                <c:pt idx="3734">
                  <c:v>2900</c:v>
                </c:pt>
                <c:pt idx="3735">
                  <c:v>2900</c:v>
                </c:pt>
                <c:pt idx="3736">
                  <c:v>2900</c:v>
                </c:pt>
                <c:pt idx="3737">
                  <c:v>2900</c:v>
                </c:pt>
                <c:pt idx="3738">
                  <c:v>2900</c:v>
                </c:pt>
                <c:pt idx="3739">
                  <c:v>2900</c:v>
                </c:pt>
                <c:pt idx="3740">
                  <c:v>2900</c:v>
                </c:pt>
                <c:pt idx="3741">
                  <c:v>2900</c:v>
                </c:pt>
                <c:pt idx="3742">
                  <c:v>2900</c:v>
                </c:pt>
                <c:pt idx="3743">
                  <c:v>2900</c:v>
                </c:pt>
                <c:pt idx="3744">
                  <c:v>2910</c:v>
                </c:pt>
                <c:pt idx="3745">
                  <c:v>2910</c:v>
                </c:pt>
                <c:pt idx="3746">
                  <c:v>2910</c:v>
                </c:pt>
                <c:pt idx="3747">
                  <c:v>2910</c:v>
                </c:pt>
                <c:pt idx="3748">
                  <c:v>2910</c:v>
                </c:pt>
                <c:pt idx="3749">
                  <c:v>2910</c:v>
                </c:pt>
                <c:pt idx="3750">
                  <c:v>2910</c:v>
                </c:pt>
                <c:pt idx="3751">
                  <c:v>2910</c:v>
                </c:pt>
                <c:pt idx="3752">
                  <c:v>2910</c:v>
                </c:pt>
                <c:pt idx="3753">
                  <c:v>2910</c:v>
                </c:pt>
                <c:pt idx="3754">
                  <c:v>2910</c:v>
                </c:pt>
                <c:pt idx="3755">
                  <c:v>2910</c:v>
                </c:pt>
                <c:pt idx="3756">
                  <c:v>2910</c:v>
                </c:pt>
                <c:pt idx="3757">
                  <c:v>2910</c:v>
                </c:pt>
                <c:pt idx="3758">
                  <c:v>2910</c:v>
                </c:pt>
                <c:pt idx="3759">
                  <c:v>2910</c:v>
                </c:pt>
                <c:pt idx="3760">
                  <c:v>2910</c:v>
                </c:pt>
                <c:pt idx="3761">
                  <c:v>2910</c:v>
                </c:pt>
                <c:pt idx="3762">
                  <c:v>2910</c:v>
                </c:pt>
                <c:pt idx="3763">
                  <c:v>2910</c:v>
                </c:pt>
                <c:pt idx="3764">
                  <c:v>2920</c:v>
                </c:pt>
                <c:pt idx="3765">
                  <c:v>2920</c:v>
                </c:pt>
                <c:pt idx="3766">
                  <c:v>2920</c:v>
                </c:pt>
                <c:pt idx="3767">
                  <c:v>2920</c:v>
                </c:pt>
                <c:pt idx="3768">
                  <c:v>2920</c:v>
                </c:pt>
                <c:pt idx="3769">
                  <c:v>2920</c:v>
                </c:pt>
                <c:pt idx="3770">
                  <c:v>2920</c:v>
                </c:pt>
                <c:pt idx="3771">
                  <c:v>2920</c:v>
                </c:pt>
                <c:pt idx="3772">
                  <c:v>2920</c:v>
                </c:pt>
                <c:pt idx="3773">
                  <c:v>2920</c:v>
                </c:pt>
                <c:pt idx="3774">
                  <c:v>2920</c:v>
                </c:pt>
                <c:pt idx="3775">
                  <c:v>2920</c:v>
                </c:pt>
                <c:pt idx="3776">
                  <c:v>2920</c:v>
                </c:pt>
                <c:pt idx="3777">
                  <c:v>2920</c:v>
                </c:pt>
                <c:pt idx="3778">
                  <c:v>2920</c:v>
                </c:pt>
                <c:pt idx="3779">
                  <c:v>2920</c:v>
                </c:pt>
                <c:pt idx="3780">
                  <c:v>2920</c:v>
                </c:pt>
                <c:pt idx="3781">
                  <c:v>2920</c:v>
                </c:pt>
                <c:pt idx="3782">
                  <c:v>2920</c:v>
                </c:pt>
                <c:pt idx="3783">
                  <c:v>2920</c:v>
                </c:pt>
                <c:pt idx="3784">
                  <c:v>2920</c:v>
                </c:pt>
                <c:pt idx="3785">
                  <c:v>2930</c:v>
                </c:pt>
                <c:pt idx="3786">
                  <c:v>2930</c:v>
                </c:pt>
                <c:pt idx="3787">
                  <c:v>2930</c:v>
                </c:pt>
                <c:pt idx="3788">
                  <c:v>2930</c:v>
                </c:pt>
                <c:pt idx="3789">
                  <c:v>2930</c:v>
                </c:pt>
                <c:pt idx="3790">
                  <c:v>2930</c:v>
                </c:pt>
                <c:pt idx="3791">
                  <c:v>2930</c:v>
                </c:pt>
                <c:pt idx="3792">
                  <c:v>2930</c:v>
                </c:pt>
                <c:pt idx="3793">
                  <c:v>2930</c:v>
                </c:pt>
                <c:pt idx="3794">
                  <c:v>2930</c:v>
                </c:pt>
                <c:pt idx="3795">
                  <c:v>2930</c:v>
                </c:pt>
                <c:pt idx="3796">
                  <c:v>2930</c:v>
                </c:pt>
                <c:pt idx="3797">
                  <c:v>2930</c:v>
                </c:pt>
                <c:pt idx="3798">
                  <c:v>2930</c:v>
                </c:pt>
                <c:pt idx="3799">
                  <c:v>2930</c:v>
                </c:pt>
                <c:pt idx="3800">
                  <c:v>2930</c:v>
                </c:pt>
                <c:pt idx="3801">
                  <c:v>2930</c:v>
                </c:pt>
                <c:pt idx="3802">
                  <c:v>2930</c:v>
                </c:pt>
                <c:pt idx="3803">
                  <c:v>2930</c:v>
                </c:pt>
                <c:pt idx="3804">
                  <c:v>2930</c:v>
                </c:pt>
                <c:pt idx="3805">
                  <c:v>2930</c:v>
                </c:pt>
                <c:pt idx="3806">
                  <c:v>2940</c:v>
                </c:pt>
                <c:pt idx="3807">
                  <c:v>2940</c:v>
                </c:pt>
                <c:pt idx="3808">
                  <c:v>2940</c:v>
                </c:pt>
                <c:pt idx="3809">
                  <c:v>2940</c:v>
                </c:pt>
                <c:pt idx="3810">
                  <c:v>2940</c:v>
                </c:pt>
                <c:pt idx="3811">
                  <c:v>2940</c:v>
                </c:pt>
                <c:pt idx="3812">
                  <c:v>2940</c:v>
                </c:pt>
                <c:pt idx="3813">
                  <c:v>2940</c:v>
                </c:pt>
                <c:pt idx="3814">
                  <c:v>2940</c:v>
                </c:pt>
                <c:pt idx="3815">
                  <c:v>2940</c:v>
                </c:pt>
                <c:pt idx="3816">
                  <c:v>2940</c:v>
                </c:pt>
                <c:pt idx="3817">
                  <c:v>2940</c:v>
                </c:pt>
                <c:pt idx="3818">
                  <c:v>2940</c:v>
                </c:pt>
                <c:pt idx="3819">
                  <c:v>2940</c:v>
                </c:pt>
                <c:pt idx="3820">
                  <c:v>2940</c:v>
                </c:pt>
                <c:pt idx="3821">
                  <c:v>2940</c:v>
                </c:pt>
                <c:pt idx="3822">
                  <c:v>2940</c:v>
                </c:pt>
                <c:pt idx="3823">
                  <c:v>2940</c:v>
                </c:pt>
                <c:pt idx="3824">
                  <c:v>2940</c:v>
                </c:pt>
                <c:pt idx="3825">
                  <c:v>2940</c:v>
                </c:pt>
                <c:pt idx="3826">
                  <c:v>2940</c:v>
                </c:pt>
                <c:pt idx="3827">
                  <c:v>2950</c:v>
                </c:pt>
                <c:pt idx="3828">
                  <c:v>2950</c:v>
                </c:pt>
                <c:pt idx="3829">
                  <c:v>2950</c:v>
                </c:pt>
                <c:pt idx="3830">
                  <c:v>2950</c:v>
                </c:pt>
                <c:pt idx="3831">
                  <c:v>2950</c:v>
                </c:pt>
                <c:pt idx="3832">
                  <c:v>2950</c:v>
                </c:pt>
                <c:pt idx="3833">
                  <c:v>2950</c:v>
                </c:pt>
                <c:pt idx="3834">
                  <c:v>2950</c:v>
                </c:pt>
                <c:pt idx="3835">
                  <c:v>2950</c:v>
                </c:pt>
                <c:pt idx="3836">
                  <c:v>2950</c:v>
                </c:pt>
                <c:pt idx="3837">
                  <c:v>2950</c:v>
                </c:pt>
                <c:pt idx="3838">
                  <c:v>2950</c:v>
                </c:pt>
                <c:pt idx="3839">
                  <c:v>2950</c:v>
                </c:pt>
                <c:pt idx="3840">
                  <c:v>2950</c:v>
                </c:pt>
                <c:pt idx="3841">
                  <c:v>2950</c:v>
                </c:pt>
                <c:pt idx="3842">
                  <c:v>2950</c:v>
                </c:pt>
                <c:pt idx="3843">
                  <c:v>2950</c:v>
                </c:pt>
                <c:pt idx="3844">
                  <c:v>2950</c:v>
                </c:pt>
                <c:pt idx="3845">
                  <c:v>2950</c:v>
                </c:pt>
                <c:pt idx="3846">
                  <c:v>2950</c:v>
                </c:pt>
                <c:pt idx="3847">
                  <c:v>2960</c:v>
                </c:pt>
                <c:pt idx="3848">
                  <c:v>2960</c:v>
                </c:pt>
                <c:pt idx="3849">
                  <c:v>2960</c:v>
                </c:pt>
                <c:pt idx="3850">
                  <c:v>2960</c:v>
                </c:pt>
                <c:pt idx="3851">
                  <c:v>2960</c:v>
                </c:pt>
                <c:pt idx="3852">
                  <c:v>2960</c:v>
                </c:pt>
                <c:pt idx="3853">
                  <c:v>2960</c:v>
                </c:pt>
                <c:pt idx="3854">
                  <c:v>2960</c:v>
                </c:pt>
                <c:pt idx="3855">
                  <c:v>2960</c:v>
                </c:pt>
                <c:pt idx="3856">
                  <c:v>2960</c:v>
                </c:pt>
                <c:pt idx="3857">
                  <c:v>2960</c:v>
                </c:pt>
                <c:pt idx="3858">
                  <c:v>2960</c:v>
                </c:pt>
                <c:pt idx="3859">
                  <c:v>2960</c:v>
                </c:pt>
                <c:pt idx="3860">
                  <c:v>2960</c:v>
                </c:pt>
                <c:pt idx="3861">
                  <c:v>2960</c:v>
                </c:pt>
                <c:pt idx="3862">
                  <c:v>2960</c:v>
                </c:pt>
                <c:pt idx="3863">
                  <c:v>2960</c:v>
                </c:pt>
                <c:pt idx="3864">
                  <c:v>2960</c:v>
                </c:pt>
                <c:pt idx="3865">
                  <c:v>2960</c:v>
                </c:pt>
                <c:pt idx="3866">
                  <c:v>2960</c:v>
                </c:pt>
                <c:pt idx="3867">
                  <c:v>2960</c:v>
                </c:pt>
                <c:pt idx="3868">
                  <c:v>2970</c:v>
                </c:pt>
                <c:pt idx="3869">
                  <c:v>2970</c:v>
                </c:pt>
                <c:pt idx="3870">
                  <c:v>2970</c:v>
                </c:pt>
                <c:pt idx="3871">
                  <c:v>2970</c:v>
                </c:pt>
                <c:pt idx="3872">
                  <c:v>2970</c:v>
                </c:pt>
                <c:pt idx="3873">
                  <c:v>2970</c:v>
                </c:pt>
                <c:pt idx="3874">
                  <c:v>2970</c:v>
                </c:pt>
                <c:pt idx="3875">
                  <c:v>2970</c:v>
                </c:pt>
                <c:pt idx="3876">
                  <c:v>2970</c:v>
                </c:pt>
                <c:pt idx="3877">
                  <c:v>2970</c:v>
                </c:pt>
                <c:pt idx="3878">
                  <c:v>2970</c:v>
                </c:pt>
                <c:pt idx="3879">
                  <c:v>2970</c:v>
                </c:pt>
                <c:pt idx="3880">
                  <c:v>2970</c:v>
                </c:pt>
                <c:pt idx="3881">
                  <c:v>2970</c:v>
                </c:pt>
                <c:pt idx="3882">
                  <c:v>2970</c:v>
                </c:pt>
                <c:pt idx="3883">
                  <c:v>2970</c:v>
                </c:pt>
                <c:pt idx="3884">
                  <c:v>2970</c:v>
                </c:pt>
                <c:pt idx="3885">
                  <c:v>2970</c:v>
                </c:pt>
                <c:pt idx="3886">
                  <c:v>2970</c:v>
                </c:pt>
                <c:pt idx="3887">
                  <c:v>2970</c:v>
                </c:pt>
                <c:pt idx="3888">
                  <c:v>2970</c:v>
                </c:pt>
                <c:pt idx="3889">
                  <c:v>2980</c:v>
                </c:pt>
                <c:pt idx="3890">
                  <c:v>2980</c:v>
                </c:pt>
                <c:pt idx="3891">
                  <c:v>2980</c:v>
                </c:pt>
                <c:pt idx="3892">
                  <c:v>2980</c:v>
                </c:pt>
                <c:pt idx="3893">
                  <c:v>2980</c:v>
                </c:pt>
                <c:pt idx="3894">
                  <c:v>2980</c:v>
                </c:pt>
                <c:pt idx="3895">
                  <c:v>2980</c:v>
                </c:pt>
                <c:pt idx="3896">
                  <c:v>2980</c:v>
                </c:pt>
                <c:pt idx="3897">
                  <c:v>2980</c:v>
                </c:pt>
                <c:pt idx="3898">
                  <c:v>2980</c:v>
                </c:pt>
                <c:pt idx="3899">
                  <c:v>2980</c:v>
                </c:pt>
                <c:pt idx="3900">
                  <c:v>2980</c:v>
                </c:pt>
                <c:pt idx="3901">
                  <c:v>2980</c:v>
                </c:pt>
                <c:pt idx="3902">
                  <c:v>2980</c:v>
                </c:pt>
                <c:pt idx="3903">
                  <c:v>2980</c:v>
                </c:pt>
                <c:pt idx="3904">
                  <c:v>2980</c:v>
                </c:pt>
                <c:pt idx="3905">
                  <c:v>2980</c:v>
                </c:pt>
                <c:pt idx="3906">
                  <c:v>2980</c:v>
                </c:pt>
                <c:pt idx="3907">
                  <c:v>2980</c:v>
                </c:pt>
                <c:pt idx="3908">
                  <c:v>2980</c:v>
                </c:pt>
                <c:pt idx="3909">
                  <c:v>2980</c:v>
                </c:pt>
                <c:pt idx="3910">
                  <c:v>2990</c:v>
                </c:pt>
                <c:pt idx="3911">
                  <c:v>2990</c:v>
                </c:pt>
                <c:pt idx="3912">
                  <c:v>2990</c:v>
                </c:pt>
                <c:pt idx="3913">
                  <c:v>2990</c:v>
                </c:pt>
                <c:pt idx="3914">
                  <c:v>2990</c:v>
                </c:pt>
                <c:pt idx="3915">
                  <c:v>2990</c:v>
                </c:pt>
                <c:pt idx="3916">
                  <c:v>2990</c:v>
                </c:pt>
                <c:pt idx="3917">
                  <c:v>2990</c:v>
                </c:pt>
                <c:pt idx="3918">
                  <c:v>2990</c:v>
                </c:pt>
                <c:pt idx="3919">
                  <c:v>2990</c:v>
                </c:pt>
                <c:pt idx="3920">
                  <c:v>2990</c:v>
                </c:pt>
                <c:pt idx="3921">
                  <c:v>2990</c:v>
                </c:pt>
                <c:pt idx="3922">
                  <c:v>2990</c:v>
                </c:pt>
                <c:pt idx="3923">
                  <c:v>2990</c:v>
                </c:pt>
                <c:pt idx="3924">
                  <c:v>2990</c:v>
                </c:pt>
                <c:pt idx="3925">
                  <c:v>2990</c:v>
                </c:pt>
                <c:pt idx="3926">
                  <c:v>2990</c:v>
                </c:pt>
                <c:pt idx="3927">
                  <c:v>2990</c:v>
                </c:pt>
                <c:pt idx="3928">
                  <c:v>2990</c:v>
                </c:pt>
                <c:pt idx="3929">
                  <c:v>2990</c:v>
                </c:pt>
                <c:pt idx="3930">
                  <c:v>3000</c:v>
                </c:pt>
                <c:pt idx="3931">
                  <c:v>3000</c:v>
                </c:pt>
                <c:pt idx="3932">
                  <c:v>3000</c:v>
                </c:pt>
                <c:pt idx="3933">
                  <c:v>3000</c:v>
                </c:pt>
                <c:pt idx="3934">
                  <c:v>3000</c:v>
                </c:pt>
                <c:pt idx="3935">
                  <c:v>3000</c:v>
                </c:pt>
                <c:pt idx="3936">
                  <c:v>3000</c:v>
                </c:pt>
                <c:pt idx="3937">
                  <c:v>3000</c:v>
                </c:pt>
                <c:pt idx="3938">
                  <c:v>3000</c:v>
                </c:pt>
                <c:pt idx="3939">
                  <c:v>3000</c:v>
                </c:pt>
                <c:pt idx="3940">
                  <c:v>3000</c:v>
                </c:pt>
                <c:pt idx="3941">
                  <c:v>3000</c:v>
                </c:pt>
              </c:numCache>
            </c:numRef>
          </c:cat>
          <c:val>
            <c:numRef>
              <c:f>'[Transferred MLG from Cu.CSV]Transferred MLG from Cu'!$B$1:$B$3942</c:f>
              <c:numCache>
                <c:formatCode>0.00E+00</c:formatCode>
                <c:ptCount val="3942"/>
                <c:pt idx="0">
                  <c:v>30.6</c:v>
                </c:pt>
                <c:pt idx="1">
                  <c:v>30.7</c:v>
                </c:pt>
                <c:pt idx="2">
                  <c:v>30.7</c:v>
                </c:pt>
                <c:pt idx="3">
                  <c:v>30.5</c:v>
                </c:pt>
                <c:pt idx="4">
                  <c:v>30.3</c:v>
                </c:pt>
                <c:pt idx="5">
                  <c:v>30.1</c:v>
                </c:pt>
                <c:pt idx="6">
                  <c:v>30.1</c:v>
                </c:pt>
                <c:pt idx="7">
                  <c:v>30.1</c:v>
                </c:pt>
                <c:pt idx="8">
                  <c:v>30.2</c:v>
                </c:pt>
                <c:pt idx="9">
                  <c:v>30.2</c:v>
                </c:pt>
                <c:pt idx="10">
                  <c:v>30</c:v>
                </c:pt>
                <c:pt idx="11">
                  <c:v>29.8</c:v>
                </c:pt>
                <c:pt idx="12">
                  <c:v>29.8</c:v>
                </c:pt>
                <c:pt idx="13">
                  <c:v>30.1</c:v>
                </c:pt>
                <c:pt idx="14">
                  <c:v>30.4</c:v>
                </c:pt>
                <c:pt idx="15">
                  <c:v>30.7</c:v>
                </c:pt>
                <c:pt idx="16">
                  <c:v>30.9</c:v>
                </c:pt>
                <c:pt idx="17">
                  <c:v>30.9</c:v>
                </c:pt>
                <c:pt idx="18">
                  <c:v>30.7</c:v>
                </c:pt>
                <c:pt idx="19">
                  <c:v>30.7</c:v>
                </c:pt>
                <c:pt idx="20">
                  <c:v>31.1</c:v>
                </c:pt>
                <c:pt idx="21">
                  <c:v>31.3</c:v>
                </c:pt>
                <c:pt idx="22">
                  <c:v>31.1</c:v>
                </c:pt>
                <c:pt idx="23">
                  <c:v>30.9</c:v>
                </c:pt>
                <c:pt idx="24">
                  <c:v>30.7</c:v>
                </c:pt>
                <c:pt idx="25">
                  <c:v>30.6</c:v>
                </c:pt>
                <c:pt idx="26">
                  <c:v>30.6</c:v>
                </c:pt>
                <c:pt idx="27">
                  <c:v>30.7</c:v>
                </c:pt>
                <c:pt idx="28">
                  <c:v>30.8</c:v>
                </c:pt>
                <c:pt idx="29">
                  <c:v>30.7</c:v>
                </c:pt>
                <c:pt idx="30">
                  <c:v>30.7</c:v>
                </c:pt>
                <c:pt idx="31">
                  <c:v>30.8</c:v>
                </c:pt>
                <c:pt idx="32">
                  <c:v>30.9</c:v>
                </c:pt>
                <c:pt idx="33">
                  <c:v>30.9</c:v>
                </c:pt>
                <c:pt idx="34">
                  <c:v>30.9</c:v>
                </c:pt>
                <c:pt idx="35">
                  <c:v>31</c:v>
                </c:pt>
                <c:pt idx="36">
                  <c:v>31.2</c:v>
                </c:pt>
                <c:pt idx="37">
                  <c:v>31.3</c:v>
                </c:pt>
                <c:pt idx="38">
                  <c:v>31.1</c:v>
                </c:pt>
                <c:pt idx="39">
                  <c:v>30.8</c:v>
                </c:pt>
                <c:pt idx="40">
                  <c:v>30.8</c:v>
                </c:pt>
                <c:pt idx="41">
                  <c:v>30.8</c:v>
                </c:pt>
                <c:pt idx="42">
                  <c:v>30.9</c:v>
                </c:pt>
                <c:pt idx="43">
                  <c:v>31</c:v>
                </c:pt>
                <c:pt idx="44">
                  <c:v>31.1</c:v>
                </c:pt>
                <c:pt idx="45">
                  <c:v>31.3</c:v>
                </c:pt>
                <c:pt idx="46">
                  <c:v>31.5</c:v>
                </c:pt>
                <c:pt idx="47">
                  <c:v>31.6</c:v>
                </c:pt>
                <c:pt idx="48">
                  <c:v>31.6</c:v>
                </c:pt>
                <c:pt idx="49">
                  <c:v>31.7</c:v>
                </c:pt>
                <c:pt idx="50">
                  <c:v>31.7</c:v>
                </c:pt>
                <c:pt idx="51">
                  <c:v>31.7</c:v>
                </c:pt>
                <c:pt idx="52">
                  <c:v>31.7</c:v>
                </c:pt>
                <c:pt idx="53">
                  <c:v>31.8</c:v>
                </c:pt>
                <c:pt idx="54">
                  <c:v>32</c:v>
                </c:pt>
                <c:pt idx="55">
                  <c:v>32.200000000000003</c:v>
                </c:pt>
                <c:pt idx="56">
                  <c:v>32</c:v>
                </c:pt>
                <c:pt idx="57">
                  <c:v>31.5</c:v>
                </c:pt>
                <c:pt idx="58">
                  <c:v>31.3</c:v>
                </c:pt>
                <c:pt idx="59">
                  <c:v>31.3</c:v>
                </c:pt>
                <c:pt idx="60">
                  <c:v>31.4</c:v>
                </c:pt>
                <c:pt idx="61">
                  <c:v>31.5</c:v>
                </c:pt>
                <c:pt idx="62">
                  <c:v>31.6</c:v>
                </c:pt>
                <c:pt idx="63">
                  <c:v>31.6</c:v>
                </c:pt>
                <c:pt idx="64">
                  <c:v>31.5</c:v>
                </c:pt>
                <c:pt idx="65">
                  <c:v>31.4</c:v>
                </c:pt>
                <c:pt idx="66">
                  <c:v>31.4</c:v>
                </c:pt>
                <c:pt idx="67">
                  <c:v>31.4</c:v>
                </c:pt>
                <c:pt idx="68">
                  <c:v>31.3</c:v>
                </c:pt>
                <c:pt idx="69">
                  <c:v>31.3</c:v>
                </c:pt>
                <c:pt idx="70">
                  <c:v>31.3</c:v>
                </c:pt>
                <c:pt idx="71">
                  <c:v>31.3</c:v>
                </c:pt>
                <c:pt idx="72">
                  <c:v>31.3</c:v>
                </c:pt>
                <c:pt idx="73">
                  <c:v>31.2</c:v>
                </c:pt>
                <c:pt idx="74">
                  <c:v>31.1</c:v>
                </c:pt>
                <c:pt idx="75">
                  <c:v>31</c:v>
                </c:pt>
                <c:pt idx="76">
                  <c:v>30.9</c:v>
                </c:pt>
                <c:pt idx="77">
                  <c:v>30.8</c:v>
                </c:pt>
                <c:pt idx="78">
                  <c:v>30.7</c:v>
                </c:pt>
                <c:pt idx="79">
                  <c:v>30.9</c:v>
                </c:pt>
                <c:pt idx="80">
                  <c:v>31.1</c:v>
                </c:pt>
                <c:pt idx="81">
                  <c:v>31.2</c:v>
                </c:pt>
                <c:pt idx="82">
                  <c:v>30.8</c:v>
                </c:pt>
                <c:pt idx="83">
                  <c:v>30.6</c:v>
                </c:pt>
                <c:pt idx="84">
                  <c:v>30.8</c:v>
                </c:pt>
                <c:pt idx="85">
                  <c:v>31</c:v>
                </c:pt>
                <c:pt idx="86">
                  <c:v>30.9</c:v>
                </c:pt>
                <c:pt idx="87">
                  <c:v>30.5</c:v>
                </c:pt>
                <c:pt idx="88">
                  <c:v>30.4</c:v>
                </c:pt>
                <c:pt idx="89">
                  <c:v>30.5</c:v>
                </c:pt>
                <c:pt idx="90">
                  <c:v>30.8</c:v>
                </c:pt>
                <c:pt idx="91">
                  <c:v>31</c:v>
                </c:pt>
                <c:pt idx="92">
                  <c:v>31.1</c:v>
                </c:pt>
                <c:pt idx="93">
                  <c:v>31.1</c:v>
                </c:pt>
                <c:pt idx="94">
                  <c:v>30.9</c:v>
                </c:pt>
                <c:pt idx="95">
                  <c:v>30.8</c:v>
                </c:pt>
                <c:pt idx="96">
                  <c:v>30.7</c:v>
                </c:pt>
                <c:pt idx="97">
                  <c:v>30.6</c:v>
                </c:pt>
                <c:pt idx="98">
                  <c:v>30.3</c:v>
                </c:pt>
                <c:pt idx="99">
                  <c:v>30.2</c:v>
                </c:pt>
                <c:pt idx="100">
                  <c:v>30.2</c:v>
                </c:pt>
                <c:pt idx="101">
                  <c:v>30.3</c:v>
                </c:pt>
                <c:pt idx="102">
                  <c:v>30.4</c:v>
                </c:pt>
                <c:pt idx="103">
                  <c:v>30.3</c:v>
                </c:pt>
                <c:pt idx="104">
                  <c:v>30.3</c:v>
                </c:pt>
                <c:pt idx="105">
                  <c:v>30.4</c:v>
                </c:pt>
                <c:pt idx="106">
                  <c:v>30.4</c:v>
                </c:pt>
                <c:pt idx="107">
                  <c:v>30.5</c:v>
                </c:pt>
                <c:pt idx="108">
                  <c:v>30.5</c:v>
                </c:pt>
                <c:pt idx="109">
                  <c:v>30.5</c:v>
                </c:pt>
                <c:pt idx="110">
                  <c:v>30.5</c:v>
                </c:pt>
                <c:pt idx="111">
                  <c:v>30.5</c:v>
                </c:pt>
                <c:pt idx="112">
                  <c:v>30.5</c:v>
                </c:pt>
                <c:pt idx="113">
                  <c:v>30.5</c:v>
                </c:pt>
                <c:pt idx="114">
                  <c:v>30.5</c:v>
                </c:pt>
                <c:pt idx="115">
                  <c:v>30.5</c:v>
                </c:pt>
                <c:pt idx="116">
                  <c:v>30.8</c:v>
                </c:pt>
                <c:pt idx="117">
                  <c:v>31</c:v>
                </c:pt>
                <c:pt idx="118">
                  <c:v>31.1</c:v>
                </c:pt>
                <c:pt idx="119">
                  <c:v>31.1</c:v>
                </c:pt>
                <c:pt idx="120">
                  <c:v>30.9</c:v>
                </c:pt>
                <c:pt idx="121">
                  <c:v>30.7</c:v>
                </c:pt>
                <c:pt idx="122">
                  <c:v>30.5</c:v>
                </c:pt>
                <c:pt idx="123">
                  <c:v>30.6</c:v>
                </c:pt>
                <c:pt idx="124">
                  <c:v>30.6</c:v>
                </c:pt>
                <c:pt idx="125">
                  <c:v>30.6</c:v>
                </c:pt>
                <c:pt idx="126">
                  <c:v>30.5</c:v>
                </c:pt>
                <c:pt idx="127">
                  <c:v>30.5</c:v>
                </c:pt>
                <c:pt idx="128">
                  <c:v>30.5</c:v>
                </c:pt>
                <c:pt idx="129">
                  <c:v>30.6</c:v>
                </c:pt>
                <c:pt idx="130">
                  <c:v>30.6</c:v>
                </c:pt>
                <c:pt idx="131">
                  <c:v>30.7</c:v>
                </c:pt>
                <c:pt idx="132">
                  <c:v>30.8</c:v>
                </c:pt>
                <c:pt idx="133">
                  <c:v>30.9</c:v>
                </c:pt>
                <c:pt idx="134">
                  <c:v>30.8</c:v>
                </c:pt>
                <c:pt idx="135">
                  <c:v>30.6</c:v>
                </c:pt>
                <c:pt idx="136">
                  <c:v>30.3</c:v>
                </c:pt>
                <c:pt idx="137">
                  <c:v>30.1</c:v>
                </c:pt>
                <c:pt idx="138">
                  <c:v>30.1</c:v>
                </c:pt>
                <c:pt idx="139">
                  <c:v>30.4</c:v>
                </c:pt>
                <c:pt idx="140">
                  <c:v>30.8</c:v>
                </c:pt>
                <c:pt idx="141">
                  <c:v>31.1</c:v>
                </c:pt>
                <c:pt idx="142">
                  <c:v>31.2</c:v>
                </c:pt>
                <c:pt idx="143">
                  <c:v>31.1</c:v>
                </c:pt>
                <c:pt idx="144">
                  <c:v>30.8</c:v>
                </c:pt>
                <c:pt idx="145">
                  <c:v>30.5</c:v>
                </c:pt>
                <c:pt idx="146">
                  <c:v>30.4</c:v>
                </c:pt>
                <c:pt idx="147">
                  <c:v>30.4</c:v>
                </c:pt>
                <c:pt idx="148">
                  <c:v>30.6</c:v>
                </c:pt>
                <c:pt idx="149">
                  <c:v>30.8</c:v>
                </c:pt>
                <c:pt idx="150">
                  <c:v>30.8</c:v>
                </c:pt>
                <c:pt idx="151">
                  <c:v>30.6</c:v>
                </c:pt>
                <c:pt idx="152">
                  <c:v>30.5</c:v>
                </c:pt>
                <c:pt idx="153">
                  <c:v>30.5</c:v>
                </c:pt>
                <c:pt idx="154">
                  <c:v>30.6</c:v>
                </c:pt>
                <c:pt idx="155">
                  <c:v>30.5</c:v>
                </c:pt>
                <c:pt idx="156">
                  <c:v>30.5</c:v>
                </c:pt>
                <c:pt idx="157">
                  <c:v>30.7</c:v>
                </c:pt>
                <c:pt idx="158">
                  <c:v>31</c:v>
                </c:pt>
                <c:pt idx="159">
                  <c:v>31</c:v>
                </c:pt>
                <c:pt idx="160">
                  <c:v>30.8</c:v>
                </c:pt>
                <c:pt idx="161">
                  <c:v>30.7</c:v>
                </c:pt>
                <c:pt idx="162">
                  <c:v>30.8</c:v>
                </c:pt>
                <c:pt idx="163">
                  <c:v>30.9</c:v>
                </c:pt>
                <c:pt idx="164">
                  <c:v>31.2</c:v>
                </c:pt>
                <c:pt idx="165">
                  <c:v>31.4</c:v>
                </c:pt>
                <c:pt idx="166">
                  <c:v>31.2</c:v>
                </c:pt>
                <c:pt idx="167">
                  <c:v>30.7</c:v>
                </c:pt>
                <c:pt idx="168">
                  <c:v>30.7</c:v>
                </c:pt>
                <c:pt idx="169">
                  <c:v>31.2</c:v>
                </c:pt>
                <c:pt idx="170">
                  <c:v>31.5</c:v>
                </c:pt>
                <c:pt idx="171">
                  <c:v>31.4</c:v>
                </c:pt>
                <c:pt idx="172">
                  <c:v>31.1</c:v>
                </c:pt>
                <c:pt idx="173">
                  <c:v>30.9</c:v>
                </c:pt>
                <c:pt idx="174">
                  <c:v>30.8</c:v>
                </c:pt>
                <c:pt idx="175">
                  <c:v>30.8</c:v>
                </c:pt>
                <c:pt idx="176">
                  <c:v>30.9</c:v>
                </c:pt>
                <c:pt idx="177">
                  <c:v>31.2</c:v>
                </c:pt>
                <c:pt idx="178">
                  <c:v>31.7</c:v>
                </c:pt>
                <c:pt idx="179">
                  <c:v>32.1</c:v>
                </c:pt>
                <c:pt idx="180">
                  <c:v>31.9</c:v>
                </c:pt>
                <c:pt idx="181">
                  <c:v>31.5</c:v>
                </c:pt>
                <c:pt idx="182">
                  <c:v>31.4</c:v>
                </c:pt>
                <c:pt idx="183">
                  <c:v>31.5</c:v>
                </c:pt>
                <c:pt idx="184">
                  <c:v>31.5</c:v>
                </c:pt>
                <c:pt idx="185">
                  <c:v>31.4</c:v>
                </c:pt>
                <c:pt idx="186">
                  <c:v>31.2</c:v>
                </c:pt>
                <c:pt idx="187">
                  <c:v>30.7</c:v>
                </c:pt>
                <c:pt idx="188">
                  <c:v>30.4</c:v>
                </c:pt>
                <c:pt idx="189">
                  <c:v>30.9</c:v>
                </c:pt>
                <c:pt idx="190">
                  <c:v>31.7</c:v>
                </c:pt>
                <c:pt idx="191">
                  <c:v>31.7</c:v>
                </c:pt>
                <c:pt idx="192">
                  <c:v>31.1</c:v>
                </c:pt>
                <c:pt idx="193">
                  <c:v>30.7</c:v>
                </c:pt>
                <c:pt idx="194">
                  <c:v>30.6</c:v>
                </c:pt>
                <c:pt idx="195">
                  <c:v>30.7</c:v>
                </c:pt>
                <c:pt idx="196">
                  <c:v>31.2</c:v>
                </c:pt>
                <c:pt idx="197">
                  <c:v>31.6</c:v>
                </c:pt>
                <c:pt idx="198">
                  <c:v>31.3</c:v>
                </c:pt>
                <c:pt idx="199">
                  <c:v>30.7</c:v>
                </c:pt>
                <c:pt idx="200">
                  <c:v>30.6</c:v>
                </c:pt>
                <c:pt idx="201">
                  <c:v>31</c:v>
                </c:pt>
                <c:pt idx="202">
                  <c:v>31.5</c:v>
                </c:pt>
                <c:pt idx="203">
                  <c:v>31.9</c:v>
                </c:pt>
                <c:pt idx="204">
                  <c:v>32</c:v>
                </c:pt>
                <c:pt idx="205">
                  <c:v>31.8</c:v>
                </c:pt>
                <c:pt idx="206">
                  <c:v>31.6</c:v>
                </c:pt>
                <c:pt idx="207">
                  <c:v>31.7</c:v>
                </c:pt>
                <c:pt idx="208">
                  <c:v>31.9</c:v>
                </c:pt>
                <c:pt idx="209">
                  <c:v>31.9</c:v>
                </c:pt>
                <c:pt idx="210">
                  <c:v>31.6</c:v>
                </c:pt>
                <c:pt idx="211">
                  <c:v>31.3</c:v>
                </c:pt>
                <c:pt idx="212">
                  <c:v>31.1</c:v>
                </c:pt>
                <c:pt idx="213">
                  <c:v>31</c:v>
                </c:pt>
                <c:pt idx="214">
                  <c:v>31.2</c:v>
                </c:pt>
                <c:pt idx="215">
                  <c:v>31.4</c:v>
                </c:pt>
                <c:pt idx="216">
                  <c:v>31.5</c:v>
                </c:pt>
                <c:pt idx="217">
                  <c:v>31.3</c:v>
                </c:pt>
                <c:pt idx="218">
                  <c:v>31.3</c:v>
                </c:pt>
                <c:pt idx="219">
                  <c:v>31.4</c:v>
                </c:pt>
                <c:pt idx="220">
                  <c:v>31.6</c:v>
                </c:pt>
                <c:pt idx="221">
                  <c:v>31.5</c:v>
                </c:pt>
                <c:pt idx="222">
                  <c:v>31.5</c:v>
                </c:pt>
                <c:pt idx="223">
                  <c:v>31.4</c:v>
                </c:pt>
                <c:pt idx="224">
                  <c:v>31.3</c:v>
                </c:pt>
                <c:pt idx="225">
                  <c:v>31.6</c:v>
                </c:pt>
                <c:pt idx="226">
                  <c:v>32</c:v>
                </c:pt>
                <c:pt idx="227">
                  <c:v>32.300000000000011</c:v>
                </c:pt>
                <c:pt idx="228">
                  <c:v>32</c:v>
                </c:pt>
                <c:pt idx="229">
                  <c:v>31.8</c:v>
                </c:pt>
                <c:pt idx="230">
                  <c:v>31.4</c:v>
                </c:pt>
                <c:pt idx="231">
                  <c:v>31.3</c:v>
                </c:pt>
                <c:pt idx="232">
                  <c:v>31.5</c:v>
                </c:pt>
                <c:pt idx="233">
                  <c:v>32.1</c:v>
                </c:pt>
                <c:pt idx="234">
                  <c:v>32.200000000000003</c:v>
                </c:pt>
                <c:pt idx="235">
                  <c:v>31.9</c:v>
                </c:pt>
                <c:pt idx="236">
                  <c:v>31.6</c:v>
                </c:pt>
                <c:pt idx="237">
                  <c:v>31.3</c:v>
                </c:pt>
                <c:pt idx="238">
                  <c:v>31.1</c:v>
                </c:pt>
                <c:pt idx="239">
                  <c:v>31.1</c:v>
                </c:pt>
                <c:pt idx="240">
                  <c:v>31.2</c:v>
                </c:pt>
                <c:pt idx="241">
                  <c:v>31.7</c:v>
                </c:pt>
                <c:pt idx="242">
                  <c:v>32.300000000000011</c:v>
                </c:pt>
                <c:pt idx="243">
                  <c:v>32.4</c:v>
                </c:pt>
                <c:pt idx="244">
                  <c:v>32</c:v>
                </c:pt>
                <c:pt idx="245">
                  <c:v>31.7</c:v>
                </c:pt>
                <c:pt idx="246">
                  <c:v>31.7</c:v>
                </c:pt>
                <c:pt idx="247">
                  <c:v>31.7</c:v>
                </c:pt>
                <c:pt idx="248">
                  <c:v>31.5</c:v>
                </c:pt>
                <c:pt idx="249">
                  <c:v>31.4</c:v>
                </c:pt>
                <c:pt idx="250">
                  <c:v>31.7</c:v>
                </c:pt>
                <c:pt idx="251">
                  <c:v>32.4</c:v>
                </c:pt>
                <c:pt idx="252">
                  <c:v>32.700000000000003</c:v>
                </c:pt>
                <c:pt idx="253">
                  <c:v>32.6</c:v>
                </c:pt>
                <c:pt idx="254">
                  <c:v>32.5</c:v>
                </c:pt>
                <c:pt idx="255">
                  <c:v>32.800000000000011</c:v>
                </c:pt>
                <c:pt idx="256">
                  <c:v>32.9</c:v>
                </c:pt>
                <c:pt idx="257">
                  <c:v>32.5</c:v>
                </c:pt>
                <c:pt idx="258">
                  <c:v>31.9</c:v>
                </c:pt>
                <c:pt idx="259">
                  <c:v>31.9</c:v>
                </c:pt>
                <c:pt idx="260">
                  <c:v>32.1</c:v>
                </c:pt>
                <c:pt idx="261">
                  <c:v>32.300000000000011</c:v>
                </c:pt>
                <c:pt idx="262">
                  <c:v>32.300000000000011</c:v>
                </c:pt>
                <c:pt idx="263">
                  <c:v>32.200000000000003</c:v>
                </c:pt>
                <c:pt idx="264">
                  <c:v>32</c:v>
                </c:pt>
                <c:pt idx="265">
                  <c:v>31.9</c:v>
                </c:pt>
                <c:pt idx="266">
                  <c:v>32</c:v>
                </c:pt>
                <c:pt idx="267">
                  <c:v>32.200000000000003</c:v>
                </c:pt>
                <c:pt idx="268">
                  <c:v>32.1</c:v>
                </c:pt>
                <c:pt idx="269">
                  <c:v>31.9</c:v>
                </c:pt>
                <c:pt idx="270">
                  <c:v>31.8</c:v>
                </c:pt>
                <c:pt idx="271">
                  <c:v>31.9</c:v>
                </c:pt>
                <c:pt idx="272">
                  <c:v>32</c:v>
                </c:pt>
                <c:pt idx="273">
                  <c:v>32.300000000000011</c:v>
                </c:pt>
                <c:pt idx="274">
                  <c:v>32.6</c:v>
                </c:pt>
                <c:pt idx="275">
                  <c:v>32.9</c:v>
                </c:pt>
                <c:pt idx="276">
                  <c:v>33.1</c:v>
                </c:pt>
                <c:pt idx="277">
                  <c:v>32.9</c:v>
                </c:pt>
                <c:pt idx="278">
                  <c:v>32.5</c:v>
                </c:pt>
                <c:pt idx="279">
                  <c:v>32.4</c:v>
                </c:pt>
                <c:pt idx="280">
                  <c:v>33</c:v>
                </c:pt>
                <c:pt idx="281">
                  <c:v>33.4</c:v>
                </c:pt>
                <c:pt idx="282">
                  <c:v>33.1</c:v>
                </c:pt>
                <c:pt idx="283">
                  <c:v>32.700000000000003</c:v>
                </c:pt>
                <c:pt idx="284">
                  <c:v>32.700000000000003</c:v>
                </c:pt>
                <c:pt idx="285">
                  <c:v>33</c:v>
                </c:pt>
                <c:pt idx="286">
                  <c:v>33.1</c:v>
                </c:pt>
                <c:pt idx="287">
                  <c:v>33</c:v>
                </c:pt>
                <c:pt idx="288">
                  <c:v>33.1</c:v>
                </c:pt>
                <c:pt idx="289">
                  <c:v>33.6</c:v>
                </c:pt>
                <c:pt idx="290">
                  <c:v>33.800000000000011</c:v>
                </c:pt>
                <c:pt idx="291">
                  <c:v>33.300000000000011</c:v>
                </c:pt>
                <c:pt idx="292">
                  <c:v>32.800000000000011</c:v>
                </c:pt>
                <c:pt idx="293">
                  <c:v>32.5</c:v>
                </c:pt>
                <c:pt idx="294">
                  <c:v>32.4</c:v>
                </c:pt>
                <c:pt idx="295">
                  <c:v>32.700000000000003</c:v>
                </c:pt>
                <c:pt idx="296">
                  <c:v>33.300000000000011</c:v>
                </c:pt>
                <c:pt idx="297">
                  <c:v>33.700000000000003</c:v>
                </c:pt>
                <c:pt idx="298">
                  <c:v>33.200000000000003</c:v>
                </c:pt>
                <c:pt idx="299">
                  <c:v>32.9</c:v>
                </c:pt>
                <c:pt idx="300">
                  <c:v>33.200000000000003</c:v>
                </c:pt>
                <c:pt idx="301">
                  <c:v>33.6</c:v>
                </c:pt>
                <c:pt idx="302">
                  <c:v>34.1</c:v>
                </c:pt>
                <c:pt idx="303">
                  <c:v>34.4</c:v>
                </c:pt>
                <c:pt idx="304">
                  <c:v>34.200000000000003</c:v>
                </c:pt>
                <c:pt idx="305">
                  <c:v>33.6</c:v>
                </c:pt>
                <c:pt idx="306">
                  <c:v>33</c:v>
                </c:pt>
                <c:pt idx="307">
                  <c:v>32.4</c:v>
                </c:pt>
                <c:pt idx="308">
                  <c:v>32.300000000000011</c:v>
                </c:pt>
                <c:pt idx="309">
                  <c:v>32.800000000000011</c:v>
                </c:pt>
                <c:pt idx="310">
                  <c:v>33.4</c:v>
                </c:pt>
                <c:pt idx="311">
                  <c:v>33.700000000000003</c:v>
                </c:pt>
                <c:pt idx="312">
                  <c:v>33.800000000000011</c:v>
                </c:pt>
                <c:pt idx="313">
                  <c:v>33.5</c:v>
                </c:pt>
                <c:pt idx="314">
                  <c:v>33</c:v>
                </c:pt>
                <c:pt idx="315">
                  <c:v>32.700000000000003</c:v>
                </c:pt>
                <c:pt idx="316">
                  <c:v>33.1</c:v>
                </c:pt>
                <c:pt idx="317">
                  <c:v>33.700000000000003</c:v>
                </c:pt>
                <c:pt idx="318">
                  <c:v>34.200000000000003</c:v>
                </c:pt>
                <c:pt idx="319">
                  <c:v>34.700000000000003</c:v>
                </c:pt>
                <c:pt idx="320">
                  <c:v>34.800000000000011</c:v>
                </c:pt>
                <c:pt idx="321">
                  <c:v>34.6</c:v>
                </c:pt>
                <c:pt idx="322">
                  <c:v>34.5</c:v>
                </c:pt>
                <c:pt idx="323">
                  <c:v>34.6</c:v>
                </c:pt>
                <c:pt idx="324">
                  <c:v>34.6</c:v>
                </c:pt>
                <c:pt idx="325">
                  <c:v>34.5</c:v>
                </c:pt>
                <c:pt idx="326">
                  <c:v>34.4</c:v>
                </c:pt>
                <c:pt idx="327">
                  <c:v>34.5</c:v>
                </c:pt>
                <c:pt idx="328">
                  <c:v>34.700000000000003</c:v>
                </c:pt>
                <c:pt idx="329">
                  <c:v>34.800000000000011</c:v>
                </c:pt>
                <c:pt idx="330">
                  <c:v>34.800000000000011</c:v>
                </c:pt>
                <c:pt idx="331">
                  <c:v>35</c:v>
                </c:pt>
                <c:pt idx="332">
                  <c:v>35.200000000000003</c:v>
                </c:pt>
                <c:pt idx="333">
                  <c:v>35.200000000000003</c:v>
                </c:pt>
                <c:pt idx="334">
                  <c:v>34.700000000000003</c:v>
                </c:pt>
                <c:pt idx="335">
                  <c:v>34.300000000000011</c:v>
                </c:pt>
                <c:pt idx="336">
                  <c:v>34.300000000000011</c:v>
                </c:pt>
                <c:pt idx="337">
                  <c:v>34.4</c:v>
                </c:pt>
                <c:pt idx="338">
                  <c:v>34.9</c:v>
                </c:pt>
                <c:pt idx="339">
                  <c:v>35.4</c:v>
                </c:pt>
                <c:pt idx="340">
                  <c:v>35.4</c:v>
                </c:pt>
                <c:pt idx="341">
                  <c:v>34.700000000000003</c:v>
                </c:pt>
                <c:pt idx="342">
                  <c:v>34.300000000000011</c:v>
                </c:pt>
                <c:pt idx="343">
                  <c:v>34.5</c:v>
                </c:pt>
                <c:pt idx="344">
                  <c:v>34.800000000000011</c:v>
                </c:pt>
                <c:pt idx="345">
                  <c:v>34.9</c:v>
                </c:pt>
                <c:pt idx="346">
                  <c:v>35</c:v>
                </c:pt>
                <c:pt idx="347">
                  <c:v>35.4</c:v>
                </c:pt>
                <c:pt idx="348">
                  <c:v>35.9</c:v>
                </c:pt>
                <c:pt idx="349">
                  <c:v>36</c:v>
                </c:pt>
                <c:pt idx="350">
                  <c:v>35.800000000000011</c:v>
                </c:pt>
                <c:pt idx="351">
                  <c:v>35.700000000000003</c:v>
                </c:pt>
                <c:pt idx="352">
                  <c:v>35.700000000000003</c:v>
                </c:pt>
                <c:pt idx="353">
                  <c:v>35.800000000000011</c:v>
                </c:pt>
                <c:pt idx="354">
                  <c:v>36.200000000000003</c:v>
                </c:pt>
                <c:pt idx="355">
                  <c:v>36.4</c:v>
                </c:pt>
                <c:pt idx="356">
                  <c:v>35.9</c:v>
                </c:pt>
                <c:pt idx="357">
                  <c:v>35.200000000000003</c:v>
                </c:pt>
                <c:pt idx="358">
                  <c:v>34.9</c:v>
                </c:pt>
                <c:pt idx="359">
                  <c:v>35</c:v>
                </c:pt>
                <c:pt idx="360">
                  <c:v>35.4</c:v>
                </c:pt>
                <c:pt idx="361">
                  <c:v>36</c:v>
                </c:pt>
                <c:pt idx="362">
                  <c:v>36.300000000000011</c:v>
                </c:pt>
                <c:pt idx="363">
                  <c:v>35.700000000000003</c:v>
                </c:pt>
                <c:pt idx="364">
                  <c:v>35.1</c:v>
                </c:pt>
                <c:pt idx="365">
                  <c:v>35.300000000000011</c:v>
                </c:pt>
                <c:pt idx="366">
                  <c:v>35.800000000000011</c:v>
                </c:pt>
                <c:pt idx="367">
                  <c:v>36.200000000000003</c:v>
                </c:pt>
                <c:pt idx="368">
                  <c:v>36.5</c:v>
                </c:pt>
                <c:pt idx="369">
                  <c:v>36.4</c:v>
                </c:pt>
                <c:pt idx="370">
                  <c:v>36</c:v>
                </c:pt>
                <c:pt idx="371">
                  <c:v>35.700000000000003</c:v>
                </c:pt>
                <c:pt idx="372">
                  <c:v>35.800000000000011</c:v>
                </c:pt>
                <c:pt idx="373">
                  <c:v>35.9</c:v>
                </c:pt>
                <c:pt idx="374">
                  <c:v>35.6</c:v>
                </c:pt>
                <c:pt idx="375">
                  <c:v>35.5</c:v>
                </c:pt>
                <c:pt idx="376">
                  <c:v>35.9</c:v>
                </c:pt>
                <c:pt idx="377">
                  <c:v>36.9</c:v>
                </c:pt>
                <c:pt idx="378">
                  <c:v>37.300000000000011</c:v>
                </c:pt>
                <c:pt idx="379">
                  <c:v>37.200000000000003</c:v>
                </c:pt>
                <c:pt idx="380">
                  <c:v>37</c:v>
                </c:pt>
                <c:pt idx="381">
                  <c:v>36.9</c:v>
                </c:pt>
                <c:pt idx="382">
                  <c:v>36.9</c:v>
                </c:pt>
                <c:pt idx="383">
                  <c:v>37.1</c:v>
                </c:pt>
                <c:pt idx="384">
                  <c:v>37.200000000000003</c:v>
                </c:pt>
                <c:pt idx="385">
                  <c:v>37.1</c:v>
                </c:pt>
                <c:pt idx="386">
                  <c:v>36.800000000000011</c:v>
                </c:pt>
                <c:pt idx="387">
                  <c:v>36.6</c:v>
                </c:pt>
                <c:pt idx="388">
                  <c:v>36.6</c:v>
                </c:pt>
                <c:pt idx="389">
                  <c:v>36.6</c:v>
                </c:pt>
                <c:pt idx="390">
                  <c:v>36.700000000000003</c:v>
                </c:pt>
                <c:pt idx="391">
                  <c:v>36.800000000000011</c:v>
                </c:pt>
                <c:pt idx="392">
                  <c:v>36.9</c:v>
                </c:pt>
                <c:pt idx="393">
                  <c:v>36.9</c:v>
                </c:pt>
                <c:pt idx="394">
                  <c:v>37</c:v>
                </c:pt>
                <c:pt idx="395">
                  <c:v>37.1</c:v>
                </c:pt>
                <c:pt idx="396">
                  <c:v>37.1</c:v>
                </c:pt>
                <c:pt idx="397">
                  <c:v>37.200000000000003</c:v>
                </c:pt>
                <c:pt idx="398">
                  <c:v>37.4</c:v>
                </c:pt>
                <c:pt idx="399">
                  <c:v>37.800000000000011</c:v>
                </c:pt>
                <c:pt idx="400">
                  <c:v>37.9</c:v>
                </c:pt>
                <c:pt idx="401">
                  <c:v>37.800000000000011</c:v>
                </c:pt>
                <c:pt idx="402">
                  <c:v>37.6</c:v>
                </c:pt>
                <c:pt idx="403">
                  <c:v>37.6</c:v>
                </c:pt>
                <c:pt idx="404">
                  <c:v>37.700000000000003</c:v>
                </c:pt>
                <c:pt idx="405">
                  <c:v>38</c:v>
                </c:pt>
                <c:pt idx="406">
                  <c:v>38.200000000000003</c:v>
                </c:pt>
                <c:pt idx="407">
                  <c:v>38.4</c:v>
                </c:pt>
                <c:pt idx="408">
                  <c:v>38.5</c:v>
                </c:pt>
                <c:pt idx="409">
                  <c:v>38.300000000000011</c:v>
                </c:pt>
                <c:pt idx="410">
                  <c:v>38</c:v>
                </c:pt>
                <c:pt idx="411">
                  <c:v>37.700000000000003</c:v>
                </c:pt>
                <c:pt idx="412">
                  <c:v>37.800000000000011</c:v>
                </c:pt>
                <c:pt idx="413">
                  <c:v>38</c:v>
                </c:pt>
                <c:pt idx="414">
                  <c:v>38.300000000000011</c:v>
                </c:pt>
                <c:pt idx="415">
                  <c:v>38.6</c:v>
                </c:pt>
                <c:pt idx="416">
                  <c:v>38.800000000000011</c:v>
                </c:pt>
                <c:pt idx="417">
                  <c:v>39.1</c:v>
                </c:pt>
                <c:pt idx="418">
                  <c:v>39.1</c:v>
                </c:pt>
                <c:pt idx="419">
                  <c:v>38.9</c:v>
                </c:pt>
                <c:pt idx="420">
                  <c:v>38.700000000000003</c:v>
                </c:pt>
                <c:pt idx="421">
                  <c:v>38.800000000000011</c:v>
                </c:pt>
                <c:pt idx="422">
                  <c:v>38.9</c:v>
                </c:pt>
                <c:pt idx="423">
                  <c:v>39</c:v>
                </c:pt>
                <c:pt idx="424">
                  <c:v>39.1</c:v>
                </c:pt>
                <c:pt idx="425">
                  <c:v>39.1</c:v>
                </c:pt>
                <c:pt idx="426">
                  <c:v>39</c:v>
                </c:pt>
                <c:pt idx="427">
                  <c:v>39.1</c:v>
                </c:pt>
                <c:pt idx="428">
                  <c:v>39.5</c:v>
                </c:pt>
                <c:pt idx="429">
                  <c:v>39.800000000000011</c:v>
                </c:pt>
                <c:pt idx="430">
                  <c:v>39.700000000000003</c:v>
                </c:pt>
                <c:pt idx="431">
                  <c:v>39.6</c:v>
                </c:pt>
                <c:pt idx="432">
                  <c:v>39.700000000000003</c:v>
                </c:pt>
                <c:pt idx="433">
                  <c:v>39.9</c:v>
                </c:pt>
                <c:pt idx="434">
                  <c:v>40.4</c:v>
                </c:pt>
                <c:pt idx="435">
                  <c:v>40.800000000000011</c:v>
                </c:pt>
                <c:pt idx="436">
                  <c:v>40.800000000000011</c:v>
                </c:pt>
                <c:pt idx="437">
                  <c:v>40.4</c:v>
                </c:pt>
                <c:pt idx="438">
                  <c:v>40.200000000000003</c:v>
                </c:pt>
                <c:pt idx="439">
                  <c:v>40.200000000000003</c:v>
                </c:pt>
                <c:pt idx="440">
                  <c:v>40.300000000000011</c:v>
                </c:pt>
                <c:pt idx="441">
                  <c:v>40.300000000000011</c:v>
                </c:pt>
                <c:pt idx="442">
                  <c:v>40.4</c:v>
                </c:pt>
                <c:pt idx="443">
                  <c:v>41</c:v>
                </c:pt>
                <c:pt idx="444">
                  <c:v>41.7</c:v>
                </c:pt>
                <c:pt idx="445">
                  <c:v>42.1</c:v>
                </c:pt>
                <c:pt idx="446">
                  <c:v>42.1</c:v>
                </c:pt>
                <c:pt idx="447">
                  <c:v>42.1</c:v>
                </c:pt>
                <c:pt idx="448">
                  <c:v>42.1</c:v>
                </c:pt>
                <c:pt idx="449">
                  <c:v>42.1</c:v>
                </c:pt>
                <c:pt idx="450">
                  <c:v>42.3</c:v>
                </c:pt>
                <c:pt idx="451">
                  <c:v>42.4</c:v>
                </c:pt>
                <c:pt idx="452">
                  <c:v>42.3</c:v>
                </c:pt>
                <c:pt idx="453">
                  <c:v>42.1</c:v>
                </c:pt>
                <c:pt idx="454">
                  <c:v>42.3</c:v>
                </c:pt>
                <c:pt idx="455">
                  <c:v>42.7</c:v>
                </c:pt>
                <c:pt idx="456">
                  <c:v>43</c:v>
                </c:pt>
                <c:pt idx="457">
                  <c:v>43.1</c:v>
                </c:pt>
                <c:pt idx="458">
                  <c:v>43.4</c:v>
                </c:pt>
                <c:pt idx="459">
                  <c:v>43.8</c:v>
                </c:pt>
                <c:pt idx="460">
                  <c:v>44.1</c:v>
                </c:pt>
                <c:pt idx="461">
                  <c:v>44.1</c:v>
                </c:pt>
                <c:pt idx="462">
                  <c:v>44.2</c:v>
                </c:pt>
                <c:pt idx="463">
                  <c:v>44.4</c:v>
                </c:pt>
                <c:pt idx="464">
                  <c:v>44.8</c:v>
                </c:pt>
                <c:pt idx="465">
                  <c:v>45.1</c:v>
                </c:pt>
                <c:pt idx="466">
                  <c:v>45.2</c:v>
                </c:pt>
                <c:pt idx="467">
                  <c:v>45.5</c:v>
                </c:pt>
                <c:pt idx="468">
                  <c:v>46.1</c:v>
                </c:pt>
                <c:pt idx="469">
                  <c:v>46.4</c:v>
                </c:pt>
                <c:pt idx="470">
                  <c:v>46</c:v>
                </c:pt>
                <c:pt idx="471">
                  <c:v>45.7</c:v>
                </c:pt>
                <c:pt idx="472">
                  <c:v>46</c:v>
                </c:pt>
                <c:pt idx="473">
                  <c:v>46.5</c:v>
                </c:pt>
                <c:pt idx="474">
                  <c:v>46.9</c:v>
                </c:pt>
                <c:pt idx="475">
                  <c:v>47.3</c:v>
                </c:pt>
                <c:pt idx="476">
                  <c:v>47.8</c:v>
                </c:pt>
                <c:pt idx="477">
                  <c:v>48.7</c:v>
                </c:pt>
                <c:pt idx="478">
                  <c:v>49.2</c:v>
                </c:pt>
                <c:pt idx="479">
                  <c:v>49.2</c:v>
                </c:pt>
                <c:pt idx="480">
                  <c:v>49.3</c:v>
                </c:pt>
                <c:pt idx="481">
                  <c:v>49.4</c:v>
                </c:pt>
                <c:pt idx="482">
                  <c:v>49.6</c:v>
                </c:pt>
                <c:pt idx="483">
                  <c:v>50.2</c:v>
                </c:pt>
                <c:pt idx="484">
                  <c:v>50.9</c:v>
                </c:pt>
                <c:pt idx="485">
                  <c:v>51.4</c:v>
                </c:pt>
                <c:pt idx="486">
                  <c:v>51.7</c:v>
                </c:pt>
                <c:pt idx="487">
                  <c:v>52.1</c:v>
                </c:pt>
                <c:pt idx="488">
                  <c:v>52.6</c:v>
                </c:pt>
                <c:pt idx="489">
                  <c:v>53.1</c:v>
                </c:pt>
                <c:pt idx="490">
                  <c:v>53.7</c:v>
                </c:pt>
                <c:pt idx="491">
                  <c:v>54.3</c:v>
                </c:pt>
                <c:pt idx="492">
                  <c:v>54.6</c:v>
                </c:pt>
                <c:pt idx="493">
                  <c:v>54.9</c:v>
                </c:pt>
                <c:pt idx="494">
                  <c:v>55.3</c:v>
                </c:pt>
                <c:pt idx="495">
                  <c:v>55.7</c:v>
                </c:pt>
                <c:pt idx="496">
                  <c:v>56</c:v>
                </c:pt>
                <c:pt idx="497">
                  <c:v>56.3</c:v>
                </c:pt>
                <c:pt idx="498">
                  <c:v>56.7</c:v>
                </c:pt>
                <c:pt idx="499">
                  <c:v>57.5</c:v>
                </c:pt>
                <c:pt idx="500">
                  <c:v>58</c:v>
                </c:pt>
                <c:pt idx="501">
                  <c:v>57.8</c:v>
                </c:pt>
                <c:pt idx="502">
                  <c:v>57.7</c:v>
                </c:pt>
                <c:pt idx="503">
                  <c:v>57.9</c:v>
                </c:pt>
                <c:pt idx="504">
                  <c:v>58.4</c:v>
                </c:pt>
                <c:pt idx="505">
                  <c:v>58.5</c:v>
                </c:pt>
                <c:pt idx="506">
                  <c:v>58.5</c:v>
                </c:pt>
                <c:pt idx="507">
                  <c:v>58.8</c:v>
                </c:pt>
                <c:pt idx="508">
                  <c:v>59.6</c:v>
                </c:pt>
                <c:pt idx="509">
                  <c:v>60.2</c:v>
                </c:pt>
                <c:pt idx="510">
                  <c:v>60.5</c:v>
                </c:pt>
                <c:pt idx="511">
                  <c:v>60.6</c:v>
                </c:pt>
                <c:pt idx="512">
                  <c:v>60.5</c:v>
                </c:pt>
                <c:pt idx="513">
                  <c:v>60.4</c:v>
                </c:pt>
                <c:pt idx="514">
                  <c:v>60.2</c:v>
                </c:pt>
                <c:pt idx="515">
                  <c:v>60.1</c:v>
                </c:pt>
                <c:pt idx="516">
                  <c:v>59.9</c:v>
                </c:pt>
                <c:pt idx="517">
                  <c:v>59.6</c:v>
                </c:pt>
                <c:pt idx="518">
                  <c:v>59.5</c:v>
                </c:pt>
                <c:pt idx="519">
                  <c:v>59.6</c:v>
                </c:pt>
                <c:pt idx="520">
                  <c:v>59.5</c:v>
                </c:pt>
                <c:pt idx="521">
                  <c:v>59</c:v>
                </c:pt>
                <c:pt idx="522">
                  <c:v>58.6</c:v>
                </c:pt>
                <c:pt idx="523">
                  <c:v>58.7</c:v>
                </c:pt>
                <c:pt idx="524">
                  <c:v>58.9</c:v>
                </c:pt>
                <c:pt idx="525">
                  <c:v>59</c:v>
                </c:pt>
                <c:pt idx="526">
                  <c:v>59.1</c:v>
                </c:pt>
                <c:pt idx="527">
                  <c:v>58.8</c:v>
                </c:pt>
                <c:pt idx="528">
                  <c:v>58.1</c:v>
                </c:pt>
                <c:pt idx="529">
                  <c:v>57.4</c:v>
                </c:pt>
                <c:pt idx="530">
                  <c:v>56.6</c:v>
                </c:pt>
                <c:pt idx="531">
                  <c:v>55.9</c:v>
                </c:pt>
                <c:pt idx="532">
                  <c:v>55.7</c:v>
                </c:pt>
                <c:pt idx="533">
                  <c:v>55.6</c:v>
                </c:pt>
                <c:pt idx="534">
                  <c:v>55.6</c:v>
                </c:pt>
                <c:pt idx="535">
                  <c:v>55.5</c:v>
                </c:pt>
                <c:pt idx="536">
                  <c:v>55.2</c:v>
                </c:pt>
                <c:pt idx="537">
                  <c:v>54.7</c:v>
                </c:pt>
                <c:pt idx="538">
                  <c:v>54.5</c:v>
                </c:pt>
                <c:pt idx="539">
                  <c:v>54.4</c:v>
                </c:pt>
                <c:pt idx="540">
                  <c:v>54.2</c:v>
                </c:pt>
                <c:pt idx="541">
                  <c:v>53.7</c:v>
                </c:pt>
                <c:pt idx="542">
                  <c:v>53.4</c:v>
                </c:pt>
                <c:pt idx="543">
                  <c:v>53.3</c:v>
                </c:pt>
                <c:pt idx="544">
                  <c:v>53.1</c:v>
                </c:pt>
                <c:pt idx="545">
                  <c:v>52.4</c:v>
                </c:pt>
                <c:pt idx="546">
                  <c:v>51.7</c:v>
                </c:pt>
                <c:pt idx="547">
                  <c:v>51.4</c:v>
                </c:pt>
                <c:pt idx="548">
                  <c:v>51.3</c:v>
                </c:pt>
                <c:pt idx="549">
                  <c:v>51</c:v>
                </c:pt>
                <c:pt idx="550">
                  <c:v>50.4</c:v>
                </c:pt>
                <c:pt idx="551">
                  <c:v>50</c:v>
                </c:pt>
                <c:pt idx="552">
                  <c:v>49.7</c:v>
                </c:pt>
                <c:pt idx="553">
                  <c:v>49.5</c:v>
                </c:pt>
                <c:pt idx="554">
                  <c:v>48.8</c:v>
                </c:pt>
                <c:pt idx="555">
                  <c:v>48.3</c:v>
                </c:pt>
                <c:pt idx="556">
                  <c:v>48.2</c:v>
                </c:pt>
                <c:pt idx="557">
                  <c:v>48.2</c:v>
                </c:pt>
                <c:pt idx="558">
                  <c:v>48.1</c:v>
                </c:pt>
                <c:pt idx="559">
                  <c:v>47.9</c:v>
                </c:pt>
                <c:pt idx="560">
                  <c:v>47.6</c:v>
                </c:pt>
                <c:pt idx="561">
                  <c:v>47.3</c:v>
                </c:pt>
                <c:pt idx="562">
                  <c:v>46.7</c:v>
                </c:pt>
                <c:pt idx="563">
                  <c:v>45.6</c:v>
                </c:pt>
                <c:pt idx="564">
                  <c:v>45.2</c:v>
                </c:pt>
                <c:pt idx="565">
                  <c:v>45.7</c:v>
                </c:pt>
                <c:pt idx="566">
                  <c:v>46.2</c:v>
                </c:pt>
                <c:pt idx="567">
                  <c:v>46.1</c:v>
                </c:pt>
                <c:pt idx="568">
                  <c:v>45.7</c:v>
                </c:pt>
                <c:pt idx="569">
                  <c:v>45.5</c:v>
                </c:pt>
                <c:pt idx="570">
                  <c:v>45.5</c:v>
                </c:pt>
                <c:pt idx="571">
                  <c:v>45.2</c:v>
                </c:pt>
                <c:pt idx="572">
                  <c:v>44.9</c:v>
                </c:pt>
                <c:pt idx="573">
                  <c:v>44.6</c:v>
                </c:pt>
                <c:pt idx="574">
                  <c:v>44.5</c:v>
                </c:pt>
                <c:pt idx="575">
                  <c:v>44.3</c:v>
                </c:pt>
                <c:pt idx="576">
                  <c:v>43.8</c:v>
                </c:pt>
                <c:pt idx="577">
                  <c:v>43.4</c:v>
                </c:pt>
                <c:pt idx="578">
                  <c:v>43.2</c:v>
                </c:pt>
                <c:pt idx="579">
                  <c:v>42.9</c:v>
                </c:pt>
                <c:pt idx="580">
                  <c:v>42.6</c:v>
                </c:pt>
                <c:pt idx="581">
                  <c:v>42.3</c:v>
                </c:pt>
                <c:pt idx="582">
                  <c:v>42.2</c:v>
                </c:pt>
                <c:pt idx="583">
                  <c:v>42.2</c:v>
                </c:pt>
                <c:pt idx="584">
                  <c:v>42.2</c:v>
                </c:pt>
                <c:pt idx="585">
                  <c:v>42.4</c:v>
                </c:pt>
                <c:pt idx="586">
                  <c:v>42.6</c:v>
                </c:pt>
                <c:pt idx="587">
                  <c:v>42.9</c:v>
                </c:pt>
                <c:pt idx="588">
                  <c:v>43</c:v>
                </c:pt>
                <c:pt idx="589">
                  <c:v>42.4</c:v>
                </c:pt>
                <c:pt idx="590">
                  <c:v>41.6</c:v>
                </c:pt>
                <c:pt idx="591">
                  <c:v>41.1</c:v>
                </c:pt>
                <c:pt idx="592">
                  <c:v>41</c:v>
                </c:pt>
                <c:pt idx="593">
                  <c:v>41.1</c:v>
                </c:pt>
                <c:pt idx="594">
                  <c:v>41.7</c:v>
                </c:pt>
                <c:pt idx="595">
                  <c:v>41.7</c:v>
                </c:pt>
                <c:pt idx="596">
                  <c:v>41.4</c:v>
                </c:pt>
                <c:pt idx="597">
                  <c:v>41.1</c:v>
                </c:pt>
                <c:pt idx="598">
                  <c:v>41</c:v>
                </c:pt>
                <c:pt idx="599">
                  <c:v>40.9</c:v>
                </c:pt>
                <c:pt idx="600">
                  <c:v>40.6</c:v>
                </c:pt>
                <c:pt idx="601">
                  <c:v>40.4</c:v>
                </c:pt>
                <c:pt idx="602">
                  <c:v>40.5</c:v>
                </c:pt>
                <c:pt idx="603">
                  <c:v>40.700000000000003</c:v>
                </c:pt>
                <c:pt idx="604">
                  <c:v>40.6</c:v>
                </c:pt>
                <c:pt idx="605">
                  <c:v>40.5</c:v>
                </c:pt>
                <c:pt idx="606">
                  <c:v>40.4</c:v>
                </c:pt>
                <c:pt idx="607">
                  <c:v>40.6</c:v>
                </c:pt>
                <c:pt idx="608">
                  <c:v>40.300000000000011</c:v>
                </c:pt>
                <c:pt idx="609">
                  <c:v>39.700000000000003</c:v>
                </c:pt>
                <c:pt idx="610">
                  <c:v>39.200000000000003</c:v>
                </c:pt>
                <c:pt idx="611">
                  <c:v>39.5</c:v>
                </c:pt>
                <c:pt idx="612">
                  <c:v>39.800000000000011</c:v>
                </c:pt>
                <c:pt idx="613">
                  <c:v>39.9</c:v>
                </c:pt>
                <c:pt idx="614">
                  <c:v>39.700000000000003</c:v>
                </c:pt>
                <c:pt idx="615">
                  <c:v>39.4</c:v>
                </c:pt>
                <c:pt idx="616">
                  <c:v>38.9</c:v>
                </c:pt>
                <c:pt idx="617">
                  <c:v>38.5</c:v>
                </c:pt>
                <c:pt idx="618">
                  <c:v>38.1</c:v>
                </c:pt>
                <c:pt idx="619">
                  <c:v>38</c:v>
                </c:pt>
                <c:pt idx="620">
                  <c:v>38.5</c:v>
                </c:pt>
                <c:pt idx="621">
                  <c:v>38.800000000000011</c:v>
                </c:pt>
                <c:pt idx="622">
                  <c:v>38.9</c:v>
                </c:pt>
                <c:pt idx="623">
                  <c:v>39</c:v>
                </c:pt>
                <c:pt idx="624">
                  <c:v>39.1</c:v>
                </c:pt>
                <c:pt idx="625">
                  <c:v>39.1</c:v>
                </c:pt>
                <c:pt idx="626">
                  <c:v>38.9</c:v>
                </c:pt>
                <c:pt idx="627">
                  <c:v>38.5</c:v>
                </c:pt>
                <c:pt idx="628">
                  <c:v>38.5</c:v>
                </c:pt>
                <c:pt idx="629">
                  <c:v>38.9</c:v>
                </c:pt>
                <c:pt idx="630">
                  <c:v>38.800000000000011</c:v>
                </c:pt>
                <c:pt idx="631">
                  <c:v>38.300000000000011</c:v>
                </c:pt>
                <c:pt idx="632">
                  <c:v>38.1</c:v>
                </c:pt>
                <c:pt idx="633">
                  <c:v>38.4</c:v>
                </c:pt>
                <c:pt idx="634">
                  <c:v>38.700000000000003</c:v>
                </c:pt>
                <c:pt idx="635">
                  <c:v>38.300000000000011</c:v>
                </c:pt>
                <c:pt idx="636">
                  <c:v>37.800000000000011</c:v>
                </c:pt>
                <c:pt idx="637">
                  <c:v>37.6</c:v>
                </c:pt>
                <c:pt idx="638">
                  <c:v>37.6</c:v>
                </c:pt>
                <c:pt idx="639">
                  <c:v>37.6</c:v>
                </c:pt>
                <c:pt idx="640">
                  <c:v>37.6</c:v>
                </c:pt>
                <c:pt idx="641">
                  <c:v>37.4</c:v>
                </c:pt>
                <c:pt idx="642">
                  <c:v>37</c:v>
                </c:pt>
                <c:pt idx="643">
                  <c:v>36.9</c:v>
                </c:pt>
                <c:pt idx="644">
                  <c:v>37.4</c:v>
                </c:pt>
                <c:pt idx="645">
                  <c:v>37.800000000000011</c:v>
                </c:pt>
                <c:pt idx="646">
                  <c:v>37.9</c:v>
                </c:pt>
                <c:pt idx="647">
                  <c:v>37.9</c:v>
                </c:pt>
                <c:pt idx="648">
                  <c:v>38.1</c:v>
                </c:pt>
                <c:pt idx="649">
                  <c:v>38.4</c:v>
                </c:pt>
                <c:pt idx="650">
                  <c:v>38.1</c:v>
                </c:pt>
                <c:pt idx="651">
                  <c:v>37.5</c:v>
                </c:pt>
                <c:pt idx="652">
                  <c:v>37.1</c:v>
                </c:pt>
                <c:pt idx="653">
                  <c:v>37</c:v>
                </c:pt>
                <c:pt idx="654">
                  <c:v>37.200000000000003</c:v>
                </c:pt>
                <c:pt idx="655">
                  <c:v>37.5</c:v>
                </c:pt>
                <c:pt idx="656">
                  <c:v>37.700000000000003</c:v>
                </c:pt>
                <c:pt idx="657">
                  <c:v>37.6</c:v>
                </c:pt>
                <c:pt idx="658">
                  <c:v>37.4</c:v>
                </c:pt>
                <c:pt idx="659">
                  <c:v>37.200000000000003</c:v>
                </c:pt>
                <c:pt idx="660">
                  <c:v>36.9</c:v>
                </c:pt>
                <c:pt idx="661">
                  <c:v>36.800000000000011</c:v>
                </c:pt>
                <c:pt idx="662">
                  <c:v>36.700000000000003</c:v>
                </c:pt>
                <c:pt idx="663">
                  <c:v>37</c:v>
                </c:pt>
                <c:pt idx="664">
                  <c:v>37.5</c:v>
                </c:pt>
                <c:pt idx="665">
                  <c:v>37.800000000000011</c:v>
                </c:pt>
                <c:pt idx="666">
                  <c:v>37.700000000000003</c:v>
                </c:pt>
                <c:pt idx="667">
                  <c:v>37.6</c:v>
                </c:pt>
                <c:pt idx="668">
                  <c:v>37.700000000000003</c:v>
                </c:pt>
                <c:pt idx="669">
                  <c:v>37.800000000000011</c:v>
                </c:pt>
                <c:pt idx="670">
                  <c:v>37.5</c:v>
                </c:pt>
                <c:pt idx="671">
                  <c:v>37.300000000000011</c:v>
                </c:pt>
                <c:pt idx="672">
                  <c:v>37.5</c:v>
                </c:pt>
                <c:pt idx="673">
                  <c:v>37.9</c:v>
                </c:pt>
                <c:pt idx="674">
                  <c:v>37.700000000000003</c:v>
                </c:pt>
                <c:pt idx="675">
                  <c:v>37.300000000000011</c:v>
                </c:pt>
                <c:pt idx="676">
                  <c:v>36.800000000000011</c:v>
                </c:pt>
                <c:pt idx="677">
                  <c:v>36.300000000000011</c:v>
                </c:pt>
                <c:pt idx="678">
                  <c:v>36.1</c:v>
                </c:pt>
                <c:pt idx="679">
                  <c:v>36.4</c:v>
                </c:pt>
                <c:pt idx="680">
                  <c:v>36.700000000000003</c:v>
                </c:pt>
                <c:pt idx="681">
                  <c:v>37.200000000000003</c:v>
                </c:pt>
                <c:pt idx="682">
                  <c:v>37.4</c:v>
                </c:pt>
                <c:pt idx="683">
                  <c:v>37.1</c:v>
                </c:pt>
                <c:pt idx="684">
                  <c:v>36.700000000000003</c:v>
                </c:pt>
                <c:pt idx="685">
                  <c:v>36.800000000000011</c:v>
                </c:pt>
                <c:pt idx="686">
                  <c:v>37</c:v>
                </c:pt>
                <c:pt idx="687">
                  <c:v>37</c:v>
                </c:pt>
                <c:pt idx="688">
                  <c:v>36.6</c:v>
                </c:pt>
                <c:pt idx="689">
                  <c:v>36.700000000000003</c:v>
                </c:pt>
                <c:pt idx="690">
                  <c:v>37.1</c:v>
                </c:pt>
                <c:pt idx="691">
                  <c:v>37.300000000000011</c:v>
                </c:pt>
                <c:pt idx="692">
                  <c:v>36.9</c:v>
                </c:pt>
                <c:pt idx="693">
                  <c:v>36.6</c:v>
                </c:pt>
                <c:pt idx="694">
                  <c:v>36.5</c:v>
                </c:pt>
                <c:pt idx="695">
                  <c:v>36.6</c:v>
                </c:pt>
                <c:pt idx="696">
                  <c:v>36.5</c:v>
                </c:pt>
                <c:pt idx="697">
                  <c:v>36.5</c:v>
                </c:pt>
                <c:pt idx="698">
                  <c:v>36.5</c:v>
                </c:pt>
                <c:pt idx="699">
                  <c:v>36.6</c:v>
                </c:pt>
                <c:pt idx="700">
                  <c:v>36.6</c:v>
                </c:pt>
                <c:pt idx="701">
                  <c:v>36.5</c:v>
                </c:pt>
                <c:pt idx="702">
                  <c:v>36.700000000000003</c:v>
                </c:pt>
                <c:pt idx="703">
                  <c:v>37</c:v>
                </c:pt>
                <c:pt idx="704">
                  <c:v>37.200000000000003</c:v>
                </c:pt>
                <c:pt idx="705">
                  <c:v>36.9</c:v>
                </c:pt>
                <c:pt idx="706">
                  <c:v>36.700000000000003</c:v>
                </c:pt>
                <c:pt idx="707">
                  <c:v>37</c:v>
                </c:pt>
                <c:pt idx="708">
                  <c:v>37.1</c:v>
                </c:pt>
                <c:pt idx="709">
                  <c:v>36.9</c:v>
                </c:pt>
                <c:pt idx="710">
                  <c:v>36.700000000000003</c:v>
                </c:pt>
                <c:pt idx="711">
                  <c:v>36.800000000000011</c:v>
                </c:pt>
                <c:pt idx="712">
                  <c:v>37.1</c:v>
                </c:pt>
                <c:pt idx="713">
                  <c:v>37</c:v>
                </c:pt>
                <c:pt idx="714">
                  <c:v>36.800000000000011</c:v>
                </c:pt>
                <c:pt idx="715">
                  <c:v>36.9</c:v>
                </c:pt>
                <c:pt idx="716">
                  <c:v>37.6</c:v>
                </c:pt>
                <c:pt idx="717">
                  <c:v>37.700000000000003</c:v>
                </c:pt>
                <c:pt idx="718">
                  <c:v>36.800000000000011</c:v>
                </c:pt>
                <c:pt idx="719">
                  <c:v>36</c:v>
                </c:pt>
                <c:pt idx="720">
                  <c:v>36.1</c:v>
                </c:pt>
                <c:pt idx="721">
                  <c:v>36.4</c:v>
                </c:pt>
                <c:pt idx="722">
                  <c:v>36.4</c:v>
                </c:pt>
                <c:pt idx="723">
                  <c:v>36.4</c:v>
                </c:pt>
                <c:pt idx="724">
                  <c:v>36.6</c:v>
                </c:pt>
                <c:pt idx="725">
                  <c:v>36.9</c:v>
                </c:pt>
                <c:pt idx="726">
                  <c:v>36.9</c:v>
                </c:pt>
                <c:pt idx="727">
                  <c:v>36.5</c:v>
                </c:pt>
                <c:pt idx="728">
                  <c:v>36.5</c:v>
                </c:pt>
                <c:pt idx="729">
                  <c:v>36.700000000000003</c:v>
                </c:pt>
                <c:pt idx="730">
                  <c:v>37</c:v>
                </c:pt>
                <c:pt idx="731">
                  <c:v>37.300000000000011</c:v>
                </c:pt>
                <c:pt idx="732">
                  <c:v>37.5</c:v>
                </c:pt>
                <c:pt idx="733">
                  <c:v>36.9</c:v>
                </c:pt>
                <c:pt idx="734">
                  <c:v>36.5</c:v>
                </c:pt>
                <c:pt idx="735">
                  <c:v>36.4</c:v>
                </c:pt>
                <c:pt idx="736">
                  <c:v>36.5</c:v>
                </c:pt>
                <c:pt idx="737">
                  <c:v>36.4</c:v>
                </c:pt>
                <c:pt idx="738">
                  <c:v>36.200000000000003</c:v>
                </c:pt>
                <c:pt idx="739">
                  <c:v>36.300000000000011</c:v>
                </c:pt>
                <c:pt idx="740">
                  <c:v>36.700000000000003</c:v>
                </c:pt>
                <c:pt idx="741">
                  <c:v>37</c:v>
                </c:pt>
                <c:pt idx="742">
                  <c:v>37.200000000000003</c:v>
                </c:pt>
                <c:pt idx="743">
                  <c:v>37</c:v>
                </c:pt>
                <c:pt idx="744">
                  <c:v>36.200000000000003</c:v>
                </c:pt>
                <c:pt idx="745">
                  <c:v>35.700000000000003</c:v>
                </c:pt>
                <c:pt idx="746">
                  <c:v>36.200000000000003</c:v>
                </c:pt>
                <c:pt idx="747">
                  <c:v>36.800000000000011</c:v>
                </c:pt>
                <c:pt idx="748">
                  <c:v>37.300000000000011</c:v>
                </c:pt>
                <c:pt idx="749">
                  <c:v>37.6</c:v>
                </c:pt>
                <c:pt idx="750">
                  <c:v>37.300000000000011</c:v>
                </c:pt>
                <c:pt idx="751">
                  <c:v>36.800000000000011</c:v>
                </c:pt>
                <c:pt idx="752">
                  <c:v>36.4</c:v>
                </c:pt>
                <c:pt idx="753">
                  <c:v>36.1</c:v>
                </c:pt>
                <c:pt idx="754">
                  <c:v>36</c:v>
                </c:pt>
                <c:pt idx="755">
                  <c:v>36.4</c:v>
                </c:pt>
                <c:pt idx="756">
                  <c:v>36.700000000000003</c:v>
                </c:pt>
                <c:pt idx="757">
                  <c:v>36.800000000000011</c:v>
                </c:pt>
                <c:pt idx="758">
                  <c:v>36.800000000000011</c:v>
                </c:pt>
                <c:pt idx="759">
                  <c:v>36.700000000000003</c:v>
                </c:pt>
                <c:pt idx="760">
                  <c:v>36.5</c:v>
                </c:pt>
                <c:pt idx="761">
                  <c:v>36.6</c:v>
                </c:pt>
                <c:pt idx="762">
                  <c:v>36.700000000000003</c:v>
                </c:pt>
                <c:pt idx="763">
                  <c:v>36.700000000000003</c:v>
                </c:pt>
                <c:pt idx="764">
                  <c:v>36.700000000000003</c:v>
                </c:pt>
                <c:pt idx="765">
                  <c:v>36.700000000000003</c:v>
                </c:pt>
                <c:pt idx="766">
                  <c:v>36.700000000000003</c:v>
                </c:pt>
                <c:pt idx="767">
                  <c:v>36.6</c:v>
                </c:pt>
                <c:pt idx="768">
                  <c:v>36.5</c:v>
                </c:pt>
                <c:pt idx="769">
                  <c:v>36.5</c:v>
                </c:pt>
                <c:pt idx="770">
                  <c:v>36.700000000000003</c:v>
                </c:pt>
                <c:pt idx="771">
                  <c:v>36.9</c:v>
                </c:pt>
                <c:pt idx="772">
                  <c:v>36.800000000000011</c:v>
                </c:pt>
                <c:pt idx="773">
                  <c:v>36.700000000000003</c:v>
                </c:pt>
                <c:pt idx="774">
                  <c:v>36.9</c:v>
                </c:pt>
                <c:pt idx="775">
                  <c:v>37</c:v>
                </c:pt>
                <c:pt idx="776">
                  <c:v>37.1</c:v>
                </c:pt>
                <c:pt idx="777">
                  <c:v>37</c:v>
                </c:pt>
                <c:pt idx="778">
                  <c:v>36.9</c:v>
                </c:pt>
                <c:pt idx="779">
                  <c:v>36.9</c:v>
                </c:pt>
                <c:pt idx="780">
                  <c:v>37.1</c:v>
                </c:pt>
                <c:pt idx="781">
                  <c:v>37.4</c:v>
                </c:pt>
                <c:pt idx="782">
                  <c:v>37.5</c:v>
                </c:pt>
                <c:pt idx="783">
                  <c:v>37.300000000000011</c:v>
                </c:pt>
                <c:pt idx="784">
                  <c:v>37.200000000000003</c:v>
                </c:pt>
                <c:pt idx="785">
                  <c:v>37.4</c:v>
                </c:pt>
                <c:pt idx="786">
                  <c:v>37.6</c:v>
                </c:pt>
                <c:pt idx="787">
                  <c:v>37.700000000000003</c:v>
                </c:pt>
                <c:pt idx="788">
                  <c:v>37.700000000000003</c:v>
                </c:pt>
                <c:pt idx="789">
                  <c:v>37.9</c:v>
                </c:pt>
                <c:pt idx="790">
                  <c:v>38.1</c:v>
                </c:pt>
                <c:pt idx="791">
                  <c:v>38.1</c:v>
                </c:pt>
                <c:pt idx="792">
                  <c:v>38</c:v>
                </c:pt>
                <c:pt idx="793">
                  <c:v>38</c:v>
                </c:pt>
                <c:pt idx="794">
                  <c:v>38.200000000000003</c:v>
                </c:pt>
                <c:pt idx="795">
                  <c:v>38.5</c:v>
                </c:pt>
                <c:pt idx="796">
                  <c:v>39</c:v>
                </c:pt>
                <c:pt idx="797">
                  <c:v>39.1</c:v>
                </c:pt>
                <c:pt idx="798">
                  <c:v>38.9</c:v>
                </c:pt>
                <c:pt idx="799">
                  <c:v>38.700000000000003</c:v>
                </c:pt>
                <c:pt idx="800">
                  <c:v>38.9</c:v>
                </c:pt>
                <c:pt idx="801">
                  <c:v>39.200000000000003</c:v>
                </c:pt>
                <c:pt idx="802">
                  <c:v>39.5</c:v>
                </c:pt>
                <c:pt idx="803">
                  <c:v>39.700000000000003</c:v>
                </c:pt>
                <c:pt idx="804">
                  <c:v>39.4</c:v>
                </c:pt>
                <c:pt idx="805">
                  <c:v>39</c:v>
                </c:pt>
                <c:pt idx="806">
                  <c:v>38.800000000000011</c:v>
                </c:pt>
                <c:pt idx="807">
                  <c:v>38.800000000000011</c:v>
                </c:pt>
                <c:pt idx="808">
                  <c:v>39</c:v>
                </c:pt>
                <c:pt idx="809">
                  <c:v>39.300000000000011</c:v>
                </c:pt>
                <c:pt idx="810">
                  <c:v>39.300000000000011</c:v>
                </c:pt>
                <c:pt idx="811">
                  <c:v>39</c:v>
                </c:pt>
                <c:pt idx="812">
                  <c:v>38.9</c:v>
                </c:pt>
                <c:pt idx="813">
                  <c:v>39.1</c:v>
                </c:pt>
                <c:pt idx="814">
                  <c:v>39.4</c:v>
                </c:pt>
                <c:pt idx="815">
                  <c:v>39.6</c:v>
                </c:pt>
                <c:pt idx="816">
                  <c:v>39.800000000000011</c:v>
                </c:pt>
                <c:pt idx="817">
                  <c:v>39.9</c:v>
                </c:pt>
                <c:pt idx="818">
                  <c:v>39.9</c:v>
                </c:pt>
                <c:pt idx="819">
                  <c:v>39.9</c:v>
                </c:pt>
                <c:pt idx="820">
                  <c:v>39.9</c:v>
                </c:pt>
                <c:pt idx="821">
                  <c:v>40</c:v>
                </c:pt>
                <c:pt idx="822">
                  <c:v>40.200000000000003</c:v>
                </c:pt>
                <c:pt idx="823">
                  <c:v>40.300000000000011</c:v>
                </c:pt>
                <c:pt idx="824">
                  <c:v>40.4</c:v>
                </c:pt>
                <c:pt idx="825">
                  <c:v>40.1</c:v>
                </c:pt>
                <c:pt idx="826">
                  <c:v>39.5</c:v>
                </c:pt>
                <c:pt idx="827">
                  <c:v>39.1</c:v>
                </c:pt>
                <c:pt idx="828">
                  <c:v>39.9</c:v>
                </c:pt>
                <c:pt idx="829">
                  <c:v>40.4</c:v>
                </c:pt>
                <c:pt idx="830">
                  <c:v>40.200000000000003</c:v>
                </c:pt>
                <c:pt idx="831">
                  <c:v>39.9</c:v>
                </c:pt>
                <c:pt idx="832">
                  <c:v>39.9</c:v>
                </c:pt>
                <c:pt idx="833">
                  <c:v>40.1</c:v>
                </c:pt>
                <c:pt idx="834">
                  <c:v>40.300000000000011</c:v>
                </c:pt>
                <c:pt idx="835">
                  <c:v>40.4</c:v>
                </c:pt>
                <c:pt idx="836">
                  <c:v>40.300000000000011</c:v>
                </c:pt>
                <c:pt idx="837">
                  <c:v>40</c:v>
                </c:pt>
                <c:pt idx="838">
                  <c:v>40</c:v>
                </c:pt>
                <c:pt idx="839">
                  <c:v>40.4</c:v>
                </c:pt>
                <c:pt idx="840">
                  <c:v>40.6</c:v>
                </c:pt>
                <c:pt idx="841">
                  <c:v>40.6</c:v>
                </c:pt>
                <c:pt idx="842">
                  <c:v>40.6</c:v>
                </c:pt>
                <c:pt idx="843">
                  <c:v>40.700000000000003</c:v>
                </c:pt>
                <c:pt idx="844">
                  <c:v>40.700000000000003</c:v>
                </c:pt>
                <c:pt idx="845">
                  <c:v>40.700000000000003</c:v>
                </c:pt>
                <c:pt idx="846">
                  <c:v>40.700000000000003</c:v>
                </c:pt>
                <c:pt idx="847">
                  <c:v>40.9</c:v>
                </c:pt>
                <c:pt idx="848">
                  <c:v>41.2</c:v>
                </c:pt>
                <c:pt idx="849">
                  <c:v>41.4</c:v>
                </c:pt>
                <c:pt idx="850">
                  <c:v>41.4</c:v>
                </c:pt>
                <c:pt idx="851">
                  <c:v>41.1</c:v>
                </c:pt>
                <c:pt idx="852">
                  <c:v>40.6</c:v>
                </c:pt>
                <c:pt idx="853">
                  <c:v>40.800000000000011</c:v>
                </c:pt>
                <c:pt idx="854">
                  <c:v>41.7</c:v>
                </c:pt>
                <c:pt idx="855">
                  <c:v>42.4</c:v>
                </c:pt>
                <c:pt idx="856">
                  <c:v>42.4</c:v>
                </c:pt>
                <c:pt idx="857">
                  <c:v>42.4</c:v>
                </c:pt>
                <c:pt idx="858">
                  <c:v>42.6</c:v>
                </c:pt>
                <c:pt idx="859">
                  <c:v>42.7</c:v>
                </c:pt>
                <c:pt idx="860">
                  <c:v>42.7</c:v>
                </c:pt>
                <c:pt idx="861">
                  <c:v>42.6</c:v>
                </c:pt>
                <c:pt idx="862">
                  <c:v>42.7</c:v>
                </c:pt>
                <c:pt idx="863">
                  <c:v>42.9</c:v>
                </c:pt>
                <c:pt idx="864">
                  <c:v>42.9</c:v>
                </c:pt>
                <c:pt idx="865">
                  <c:v>43</c:v>
                </c:pt>
                <c:pt idx="866">
                  <c:v>43.1</c:v>
                </c:pt>
                <c:pt idx="867">
                  <c:v>43.3</c:v>
                </c:pt>
                <c:pt idx="868">
                  <c:v>43.6</c:v>
                </c:pt>
                <c:pt idx="869">
                  <c:v>44.2</c:v>
                </c:pt>
                <c:pt idx="870">
                  <c:v>44.3</c:v>
                </c:pt>
                <c:pt idx="871">
                  <c:v>44.1</c:v>
                </c:pt>
                <c:pt idx="872">
                  <c:v>43.9</c:v>
                </c:pt>
                <c:pt idx="873">
                  <c:v>43.9</c:v>
                </c:pt>
                <c:pt idx="874">
                  <c:v>44</c:v>
                </c:pt>
                <c:pt idx="875">
                  <c:v>44.1</c:v>
                </c:pt>
                <c:pt idx="876">
                  <c:v>44.3</c:v>
                </c:pt>
                <c:pt idx="877">
                  <c:v>44.4</c:v>
                </c:pt>
                <c:pt idx="878">
                  <c:v>44.4</c:v>
                </c:pt>
                <c:pt idx="879">
                  <c:v>44.5</c:v>
                </c:pt>
                <c:pt idx="880">
                  <c:v>44.6</c:v>
                </c:pt>
                <c:pt idx="881">
                  <c:v>44.8</c:v>
                </c:pt>
                <c:pt idx="882">
                  <c:v>44.9</c:v>
                </c:pt>
                <c:pt idx="883">
                  <c:v>44.8</c:v>
                </c:pt>
                <c:pt idx="884">
                  <c:v>44.4</c:v>
                </c:pt>
                <c:pt idx="885">
                  <c:v>44.5</c:v>
                </c:pt>
                <c:pt idx="886">
                  <c:v>45.1</c:v>
                </c:pt>
                <c:pt idx="887">
                  <c:v>45.7</c:v>
                </c:pt>
                <c:pt idx="888">
                  <c:v>45.8</c:v>
                </c:pt>
                <c:pt idx="889">
                  <c:v>45.9</c:v>
                </c:pt>
                <c:pt idx="890">
                  <c:v>46.3</c:v>
                </c:pt>
                <c:pt idx="891">
                  <c:v>46.7</c:v>
                </c:pt>
                <c:pt idx="892">
                  <c:v>46.8</c:v>
                </c:pt>
                <c:pt idx="893">
                  <c:v>46.8</c:v>
                </c:pt>
                <c:pt idx="894">
                  <c:v>46.9</c:v>
                </c:pt>
                <c:pt idx="895">
                  <c:v>47</c:v>
                </c:pt>
                <c:pt idx="896">
                  <c:v>47.2</c:v>
                </c:pt>
                <c:pt idx="897">
                  <c:v>47.5</c:v>
                </c:pt>
                <c:pt idx="898">
                  <c:v>47.7</c:v>
                </c:pt>
                <c:pt idx="899">
                  <c:v>47.9</c:v>
                </c:pt>
                <c:pt idx="900">
                  <c:v>48.1</c:v>
                </c:pt>
                <c:pt idx="901">
                  <c:v>48.4</c:v>
                </c:pt>
                <c:pt idx="902">
                  <c:v>48.8</c:v>
                </c:pt>
                <c:pt idx="903">
                  <c:v>49.4</c:v>
                </c:pt>
                <c:pt idx="904">
                  <c:v>49.8</c:v>
                </c:pt>
                <c:pt idx="905">
                  <c:v>49.8</c:v>
                </c:pt>
                <c:pt idx="906">
                  <c:v>49.9</c:v>
                </c:pt>
                <c:pt idx="907">
                  <c:v>50.3</c:v>
                </c:pt>
                <c:pt idx="908">
                  <c:v>50.6</c:v>
                </c:pt>
                <c:pt idx="909">
                  <c:v>50.9</c:v>
                </c:pt>
                <c:pt idx="910">
                  <c:v>51</c:v>
                </c:pt>
                <c:pt idx="911">
                  <c:v>51.4</c:v>
                </c:pt>
                <c:pt idx="912">
                  <c:v>52</c:v>
                </c:pt>
                <c:pt idx="913">
                  <c:v>52.2</c:v>
                </c:pt>
                <c:pt idx="914">
                  <c:v>52.3</c:v>
                </c:pt>
                <c:pt idx="915">
                  <c:v>52.8</c:v>
                </c:pt>
                <c:pt idx="916">
                  <c:v>53.6</c:v>
                </c:pt>
                <c:pt idx="917">
                  <c:v>53.8</c:v>
                </c:pt>
                <c:pt idx="918">
                  <c:v>53.4</c:v>
                </c:pt>
                <c:pt idx="919">
                  <c:v>53.3</c:v>
                </c:pt>
                <c:pt idx="920">
                  <c:v>54.2</c:v>
                </c:pt>
                <c:pt idx="921">
                  <c:v>54.9</c:v>
                </c:pt>
                <c:pt idx="922">
                  <c:v>55.2</c:v>
                </c:pt>
                <c:pt idx="923">
                  <c:v>55.5</c:v>
                </c:pt>
                <c:pt idx="924">
                  <c:v>56.4</c:v>
                </c:pt>
                <c:pt idx="925">
                  <c:v>57.3</c:v>
                </c:pt>
                <c:pt idx="926">
                  <c:v>57.8</c:v>
                </c:pt>
                <c:pt idx="927">
                  <c:v>58.1</c:v>
                </c:pt>
                <c:pt idx="928">
                  <c:v>58.8</c:v>
                </c:pt>
                <c:pt idx="929">
                  <c:v>59.7</c:v>
                </c:pt>
                <c:pt idx="930">
                  <c:v>60</c:v>
                </c:pt>
                <c:pt idx="931">
                  <c:v>60</c:v>
                </c:pt>
                <c:pt idx="932">
                  <c:v>60.5</c:v>
                </c:pt>
                <c:pt idx="933">
                  <c:v>62.1</c:v>
                </c:pt>
                <c:pt idx="934">
                  <c:v>63.2</c:v>
                </c:pt>
                <c:pt idx="935">
                  <c:v>63.5</c:v>
                </c:pt>
                <c:pt idx="936">
                  <c:v>63.8</c:v>
                </c:pt>
                <c:pt idx="937">
                  <c:v>64.7</c:v>
                </c:pt>
                <c:pt idx="938">
                  <c:v>65.7</c:v>
                </c:pt>
                <c:pt idx="939">
                  <c:v>66.3</c:v>
                </c:pt>
                <c:pt idx="940">
                  <c:v>67.099999999999994</c:v>
                </c:pt>
                <c:pt idx="941">
                  <c:v>68.5</c:v>
                </c:pt>
                <c:pt idx="942">
                  <c:v>70.400000000000006</c:v>
                </c:pt>
                <c:pt idx="943">
                  <c:v>71.8</c:v>
                </c:pt>
                <c:pt idx="944">
                  <c:v>72.7</c:v>
                </c:pt>
                <c:pt idx="945">
                  <c:v>73.599999999999994</c:v>
                </c:pt>
                <c:pt idx="946">
                  <c:v>74.599999999999994</c:v>
                </c:pt>
                <c:pt idx="947">
                  <c:v>75.599999999999994</c:v>
                </c:pt>
                <c:pt idx="948">
                  <c:v>76.7</c:v>
                </c:pt>
                <c:pt idx="949">
                  <c:v>78</c:v>
                </c:pt>
                <c:pt idx="950">
                  <c:v>79.599999999999994</c:v>
                </c:pt>
                <c:pt idx="951">
                  <c:v>81.400000000000006</c:v>
                </c:pt>
                <c:pt idx="952">
                  <c:v>83.6</c:v>
                </c:pt>
                <c:pt idx="953">
                  <c:v>86</c:v>
                </c:pt>
                <c:pt idx="954">
                  <c:v>88.3</c:v>
                </c:pt>
                <c:pt idx="955">
                  <c:v>90.5</c:v>
                </c:pt>
                <c:pt idx="956">
                  <c:v>92.7</c:v>
                </c:pt>
                <c:pt idx="957">
                  <c:v>95.1</c:v>
                </c:pt>
                <c:pt idx="958">
                  <c:v>97.9</c:v>
                </c:pt>
                <c:pt idx="959">
                  <c:v>101</c:v>
                </c:pt>
                <c:pt idx="960">
                  <c:v>104</c:v>
                </c:pt>
                <c:pt idx="961">
                  <c:v>107</c:v>
                </c:pt>
                <c:pt idx="962">
                  <c:v>111</c:v>
                </c:pt>
                <c:pt idx="963">
                  <c:v>115</c:v>
                </c:pt>
                <c:pt idx="964">
                  <c:v>120</c:v>
                </c:pt>
                <c:pt idx="965">
                  <c:v>124</c:v>
                </c:pt>
                <c:pt idx="966">
                  <c:v>128</c:v>
                </c:pt>
                <c:pt idx="967">
                  <c:v>133</c:v>
                </c:pt>
                <c:pt idx="968">
                  <c:v>139</c:v>
                </c:pt>
                <c:pt idx="969">
                  <c:v>145</c:v>
                </c:pt>
                <c:pt idx="970">
                  <c:v>152</c:v>
                </c:pt>
                <c:pt idx="971">
                  <c:v>158</c:v>
                </c:pt>
                <c:pt idx="972">
                  <c:v>165</c:v>
                </c:pt>
                <c:pt idx="973">
                  <c:v>173</c:v>
                </c:pt>
                <c:pt idx="974">
                  <c:v>181</c:v>
                </c:pt>
                <c:pt idx="975">
                  <c:v>190</c:v>
                </c:pt>
                <c:pt idx="976">
                  <c:v>199</c:v>
                </c:pt>
                <c:pt idx="977">
                  <c:v>208</c:v>
                </c:pt>
                <c:pt idx="978">
                  <c:v>217</c:v>
                </c:pt>
                <c:pt idx="979">
                  <c:v>228</c:v>
                </c:pt>
                <c:pt idx="980">
                  <c:v>239</c:v>
                </c:pt>
                <c:pt idx="981">
                  <c:v>251</c:v>
                </c:pt>
                <c:pt idx="982">
                  <c:v>263</c:v>
                </c:pt>
                <c:pt idx="983">
                  <c:v>276</c:v>
                </c:pt>
                <c:pt idx="984">
                  <c:v>288</c:v>
                </c:pt>
                <c:pt idx="985">
                  <c:v>300</c:v>
                </c:pt>
                <c:pt idx="986">
                  <c:v>311</c:v>
                </c:pt>
                <c:pt idx="987">
                  <c:v>323</c:v>
                </c:pt>
                <c:pt idx="988">
                  <c:v>337</c:v>
                </c:pt>
                <c:pt idx="989">
                  <c:v>350</c:v>
                </c:pt>
                <c:pt idx="990">
                  <c:v>360</c:v>
                </c:pt>
                <c:pt idx="991">
                  <c:v>370</c:v>
                </c:pt>
                <c:pt idx="992">
                  <c:v>380</c:v>
                </c:pt>
                <c:pt idx="993">
                  <c:v>390</c:v>
                </c:pt>
                <c:pt idx="994">
                  <c:v>401</c:v>
                </c:pt>
                <c:pt idx="995">
                  <c:v>410</c:v>
                </c:pt>
                <c:pt idx="996">
                  <c:v>417</c:v>
                </c:pt>
                <c:pt idx="997">
                  <c:v>421</c:v>
                </c:pt>
                <c:pt idx="998">
                  <c:v>424</c:v>
                </c:pt>
                <c:pt idx="999">
                  <c:v>425</c:v>
                </c:pt>
                <c:pt idx="1000">
                  <c:v>425</c:v>
                </c:pt>
                <c:pt idx="1001">
                  <c:v>426</c:v>
                </c:pt>
                <c:pt idx="1002">
                  <c:v>426</c:v>
                </c:pt>
                <c:pt idx="1003">
                  <c:v>422</c:v>
                </c:pt>
                <c:pt idx="1004">
                  <c:v>417</c:v>
                </c:pt>
                <c:pt idx="1005">
                  <c:v>411</c:v>
                </c:pt>
                <c:pt idx="1006">
                  <c:v>406</c:v>
                </c:pt>
                <c:pt idx="1007">
                  <c:v>399</c:v>
                </c:pt>
                <c:pt idx="1008">
                  <c:v>389</c:v>
                </c:pt>
                <c:pt idx="1009">
                  <c:v>380</c:v>
                </c:pt>
                <c:pt idx="1010">
                  <c:v>372</c:v>
                </c:pt>
                <c:pt idx="1011">
                  <c:v>361</c:v>
                </c:pt>
                <c:pt idx="1012">
                  <c:v>350</c:v>
                </c:pt>
                <c:pt idx="1013">
                  <c:v>337</c:v>
                </c:pt>
                <c:pt idx="1014">
                  <c:v>326</c:v>
                </c:pt>
                <c:pt idx="1015">
                  <c:v>314</c:v>
                </c:pt>
                <c:pt idx="1016">
                  <c:v>301</c:v>
                </c:pt>
                <c:pt idx="1017">
                  <c:v>289</c:v>
                </c:pt>
                <c:pt idx="1018">
                  <c:v>276</c:v>
                </c:pt>
                <c:pt idx="1019">
                  <c:v>264</c:v>
                </c:pt>
                <c:pt idx="1020">
                  <c:v>252</c:v>
                </c:pt>
                <c:pt idx="1021">
                  <c:v>241</c:v>
                </c:pt>
                <c:pt idx="1022">
                  <c:v>231</c:v>
                </c:pt>
                <c:pt idx="1023">
                  <c:v>219</c:v>
                </c:pt>
                <c:pt idx="1024">
                  <c:v>208</c:v>
                </c:pt>
                <c:pt idx="1025">
                  <c:v>199</c:v>
                </c:pt>
                <c:pt idx="1026">
                  <c:v>189</c:v>
                </c:pt>
                <c:pt idx="1027">
                  <c:v>180</c:v>
                </c:pt>
                <c:pt idx="1028">
                  <c:v>171</c:v>
                </c:pt>
                <c:pt idx="1029">
                  <c:v>163</c:v>
                </c:pt>
                <c:pt idx="1030">
                  <c:v>156</c:v>
                </c:pt>
                <c:pt idx="1031">
                  <c:v>150</c:v>
                </c:pt>
                <c:pt idx="1032">
                  <c:v>144</c:v>
                </c:pt>
                <c:pt idx="1033">
                  <c:v>138</c:v>
                </c:pt>
                <c:pt idx="1034">
                  <c:v>134</c:v>
                </c:pt>
                <c:pt idx="1035">
                  <c:v>130</c:v>
                </c:pt>
                <c:pt idx="1036">
                  <c:v>124</c:v>
                </c:pt>
                <c:pt idx="1037">
                  <c:v>118</c:v>
                </c:pt>
                <c:pt idx="1038">
                  <c:v>114</c:v>
                </c:pt>
                <c:pt idx="1039">
                  <c:v>110</c:v>
                </c:pt>
                <c:pt idx="1040">
                  <c:v>107</c:v>
                </c:pt>
                <c:pt idx="1041">
                  <c:v>105</c:v>
                </c:pt>
                <c:pt idx="1042">
                  <c:v>102</c:v>
                </c:pt>
                <c:pt idx="1043">
                  <c:v>98.7</c:v>
                </c:pt>
                <c:pt idx="1044">
                  <c:v>95.9</c:v>
                </c:pt>
                <c:pt idx="1045">
                  <c:v>93.7</c:v>
                </c:pt>
                <c:pt idx="1046">
                  <c:v>91.9</c:v>
                </c:pt>
                <c:pt idx="1047">
                  <c:v>90.6</c:v>
                </c:pt>
                <c:pt idx="1048">
                  <c:v>89.1</c:v>
                </c:pt>
                <c:pt idx="1049">
                  <c:v>86.5</c:v>
                </c:pt>
                <c:pt idx="1050">
                  <c:v>84.2</c:v>
                </c:pt>
                <c:pt idx="1051">
                  <c:v>83.4</c:v>
                </c:pt>
                <c:pt idx="1052">
                  <c:v>83.3</c:v>
                </c:pt>
                <c:pt idx="1053">
                  <c:v>82.4</c:v>
                </c:pt>
                <c:pt idx="1054">
                  <c:v>81</c:v>
                </c:pt>
                <c:pt idx="1055">
                  <c:v>79.3</c:v>
                </c:pt>
                <c:pt idx="1056">
                  <c:v>77.599999999999994</c:v>
                </c:pt>
                <c:pt idx="1057">
                  <c:v>76.2</c:v>
                </c:pt>
                <c:pt idx="1058">
                  <c:v>75.3</c:v>
                </c:pt>
                <c:pt idx="1059">
                  <c:v>74.400000000000006</c:v>
                </c:pt>
                <c:pt idx="1060">
                  <c:v>73.400000000000006</c:v>
                </c:pt>
                <c:pt idx="1061">
                  <c:v>72.400000000000006</c:v>
                </c:pt>
                <c:pt idx="1062">
                  <c:v>71.8</c:v>
                </c:pt>
                <c:pt idx="1063">
                  <c:v>71.3</c:v>
                </c:pt>
                <c:pt idx="1064">
                  <c:v>70.400000000000006</c:v>
                </c:pt>
                <c:pt idx="1065">
                  <c:v>69.3</c:v>
                </c:pt>
                <c:pt idx="1066">
                  <c:v>68.400000000000006</c:v>
                </c:pt>
                <c:pt idx="1067">
                  <c:v>67.5</c:v>
                </c:pt>
                <c:pt idx="1068">
                  <c:v>67.099999999999994</c:v>
                </c:pt>
                <c:pt idx="1069">
                  <c:v>67.5</c:v>
                </c:pt>
                <c:pt idx="1070">
                  <c:v>67.599999999999994</c:v>
                </c:pt>
                <c:pt idx="1071">
                  <c:v>67.5</c:v>
                </c:pt>
                <c:pt idx="1072">
                  <c:v>67.099999999999994</c:v>
                </c:pt>
                <c:pt idx="1073">
                  <c:v>66.3</c:v>
                </c:pt>
                <c:pt idx="1074">
                  <c:v>65.599999999999994</c:v>
                </c:pt>
                <c:pt idx="1075">
                  <c:v>65.400000000000006</c:v>
                </c:pt>
                <c:pt idx="1076">
                  <c:v>65.400000000000006</c:v>
                </c:pt>
                <c:pt idx="1077">
                  <c:v>64.900000000000006</c:v>
                </c:pt>
                <c:pt idx="1078">
                  <c:v>64.2</c:v>
                </c:pt>
                <c:pt idx="1079">
                  <c:v>63.8</c:v>
                </c:pt>
                <c:pt idx="1080">
                  <c:v>63.8</c:v>
                </c:pt>
                <c:pt idx="1081">
                  <c:v>63.7</c:v>
                </c:pt>
                <c:pt idx="1082">
                  <c:v>63.7</c:v>
                </c:pt>
                <c:pt idx="1083">
                  <c:v>63.3</c:v>
                </c:pt>
                <c:pt idx="1084">
                  <c:v>62.3</c:v>
                </c:pt>
                <c:pt idx="1085">
                  <c:v>61.4</c:v>
                </c:pt>
                <c:pt idx="1086">
                  <c:v>61.2</c:v>
                </c:pt>
                <c:pt idx="1087">
                  <c:v>61.1</c:v>
                </c:pt>
                <c:pt idx="1088">
                  <c:v>60.4</c:v>
                </c:pt>
                <c:pt idx="1089">
                  <c:v>59.4</c:v>
                </c:pt>
                <c:pt idx="1090">
                  <c:v>59</c:v>
                </c:pt>
                <c:pt idx="1091">
                  <c:v>58.8</c:v>
                </c:pt>
                <c:pt idx="1092">
                  <c:v>58.4</c:v>
                </c:pt>
                <c:pt idx="1093">
                  <c:v>57.3</c:v>
                </c:pt>
                <c:pt idx="1094">
                  <c:v>56.6</c:v>
                </c:pt>
                <c:pt idx="1095">
                  <c:v>56.1</c:v>
                </c:pt>
                <c:pt idx="1096">
                  <c:v>55.5</c:v>
                </c:pt>
                <c:pt idx="1097">
                  <c:v>54.5</c:v>
                </c:pt>
                <c:pt idx="1098">
                  <c:v>53.7</c:v>
                </c:pt>
                <c:pt idx="1099">
                  <c:v>53.3</c:v>
                </c:pt>
                <c:pt idx="1100">
                  <c:v>53.2</c:v>
                </c:pt>
                <c:pt idx="1101">
                  <c:v>53</c:v>
                </c:pt>
                <c:pt idx="1102">
                  <c:v>52.6</c:v>
                </c:pt>
                <c:pt idx="1103">
                  <c:v>51.7</c:v>
                </c:pt>
                <c:pt idx="1104">
                  <c:v>50.5</c:v>
                </c:pt>
                <c:pt idx="1105">
                  <c:v>49.8</c:v>
                </c:pt>
                <c:pt idx="1106">
                  <c:v>49.7</c:v>
                </c:pt>
                <c:pt idx="1107">
                  <c:v>49.6</c:v>
                </c:pt>
                <c:pt idx="1108">
                  <c:v>49.4</c:v>
                </c:pt>
                <c:pt idx="1109">
                  <c:v>49.1</c:v>
                </c:pt>
                <c:pt idx="1110">
                  <c:v>48.3</c:v>
                </c:pt>
                <c:pt idx="1111">
                  <c:v>47.7</c:v>
                </c:pt>
                <c:pt idx="1112">
                  <c:v>47.5</c:v>
                </c:pt>
                <c:pt idx="1113">
                  <c:v>47.5</c:v>
                </c:pt>
                <c:pt idx="1114">
                  <c:v>47.3</c:v>
                </c:pt>
                <c:pt idx="1115">
                  <c:v>46.9</c:v>
                </c:pt>
                <c:pt idx="1116">
                  <c:v>46.6</c:v>
                </c:pt>
                <c:pt idx="1117">
                  <c:v>46.3</c:v>
                </c:pt>
                <c:pt idx="1118">
                  <c:v>46.2</c:v>
                </c:pt>
                <c:pt idx="1119">
                  <c:v>46.2</c:v>
                </c:pt>
                <c:pt idx="1120">
                  <c:v>46.1</c:v>
                </c:pt>
                <c:pt idx="1121">
                  <c:v>46.1</c:v>
                </c:pt>
                <c:pt idx="1122">
                  <c:v>45.9</c:v>
                </c:pt>
                <c:pt idx="1123">
                  <c:v>45.3</c:v>
                </c:pt>
                <c:pt idx="1124">
                  <c:v>44.7</c:v>
                </c:pt>
                <c:pt idx="1125">
                  <c:v>44.4</c:v>
                </c:pt>
                <c:pt idx="1126">
                  <c:v>44.3</c:v>
                </c:pt>
                <c:pt idx="1127">
                  <c:v>44.6</c:v>
                </c:pt>
                <c:pt idx="1128">
                  <c:v>44.9</c:v>
                </c:pt>
                <c:pt idx="1129">
                  <c:v>44.8</c:v>
                </c:pt>
                <c:pt idx="1130">
                  <c:v>44.2</c:v>
                </c:pt>
                <c:pt idx="1131">
                  <c:v>43.8</c:v>
                </c:pt>
                <c:pt idx="1132">
                  <c:v>43.6</c:v>
                </c:pt>
                <c:pt idx="1133">
                  <c:v>43.5</c:v>
                </c:pt>
                <c:pt idx="1134">
                  <c:v>43.2</c:v>
                </c:pt>
                <c:pt idx="1135">
                  <c:v>42.8</c:v>
                </c:pt>
                <c:pt idx="1136">
                  <c:v>42.5</c:v>
                </c:pt>
                <c:pt idx="1137">
                  <c:v>42.2</c:v>
                </c:pt>
                <c:pt idx="1138">
                  <c:v>42.1</c:v>
                </c:pt>
                <c:pt idx="1139">
                  <c:v>42</c:v>
                </c:pt>
                <c:pt idx="1140">
                  <c:v>41.8</c:v>
                </c:pt>
                <c:pt idx="1141">
                  <c:v>41.6</c:v>
                </c:pt>
                <c:pt idx="1142">
                  <c:v>41.6</c:v>
                </c:pt>
                <c:pt idx="1143">
                  <c:v>41.8</c:v>
                </c:pt>
                <c:pt idx="1144">
                  <c:v>41.6</c:v>
                </c:pt>
                <c:pt idx="1145">
                  <c:v>40.700000000000003</c:v>
                </c:pt>
                <c:pt idx="1146">
                  <c:v>40.300000000000011</c:v>
                </c:pt>
                <c:pt idx="1147">
                  <c:v>40.6</c:v>
                </c:pt>
                <c:pt idx="1148">
                  <c:v>40.800000000000011</c:v>
                </c:pt>
                <c:pt idx="1149">
                  <c:v>40.200000000000003</c:v>
                </c:pt>
                <c:pt idx="1150">
                  <c:v>39.700000000000003</c:v>
                </c:pt>
                <c:pt idx="1151">
                  <c:v>40</c:v>
                </c:pt>
                <c:pt idx="1152">
                  <c:v>40.4</c:v>
                </c:pt>
                <c:pt idx="1153">
                  <c:v>40.6</c:v>
                </c:pt>
                <c:pt idx="1154">
                  <c:v>40.5</c:v>
                </c:pt>
                <c:pt idx="1155">
                  <c:v>40.1</c:v>
                </c:pt>
                <c:pt idx="1156">
                  <c:v>39.4</c:v>
                </c:pt>
                <c:pt idx="1157">
                  <c:v>38.9</c:v>
                </c:pt>
                <c:pt idx="1158">
                  <c:v>39</c:v>
                </c:pt>
                <c:pt idx="1159">
                  <c:v>39</c:v>
                </c:pt>
                <c:pt idx="1160">
                  <c:v>38.800000000000011</c:v>
                </c:pt>
                <c:pt idx="1161">
                  <c:v>38.6</c:v>
                </c:pt>
                <c:pt idx="1162">
                  <c:v>38.4</c:v>
                </c:pt>
                <c:pt idx="1163">
                  <c:v>38.4</c:v>
                </c:pt>
                <c:pt idx="1164">
                  <c:v>38.4</c:v>
                </c:pt>
                <c:pt idx="1165">
                  <c:v>38.5</c:v>
                </c:pt>
                <c:pt idx="1166">
                  <c:v>39</c:v>
                </c:pt>
                <c:pt idx="1167">
                  <c:v>39.4</c:v>
                </c:pt>
                <c:pt idx="1168">
                  <c:v>39.300000000000011</c:v>
                </c:pt>
                <c:pt idx="1169">
                  <c:v>38.700000000000003</c:v>
                </c:pt>
                <c:pt idx="1170">
                  <c:v>38.300000000000011</c:v>
                </c:pt>
                <c:pt idx="1171">
                  <c:v>38.200000000000003</c:v>
                </c:pt>
                <c:pt idx="1172">
                  <c:v>37.800000000000011</c:v>
                </c:pt>
                <c:pt idx="1173">
                  <c:v>36.9</c:v>
                </c:pt>
                <c:pt idx="1174">
                  <c:v>36.4</c:v>
                </c:pt>
                <c:pt idx="1175">
                  <c:v>36.700000000000003</c:v>
                </c:pt>
                <c:pt idx="1176">
                  <c:v>37.200000000000003</c:v>
                </c:pt>
                <c:pt idx="1177">
                  <c:v>37.5</c:v>
                </c:pt>
                <c:pt idx="1178">
                  <c:v>37.6</c:v>
                </c:pt>
                <c:pt idx="1179">
                  <c:v>37.6</c:v>
                </c:pt>
                <c:pt idx="1180">
                  <c:v>37.5</c:v>
                </c:pt>
                <c:pt idx="1181">
                  <c:v>37.5</c:v>
                </c:pt>
                <c:pt idx="1182">
                  <c:v>37.6</c:v>
                </c:pt>
                <c:pt idx="1183">
                  <c:v>37.4</c:v>
                </c:pt>
                <c:pt idx="1184">
                  <c:v>37</c:v>
                </c:pt>
                <c:pt idx="1185">
                  <c:v>36.700000000000003</c:v>
                </c:pt>
                <c:pt idx="1186">
                  <c:v>36.4</c:v>
                </c:pt>
                <c:pt idx="1187">
                  <c:v>36.4</c:v>
                </c:pt>
                <c:pt idx="1188">
                  <c:v>36.800000000000011</c:v>
                </c:pt>
                <c:pt idx="1189">
                  <c:v>37.1</c:v>
                </c:pt>
                <c:pt idx="1190">
                  <c:v>36.6</c:v>
                </c:pt>
                <c:pt idx="1191">
                  <c:v>36.1</c:v>
                </c:pt>
                <c:pt idx="1192">
                  <c:v>36.4</c:v>
                </c:pt>
                <c:pt idx="1193">
                  <c:v>36.9</c:v>
                </c:pt>
                <c:pt idx="1194">
                  <c:v>36.9</c:v>
                </c:pt>
                <c:pt idx="1195">
                  <c:v>36.6</c:v>
                </c:pt>
                <c:pt idx="1196">
                  <c:v>36.300000000000011</c:v>
                </c:pt>
                <c:pt idx="1197">
                  <c:v>36</c:v>
                </c:pt>
                <c:pt idx="1198">
                  <c:v>35.800000000000011</c:v>
                </c:pt>
                <c:pt idx="1199">
                  <c:v>35.800000000000011</c:v>
                </c:pt>
                <c:pt idx="1200">
                  <c:v>35.700000000000003</c:v>
                </c:pt>
                <c:pt idx="1201">
                  <c:v>35.6</c:v>
                </c:pt>
                <c:pt idx="1202">
                  <c:v>35.5</c:v>
                </c:pt>
                <c:pt idx="1203">
                  <c:v>35.200000000000003</c:v>
                </c:pt>
                <c:pt idx="1204">
                  <c:v>35.1</c:v>
                </c:pt>
                <c:pt idx="1205">
                  <c:v>35.4</c:v>
                </c:pt>
                <c:pt idx="1206">
                  <c:v>35.700000000000003</c:v>
                </c:pt>
                <c:pt idx="1207">
                  <c:v>35.5</c:v>
                </c:pt>
                <c:pt idx="1208">
                  <c:v>35.1</c:v>
                </c:pt>
                <c:pt idx="1209">
                  <c:v>35.300000000000011</c:v>
                </c:pt>
                <c:pt idx="1210">
                  <c:v>36</c:v>
                </c:pt>
                <c:pt idx="1211">
                  <c:v>36</c:v>
                </c:pt>
                <c:pt idx="1212">
                  <c:v>35.5</c:v>
                </c:pt>
                <c:pt idx="1213">
                  <c:v>35.200000000000003</c:v>
                </c:pt>
                <c:pt idx="1214">
                  <c:v>35.300000000000011</c:v>
                </c:pt>
                <c:pt idx="1215">
                  <c:v>35.300000000000011</c:v>
                </c:pt>
                <c:pt idx="1216">
                  <c:v>35.300000000000011</c:v>
                </c:pt>
                <c:pt idx="1217">
                  <c:v>35.300000000000011</c:v>
                </c:pt>
                <c:pt idx="1218">
                  <c:v>35.200000000000003</c:v>
                </c:pt>
                <c:pt idx="1219">
                  <c:v>35</c:v>
                </c:pt>
                <c:pt idx="1220">
                  <c:v>34.6</c:v>
                </c:pt>
                <c:pt idx="1221">
                  <c:v>34.300000000000011</c:v>
                </c:pt>
                <c:pt idx="1222">
                  <c:v>34.200000000000003</c:v>
                </c:pt>
                <c:pt idx="1223">
                  <c:v>34.300000000000011</c:v>
                </c:pt>
                <c:pt idx="1224">
                  <c:v>34.700000000000003</c:v>
                </c:pt>
                <c:pt idx="1225">
                  <c:v>35.1</c:v>
                </c:pt>
                <c:pt idx="1226">
                  <c:v>35</c:v>
                </c:pt>
                <c:pt idx="1227">
                  <c:v>34.200000000000003</c:v>
                </c:pt>
                <c:pt idx="1228">
                  <c:v>33.9</c:v>
                </c:pt>
                <c:pt idx="1229">
                  <c:v>34.1</c:v>
                </c:pt>
                <c:pt idx="1230">
                  <c:v>34.4</c:v>
                </c:pt>
                <c:pt idx="1231">
                  <c:v>34.800000000000011</c:v>
                </c:pt>
                <c:pt idx="1232">
                  <c:v>34.9</c:v>
                </c:pt>
                <c:pt idx="1233">
                  <c:v>34.700000000000003</c:v>
                </c:pt>
                <c:pt idx="1234">
                  <c:v>34.4</c:v>
                </c:pt>
                <c:pt idx="1235">
                  <c:v>34</c:v>
                </c:pt>
                <c:pt idx="1236">
                  <c:v>33.800000000000011</c:v>
                </c:pt>
                <c:pt idx="1237">
                  <c:v>34.200000000000003</c:v>
                </c:pt>
                <c:pt idx="1238">
                  <c:v>34.9</c:v>
                </c:pt>
                <c:pt idx="1239">
                  <c:v>35.200000000000003</c:v>
                </c:pt>
                <c:pt idx="1240">
                  <c:v>35.200000000000003</c:v>
                </c:pt>
                <c:pt idx="1241">
                  <c:v>34.9</c:v>
                </c:pt>
                <c:pt idx="1242">
                  <c:v>34.4</c:v>
                </c:pt>
                <c:pt idx="1243">
                  <c:v>34.1</c:v>
                </c:pt>
                <c:pt idx="1244">
                  <c:v>34</c:v>
                </c:pt>
                <c:pt idx="1245">
                  <c:v>34.200000000000003</c:v>
                </c:pt>
                <c:pt idx="1246">
                  <c:v>34.6</c:v>
                </c:pt>
                <c:pt idx="1247">
                  <c:v>35</c:v>
                </c:pt>
                <c:pt idx="1248">
                  <c:v>34.800000000000011</c:v>
                </c:pt>
                <c:pt idx="1249">
                  <c:v>34.6</c:v>
                </c:pt>
                <c:pt idx="1250">
                  <c:v>34.4</c:v>
                </c:pt>
                <c:pt idx="1251">
                  <c:v>34.300000000000011</c:v>
                </c:pt>
                <c:pt idx="1252">
                  <c:v>34</c:v>
                </c:pt>
                <c:pt idx="1253">
                  <c:v>33.800000000000011</c:v>
                </c:pt>
                <c:pt idx="1254">
                  <c:v>33.800000000000011</c:v>
                </c:pt>
                <c:pt idx="1255">
                  <c:v>33.9</c:v>
                </c:pt>
                <c:pt idx="1256">
                  <c:v>33.9</c:v>
                </c:pt>
                <c:pt idx="1257">
                  <c:v>33.700000000000003</c:v>
                </c:pt>
                <c:pt idx="1258">
                  <c:v>33.6</c:v>
                </c:pt>
                <c:pt idx="1259">
                  <c:v>33.700000000000003</c:v>
                </c:pt>
                <c:pt idx="1260">
                  <c:v>33.800000000000011</c:v>
                </c:pt>
                <c:pt idx="1261">
                  <c:v>34</c:v>
                </c:pt>
                <c:pt idx="1262">
                  <c:v>34</c:v>
                </c:pt>
                <c:pt idx="1263">
                  <c:v>33.6</c:v>
                </c:pt>
                <c:pt idx="1264">
                  <c:v>33.300000000000011</c:v>
                </c:pt>
                <c:pt idx="1265">
                  <c:v>33.4</c:v>
                </c:pt>
                <c:pt idx="1266">
                  <c:v>33.5</c:v>
                </c:pt>
                <c:pt idx="1267">
                  <c:v>33.1</c:v>
                </c:pt>
                <c:pt idx="1268">
                  <c:v>32.5</c:v>
                </c:pt>
                <c:pt idx="1269">
                  <c:v>32.700000000000003</c:v>
                </c:pt>
                <c:pt idx="1270">
                  <c:v>33.4</c:v>
                </c:pt>
                <c:pt idx="1271">
                  <c:v>33.6</c:v>
                </c:pt>
                <c:pt idx="1272">
                  <c:v>33.300000000000011</c:v>
                </c:pt>
                <c:pt idx="1273">
                  <c:v>33.1</c:v>
                </c:pt>
                <c:pt idx="1274">
                  <c:v>33</c:v>
                </c:pt>
                <c:pt idx="1275">
                  <c:v>33</c:v>
                </c:pt>
                <c:pt idx="1276">
                  <c:v>32.700000000000003</c:v>
                </c:pt>
                <c:pt idx="1277">
                  <c:v>32.5</c:v>
                </c:pt>
                <c:pt idx="1278">
                  <c:v>32.700000000000003</c:v>
                </c:pt>
                <c:pt idx="1279">
                  <c:v>32.800000000000011</c:v>
                </c:pt>
                <c:pt idx="1280">
                  <c:v>32.5</c:v>
                </c:pt>
                <c:pt idx="1281">
                  <c:v>32.1</c:v>
                </c:pt>
                <c:pt idx="1282">
                  <c:v>32.200000000000003</c:v>
                </c:pt>
                <c:pt idx="1283">
                  <c:v>32.6</c:v>
                </c:pt>
                <c:pt idx="1284">
                  <c:v>32.800000000000011</c:v>
                </c:pt>
                <c:pt idx="1285">
                  <c:v>32.9</c:v>
                </c:pt>
                <c:pt idx="1286">
                  <c:v>33.300000000000011</c:v>
                </c:pt>
                <c:pt idx="1287">
                  <c:v>33.800000000000011</c:v>
                </c:pt>
                <c:pt idx="1288">
                  <c:v>33.800000000000011</c:v>
                </c:pt>
                <c:pt idx="1289">
                  <c:v>33.200000000000003</c:v>
                </c:pt>
                <c:pt idx="1290">
                  <c:v>32.700000000000003</c:v>
                </c:pt>
                <c:pt idx="1291">
                  <c:v>32.300000000000011</c:v>
                </c:pt>
                <c:pt idx="1292">
                  <c:v>32.1</c:v>
                </c:pt>
                <c:pt idx="1293">
                  <c:v>32.1</c:v>
                </c:pt>
                <c:pt idx="1294">
                  <c:v>32.1</c:v>
                </c:pt>
                <c:pt idx="1295">
                  <c:v>32.1</c:v>
                </c:pt>
                <c:pt idx="1296">
                  <c:v>32.1</c:v>
                </c:pt>
                <c:pt idx="1297">
                  <c:v>32.5</c:v>
                </c:pt>
                <c:pt idx="1298">
                  <c:v>32.9</c:v>
                </c:pt>
                <c:pt idx="1299">
                  <c:v>32.9</c:v>
                </c:pt>
                <c:pt idx="1300">
                  <c:v>32.6</c:v>
                </c:pt>
                <c:pt idx="1301">
                  <c:v>32.6</c:v>
                </c:pt>
                <c:pt idx="1302">
                  <c:v>32.700000000000003</c:v>
                </c:pt>
                <c:pt idx="1303">
                  <c:v>32.6</c:v>
                </c:pt>
                <c:pt idx="1304">
                  <c:v>32.200000000000003</c:v>
                </c:pt>
                <c:pt idx="1305">
                  <c:v>32</c:v>
                </c:pt>
                <c:pt idx="1306">
                  <c:v>32.300000000000011</c:v>
                </c:pt>
                <c:pt idx="1307">
                  <c:v>32.4</c:v>
                </c:pt>
                <c:pt idx="1308">
                  <c:v>32.4</c:v>
                </c:pt>
                <c:pt idx="1309">
                  <c:v>32.300000000000011</c:v>
                </c:pt>
                <c:pt idx="1310">
                  <c:v>32.1</c:v>
                </c:pt>
                <c:pt idx="1311">
                  <c:v>32</c:v>
                </c:pt>
                <c:pt idx="1312">
                  <c:v>32.1</c:v>
                </c:pt>
                <c:pt idx="1313">
                  <c:v>32.300000000000011</c:v>
                </c:pt>
                <c:pt idx="1314">
                  <c:v>32.5</c:v>
                </c:pt>
                <c:pt idx="1315">
                  <c:v>32.6</c:v>
                </c:pt>
                <c:pt idx="1316">
                  <c:v>32.6</c:v>
                </c:pt>
                <c:pt idx="1317">
                  <c:v>32.4</c:v>
                </c:pt>
                <c:pt idx="1318">
                  <c:v>32.1</c:v>
                </c:pt>
                <c:pt idx="1319">
                  <c:v>31.7</c:v>
                </c:pt>
                <c:pt idx="1320">
                  <c:v>31.6</c:v>
                </c:pt>
                <c:pt idx="1321">
                  <c:v>31.9</c:v>
                </c:pt>
                <c:pt idx="1322">
                  <c:v>32.200000000000003</c:v>
                </c:pt>
                <c:pt idx="1323">
                  <c:v>32.300000000000011</c:v>
                </c:pt>
                <c:pt idx="1324">
                  <c:v>32.300000000000011</c:v>
                </c:pt>
                <c:pt idx="1325">
                  <c:v>32.4</c:v>
                </c:pt>
                <c:pt idx="1326">
                  <c:v>32.300000000000011</c:v>
                </c:pt>
                <c:pt idx="1327">
                  <c:v>32</c:v>
                </c:pt>
                <c:pt idx="1328">
                  <c:v>31.7</c:v>
                </c:pt>
                <c:pt idx="1329">
                  <c:v>31.7</c:v>
                </c:pt>
                <c:pt idx="1330">
                  <c:v>31.7</c:v>
                </c:pt>
                <c:pt idx="1331">
                  <c:v>31.6</c:v>
                </c:pt>
                <c:pt idx="1332">
                  <c:v>31.5</c:v>
                </c:pt>
                <c:pt idx="1333">
                  <c:v>31.5</c:v>
                </c:pt>
                <c:pt idx="1334">
                  <c:v>31.6</c:v>
                </c:pt>
                <c:pt idx="1335">
                  <c:v>31.8</c:v>
                </c:pt>
                <c:pt idx="1336">
                  <c:v>32.1</c:v>
                </c:pt>
                <c:pt idx="1337">
                  <c:v>32.200000000000003</c:v>
                </c:pt>
                <c:pt idx="1338">
                  <c:v>32.1</c:v>
                </c:pt>
                <c:pt idx="1339">
                  <c:v>32</c:v>
                </c:pt>
                <c:pt idx="1340">
                  <c:v>31.8</c:v>
                </c:pt>
                <c:pt idx="1341">
                  <c:v>31.6</c:v>
                </c:pt>
                <c:pt idx="1342">
                  <c:v>31.7</c:v>
                </c:pt>
                <c:pt idx="1343">
                  <c:v>31.6</c:v>
                </c:pt>
                <c:pt idx="1344">
                  <c:v>31.2</c:v>
                </c:pt>
                <c:pt idx="1345">
                  <c:v>30.9</c:v>
                </c:pt>
                <c:pt idx="1346">
                  <c:v>31.3</c:v>
                </c:pt>
                <c:pt idx="1347">
                  <c:v>31.7</c:v>
                </c:pt>
                <c:pt idx="1348">
                  <c:v>31.7</c:v>
                </c:pt>
                <c:pt idx="1349">
                  <c:v>31.4</c:v>
                </c:pt>
                <c:pt idx="1350">
                  <c:v>31.2</c:v>
                </c:pt>
                <c:pt idx="1351">
                  <c:v>31.1</c:v>
                </c:pt>
                <c:pt idx="1352">
                  <c:v>31</c:v>
                </c:pt>
                <c:pt idx="1353">
                  <c:v>30.9</c:v>
                </c:pt>
                <c:pt idx="1354">
                  <c:v>31</c:v>
                </c:pt>
                <c:pt idx="1355">
                  <c:v>31.2</c:v>
                </c:pt>
                <c:pt idx="1356">
                  <c:v>31.2</c:v>
                </c:pt>
                <c:pt idx="1357">
                  <c:v>30.7</c:v>
                </c:pt>
                <c:pt idx="1358">
                  <c:v>30.6</c:v>
                </c:pt>
                <c:pt idx="1359">
                  <c:v>31.7</c:v>
                </c:pt>
                <c:pt idx="1360">
                  <c:v>32.300000000000011</c:v>
                </c:pt>
                <c:pt idx="1361">
                  <c:v>31.9</c:v>
                </c:pt>
                <c:pt idx="1362">
                  <c:v>31.4</c:v>
                </c:pt>
                <c:pt idx="1363">
                  <c:v>31.1</c:v>
                </c:pt>
                <c:pt idx="1364">
                  <c:v>31.1</c:v>
                </c:pt>
                <c:pt idx="1365">
                  <c:v>31.3</c:v>
                </c:pt>
                <c:pt idx="1366">
                  <c:v>31.5</c:v>
                </c:pt>
                <c:pt idx="1367">
                  <c:v>31.6</c:v>
                </c:pt>
                <c:pt idx="1368">
                  <c:v>31.5</c:v>
                </c:pt>
                <c:pt idx="1369">
                  <c:v>31.4</c:v>
                </c:pt>
                <c:pt idx="1370">
                  <c:v>31.4</c:v>
                </c:pt>
                <c:pt idx="1371">
                  <c:v>31.2</c:v>
                </c:pt>
                <c:pt idx="1372">
                  <c:v>31.1</c:v>
                </c:pt>
                <c:pt idx="1373">
                  <c:v>31</c:v>
                </c:pt>
                <c:pt idx="1374">
                  <c:v>30.9</c:v>
                </c:pt>
                <c:pt idx="1375">
                  <c:v>30.9</c:v>
                </c:pt>
                <c:pt idx="1376">
                  <c:v>30.8</c:v>
                </c:pt>
                <c:pt idx="1377">
                  <c:v>30.7</c:v>
                </c:pt>
                <c:pt idx="1378">
                  <c:v>30.5</c:v>
                </c:pt>
                <c:pt idx="1379">
                  <c:v>30.4</c:v>
                </c:pt>
                <c:pt idx="1380">
                  <c:v>31.1</c:v>
                </c:pt>
                <c:pt idx="1381">
                  <c:v>31.5</c:v>
                </c:pt>
                <c:pt idx="1382">
                  <c:v>31.2</c:v>
                </c:pt>
                <c:pt idx="1383">
                  <c:v>30.7</c:v>
                </c:pt>
                <c:pt idx="1384">
                  <c:v>30.5</c:v>
                </c:pt>
                <c:pt idx="1385">
                  <c:v>30.4</c:v>
                </c:pt>
                <c:pt idx="1386">
                  <c:v>30.2</c:v>
                </c:pt>
                <c:pt idx="1387">
                  <c:v>29.8</c:v>
                </c:pt>
                <c:pt idx="1388">
                  <c:v>30</c:v>
                </c:pt>
                <c:pt idx="1389">
                  <c:v>30.6</c:v>
                </c:pt>
                <c:pt idx="1390">
                  <c:v>31</c:v>
                </c:pt>
                <c:pt idx="1391">
                  <c:v>31</c:v>
                </c:pt>
                <c:pt idx="1392">
                  <c:v>30.8</c:v>
                </c:pt>
                <c:pt idx="1393">
                  <c:v>30.5</c:v>
                </c:pt>
                <c:pt idx="1394">
                  <c:v>30.3</c:v>
                </c:pt>
                <c:pt idx="1395">
                  <c:v>30.6</c:v>
                </c:pt>
                <c:pt idx="1396">
                  <c:v>30.7</c:v>
                </c:pt>
                <c:pt idx="1397">
                  <c:v>30.5</c:v>
                </c:pt>
                <c:pt idx="1398">
                  <c:v>30.3</c:v>
                </c:pt>
                <c:pt idx="1399">
                  <c:v>30.6</c:v>
                </c:pt>
                <c:pt idx="1400">
                  <c:v>30.8</c:v>
                </c:pt>
                <c:pt idx="1401">
                  <c:v>30.4</c:v>
                </c:pt>
                <c:pt idx="1402">
                  <c:v>29.9</c:v>
                </c:pt>
                <c:pt idx="1403">
                  <c:v>30.1</c:v>
                </c:pt>
                <c:pt idx="1404">
                  <c:v>30.8</c:v>
                </c:pt>
                <c:pt idx="1405">
                  <c:v>30.9</c:v>
                </c:pt>
                <c:pt idx="1406">
                  <c:v>30.6</c:v>
                </c:pt>
                <c:pt idx="1407">
                  <c:v>30.3</c:v>
                </c:pt>
                <c:pt idx="1408">
                  <c:v>30</c:v>
                </c:pt>
                <c:pt idx="1409">
                  <c:v>29.8</c:v>
                </c:pt>
                <c:pt idx="1410">
                  <c:v>29.8</c:v>
                </c:pt>
                <c:pt idx="1411">
                  <c:v>29.9</c:v>
                </c:pt>
                <c:pt idx="1412">
                  <c:v>30.6</c:v>
                </c:pt>
                <c:pt idx="1413">
                  <c:v>30.8</c:v>
                </c:pt>
                <c:pt idx="1414">
                  <c:v>30.4</c:v>
                </c:pt>
                <c:pt idx="1415">
                  <c:v>30.1</c:v>
                </c:pt>
                <c:pt idx="1416">
                  <c:v>30.1</c:v>
                </c:pt>
                <c:pt idx="1417">
                  <c:v>30.2</c:v>
                </c:pt>
                <c:pt idx="1418">
                  <c:v>30.2</c:v>
                </c:pt>
                <c:pt idx="1419">
                  <c:v>30.1</c:v>
                </c:pt>
                <c:pt idx="1420">
                  <c:v>29.8</c:v>
                </c:pt>
                <c:pt idx="1421">
                  <c:v>29.5</c:v>
                </c:pt>
                <c:pt idx="1422">
                  <c:v>29.8</c:v>
                </c:pt>
                <c:pt idx="1423">
                  <c:v>30.2</c:v>
                </c:pt>
                <c:pt idx="1424">
                  <c:v>30.3</c:v>
                </c:pt>
                <c:pt idx="1425">
                  <c:v>30.1</c:v>
                </c:pt>
                <c:pt idx="1426">
                  <c:v>29.9</c:v>
                </c:pt>
                <c:pt idx="1427">
                  <c:v>29.8</c:v>
                </c:pt>
                <c:pt idx="1428">
                  <c:v>29.7</c:v>
                </c:pt>
                <c:pt idx="1429">
                  <c:v>29.8</c:v>
                </c:pt>
                <c:pt idx="1430">
                  <c:v>29.9</c:v>
                </c:pt>
                <c:pt idx="1431">
                  <c:v>29.9</c:v>
                </c:pt>
                <c:pt idx="1432">
                  <c:v>30</c:v>
                </c:pt>
                <c:pt idx="1433">
                  <c:v>30.1</c:v>
                </c:pt>
                <c:pt idx="1434">
                  <c:v>30.2</c:v>
                </c:pt>
                <c:pt idx="1435">
                  <c:v>30.1</c:v>
                </c:pt>
                <c:pt idx="1436">
                  <c:v>30</c:v>
                </c:pt>
                <c:pt idx="1437">
                  <c:v>30</c:v>
                </c:pt>
                <c:pt idx="1438">
                  <c:v>30.1</c:v>
                </c:pt>
                <c:pt idx="1439">
                  <c:v>30.2</c:v>
                </c:pt>
                <c:pt idx="1440">
                  <c:v>30.3</c:v>
                </c:pt>
                <c:pt idx="1441">
                  <c:v>29.8</c:v>
                </c:pt>
                <c:pt idx="1442">
                  <c:v>29.2</c:v>
                </c:pt>
                <c:pt idx="1443">
                  <c:v>29.2</c:v>
                </c:pt>
                <c:pt idx="1444">
                  <c:v>29.5</c:v>
                </c:pt>
                <c:pt idx="1445">
                  <c:v>29.8</c:v>
                </c:pt>
                <c:pt idx="1446">
                  <c:v>30</c:v>
                </c:pt>
                <c:pt idx="1447">
                  <c:v>29.9</c:v>
                </c:pt>
                <c:pt idx="1448">
                  <c:v>29.6</c:v>
                </c:pt>
                <c:pt idx="1449">
                  <c:v>29.4</c:v>
                </c:pt>
                <c:pt idx="1450">
                  <c:v>29.5</c:v>
                </c:pt>
                <c:pt idx="1451">
                  <c:v>29.4</c:v>
                </c:pt>
                <c:pt idx="1452">
                  <c:v>29.3</c:v>
                </c:pt>
                <c:pt idx="1453">
                  <c:v>29.1</c:v>
                </c:pt>
                <c:pt idx="1454">
                  <c:v>28.8</c:v>
                </c:pt>
                <c:pt idx="1455">
                  <c:v>28.9</c:v>
                </c:pt>
                <c:pt idx="1456">
                  <c:v>29.3</c:v>
                </c:pt>
                <c:pt idx="1457">
                  <c:v>29.7</c:v>
                </c:pt>
                <c:pt idx="1458">
                  <c:v>29.8</c:v>
                </c:pt>
                <c:pt idx="1459">
                  <c:v>29.8</c:v>
                </c:pt>
                <c:pt idx="1460">
                  <c:v>29.5</c:v>
                </c:pt>
                <c:pt idx="1461">
                  <c:v>29.2</c:v>
                </c:pt>
                <c:pt idx="1462">
                  <c:v>29.2</c:v>
                </c:pt>
                <c:pt idx="1463">
                  <c:v>29.2</c:v>
                </c:pt>
                <c:pt idx="1464">
                  <c:v>29.2</c:v>
                </c:pt>
                <c:pt idx="1465">
                  <c:v>29.2</c:v>
                </c:pt>
                <c:pt idx="1466">
                  <c:v>29.2</c:v>
                </c:pt>
                <c:pt idx="1467">
                  <c:v>29.3</c:v>
                </c:pt>
                <c:pt idx="1468">
                  <c:v>29.3</c:v>
                </c:pt>
                <c:pt idx="1469">
                  <c:v>29.1</c:v>
                </c:pt>
                <c:pt idx="1470">
                  <c:v>29</c:v>
                </c:pt>
                <c:pt idx="1471">
                  <c:v>28.8</c:v>
                </c:pt>
                <c:pt idx="1472">
                  <c:v>28.9</c:v>
                </c:pt>
                <c:pt idx="1473">
                  <c:v>29.2</c:v>
                </c:pt>
                <c:pt idx="1474">
                  <c:v>29.4</c:v>
                </c:pt>
                <c:pt idx="1475">
                  <c:v>29.2</c:v>
                </c:pt>
                <c:pt idx="1476">
                  <c:v>29.1</c:v>
                </c:pt>
                <c:pt idx="1477">
                  <c:v>28.9</c:v>
                </c:pt>
                <c:pt idx="1478">
                  <c:v>28.8</c:v>
                </c:pt>
                <c:pt idx="1479">
                  <c:v>29.1</c:v>
                </c:pt>
                <c:pt idx="1480">
                  <c:v>29.3</c:v>
                </c:pt>
                <c:pt idx="1481">
                  <c:v>29.2</c:v>
                </c:pt>
                <c:pt idx="1482">
                  <c:v>29</c:v>
                </c:pt>
                <c:pt idx="1483">
                  <c:v>28.7</c:v>
                </c:pt>
                <c:pt idx="1484">
                  <c:v>28.5</c:v>
                </c:pt>
                <c:pt idx="1485">
                  <c:v>28.4</c:v>
                </c:pt>
                <c:pt idx="1486">
                  <c:v>28.4</c:v>
                </c:pt>
                <c:pt idx="1487">
                  <c:v>28.5</c:v>
                </c:pt>
                <c:pt idx="1488">
                  <c:v>28.7</c:v>
                </c:pt>
                <c:pt idx="1489">
                  <c:v>28.9</c:v>
                </c:pt>
                <c:pt idx="1490">
                  <c:v>28.9</c:v>
                </c:pt>
                <c:pt idx="1491">
                  <c:v>29</c:v>
                </c:pt>
                <c:pt idx="1492">
                  <c:v>29.1</c:v>
                </c:pt>
                <c:pt idx="1493">
                  <c:v>29</c:v>
                </c:pt>
                <c:pt idx="1494">
                  <c:v>28.8</c:v>
                </c:pt>
                <c:pt idx="1495">
                  <c:v>28.7</c:v>
                </c:pt>
                <c:pt idx="1496">
                  <c:v>29.1</c:v>
                </c:pt>
                <c:pt idx="1497">
                  <c:v>29.2</c:v>
                </c:pt>
                <c:pt idx="1498">
                  <c:v>29</c:v>
                </c:pt>
                <c:pt idx="1499">
                  <c:v>28.7</c:v>
                </c:pt>
                <c:pt idx="1500">
                  <c:v>28.8</c:v>
                </c:pt>
                <c:pt idx="1501">
                  <c:v>28.8</c:v>
                </c:pt>
                <c:pt idx="1502">
                  <c:v>28.8</c:v>
                </c:pt>
                <c:pt idx="1503">
                  <c:v>28.8</c:v>
                </c:pt>
                <c:pt idx="1504">
                  <c:v>28.9</c:v>
                </c:pt>
                <c:pt idx="1505">
                  <c:v>28.9</c:v>
                </c:pt>
                <c:pt idx="1506">
                  <c:v>28.7</c:v>
                </c:pt>
                <c:pt idx="1507">
                  <c:v>28.6</c:v>
                </c:pt>
                <c:pt idx="1508">
                  <c:v>28.8</c:v>
                </c:pt>
                <c:pt idx="1509">
                  <c:v>29.1</c:v>
                </c:pt>
                <c:pt idx="1510">
                  <c:v>29</c:v>
                </c:pt>
                <c:pt idx="1511">
                  <c:v>28.7</c:v>
                </c:pt>
                <c:pt idx="1512">
                  <c:v>28.5</c:v>
                </c:pt>
                <c:pt idx="1513">
                  <c:v>28.3</c:v>
                </c:pt>
                <c:pt idx="1514">
                  <c:v>28.4</c:v>
                </c:pt>
                <c:pt idx="1515">
                  <c:v>28.7</c:v>
                </c:pt>
                <c:pt idx="1516">
                  <c:v>28.8</c:v>
                </c:pt>
                <c:pt idx="1517">
                  <c:v>28.4</c:v>
                </c:pt>
                <c:pt idx="1518">
                  <c:v>28.2</c:v>
                </c:pt>
                <c:pt idx="1519">
                  <c:v>28.2</c:v>
                </c:pt>
                <c:pt idx="1520">
                  <c:v>28.3</c:v>
                </c:pt>
                <c:pt idx="1521">
                  <c:v>28.6</c:v>
                </c:pt>
                <c:pt idx="1522">
                  <c:v>28.6</c:v>
                </c:pt>
                <c:pt idx="1523">
                  <c:v>28.1</c:v>
                </c:pt>
                <c:pt idx="1524">
                  <c:v>27.7</c:v>
                </c:pt>
                <c:pt idx="1525">
                  <c:v>28.2</c:v>
                </c:pt>
                <c:pt idx="1526">
                  <c:v>28.5</c:v>
                </c:pt>
                <c:pt idx="1527">
                  <c:v>28.3</c:v>
                </c:pt>
                <c:pt idx="1528">
                  <c:v>28</c:v>
                </c:pt>
                <c:pt idx="1529">
                  <c:v>28</c:v>
                </c:pt>
                <c:pt idx="1530">
                  <c:v>28.2</c:v>
                </c:pt>
                <c:pt idx="1531">
                  <c:v>28.2</c:v>
                </c:pt>
                <c:pt idx="1532">
                  <c:v>28.1</c:v>
                </c:pt>
                <c:pt idx="1533">
                  <c:v>28.4</c:v>
                </c:pt>
                <c:pt idx="1534">
                  <c:v>28.8</c:v>
                </c:pt>
                <c:pt idx="1535">
                  <c:v>28.6</c:v>
                </c:pt>
                <c:pt idx="1536">
                  <c:v>27.9</c:v>
                </c:pt>
                <c:pt idx="1537">
                  <c:v>27.7</c:v>
                </c:pt>
                <c:pt idx="1538">
                  <c:v>28.2</c:v>
                </c:pt>
                <c:pt idx="1539">
                  <c:v>28.3</c:v>
                </c:pt>
                <c:pt idx="1540">
                  <c:v>28.1</c:v>
                </c:pt>
                <c:pt idx="1541">
                  <c:v>28</c:v>
                </c:pt>
                <c:pt idx="1542">
                  <c:v>28.2</c:v>
                </c:pt>
                <c:pt idx="1543">
                  <c:v>28.2</c:v>
                </c:pt>
                <c:pt idx="1544">
                  <c:v>28</c:v>
                </c:pt>
                <c:pt idx="1545">
                  <c:v>27.8</c:v>
                </c:pt>
                <c:pt idx="1546">
                  <c:v>28.1</c:v>
                </c:pt>
                <c:pt idx="1547">
                  <c:v>28.2</c:v>
                </c:pt>
                <c:pt idx="1548">
                  <c:v>28</c:v>
                </c:pt>
                <c:pt idx="1549">
                  <c:v>27.9</c:v>
                </c:pt>
                <c:pt idx="1550">
                  <c:v>28.4</c:v>
                </c:pt>
                <c:pt idx="1551">
                  <c:v>28.7</c:v>
                </c:pt>
                <c:pt idx="1552">
                  <c:v>28.6</c:v>
                </c:pt>
                <c:pt idx="1553">
                  <c:v>28.2</c:v>
                </c:pt>
                <c:pt idx="1554">
                  <c:v>27.9</c:v>
                </c:pt>
                <c:pt idx="1555">
                  <c:v>27.7</c:v>
                </c:pt>
                <c:pt idx="1556">
                  <c:v>27.8</c:v>
                </c:pt>
                <c:pt idx="1557">
                  <c:v>28.1</c:v>
                </c:pt>
                <c:pt idx="1558">
                  <c:v>28.3</c:v>
                </c:pt>
                <c:pt idx="1559">
                  <c:v>28.4</c:v>
                </c:pt>
                <c:pt idx="1560">
                  <c:v>28.3</c:v>
                </c:pt>
                <c:pt idx="1561">
                  <c:v>28.1</c:v>
                </c:pt>
                <c:pt idx="1562">
                  <c:v>28</c:v>
                </c:pt>
                <c:pt idx="1563">
                  <c:v>28</c:v>
                </c:pt>
                <c:pt idx="1564">
                  <c:v>28.2</c:v>
                </c:pt>
                <c:pt idx="1565">
                  <c:v>28.4</c:v>
                </c:pt>
                <c:pt idx="1566">
                  <c:v>28.6</c:v>
                </c:pt>
                <c:pt idx="1567">
                  <c:v>28.8</c:v>
                </c:pt>
                <c:pt idx="1568">
                  <c:v>28.8</c:v>
                </c:pt>
                <c:pt idx="1569">
                  <c:v>28.5</c:v>
                </c:pt>
                <c:pt idx="1570">
                  <c:v>28.3</c:v>
                </c:pt>
                <c:pt idx="1571">
                  <c:v>28.6</c:v>
                </c:pt>
                <c:pt idx="1572">
                  <c:v>28.7</c:v>
                </c:pt>
                <c:pt idx="1573">
                  <c:v>28.8</c:v>
                </c:pt>
                <c:pt idx="1574">
                  <c:v>28.7</c:v>
                </c:pt>
                <c:pt idx="1575">
                  <c:v>28.4</c:v>
                </c:pt>
                <c:pt idx="1576">
                  <c:v>28.2</c:v>
                </c:pt>
                <c:pt idx="1577">
                  <c:v>28.3</c:v>
                </c:pt>
                <c:pt idx="1578">
                  <c:v>28.5</c:v>
                </c:pt>
                <c:pt idx="1579">
                  <c:v>28.8</c:v>
                </c:pt>
                <c:pt idx="1580">
                  <c:v>29</c:v>
                </c:pt>
                <c:pt idx="1581">
                  <c:v>28.8</c:v>
                </c:pt>
                <c:pt idx="1582">
                  <c:v>28.5</c:v>
                </c:pt>
                <c:pt idx="1583">
                  <c:v>28.5</c:v>
                </c:pt>
                <c:pt idx="1584">
                  <c:v>28.7</c:v>
                </c:pt>
                <c:pt idx="1585">
                  <c:v>28.8</c:v>
                </c:pt>
                <c:pt idx="1586">
                  <c:v>28.9</c:v>
                </c:pt>
                <c:pt idx="1587">
                  <c:v>28.8</c:v>
                </c:pt>
                <c:pt idx="1588">
                  <c:v>28.4</c:v>
                </c:pt>
                <c:pt idx="1589">
                  <c:v>28.4</c:v>
                </c:pt>
                <c:pt idx="1590">
                  <c:v>28.5</c:v>
                </c:pt>
                <c:pt idx="1591">
                  <c:v>28.7</c:v>
                </c:pt>
                <c:pt idx="1592">
                  <c:v>28.8</c:v>
                </c:pt>
                <c:pt idx="1593">
                  <c:v>28.7</c:v>
                </c:pt>
                <c:pt idx="1594">
                  <c:v>28.4</c:v>
                </c:pt>
                <c:pt idx="1595">
                  <c:v>28.2</c:v>
                </c:pt>
                <c:pt idx="1596">
                  <c:v>28.4</c:v>
                </c:pt>
                <c:pt idx="1597">
                  <c:v>28.6</c:v>
                </c:pt>
                <c:pt idx="1598">
                  <c:v>28.7</c:v>
                </c:pt>
                <c:pt idx="1599">
                  <c:v>28.7</c:v>
                </c:pt>
                <c:pt idx="1600">
                  <c:v>28.6</c:v>
                </c:pt>
                <c:pt idx="1601">
                  <c:v>28.5</c:v>
                </c:pt>
                <c:pt idx="1602">
                  <c:v>28.7</c:v>
                </c:pt>
                <c:pt idx="1603">
                  <c:v>28.9</c:v>
                </c:pt>
                <c:pt idx="1604">
                  <c:v>28.6</c:v>
                </c:pt>
                <c:pt idx="1605">
                  <c:v>28.3</c:v>
                </c:pt>
                <c:pt idx="1606">
                  <c:v>28.4</c:v>
                </c:pt>
                <c:pt idx="1607">
                  <c:v>28.6</c:v>
                </c:pt>
                <c:pt idx="1608">
                  <c:v>28.8</c:v>
                </c:pt>
                <c:pt idx="1609">
                  <c:v>28.9</c:v>
                </c:pt>
                <c:pt idx="1610">
                  <c:v>28.7</c:v>
                </c:pt>
                <c:pt idx="1611">
                  <c:v>28.4</c:v>
                </c:pt>
                <c:pt idx="1612">
                  <c:v>28.5</c:v>
                </c:pt>
                <c:pt idx="1613">
                  <c:v>28.8</c:v>
                </c:pt>
                <c:pt idx="1614">
                  <c:v>28.5</c:v>
                </c:pt>
                <c:pt idx="1615">
                  <c:v>28</c:v>
                </c:pt>
                <c:pt idx="1616">
                  <c:v>27.8</c:v>
                </c:pt>
                <c:pt idx="1617">
                  <c:v>27.9</c:v>
                </c:pt>
                <c:pt idx="1618">
                  <c:v>28</c:v>
                </c:pt>
                <c:pt idx="1619">
                  <c:v>28.1</c:v>
                </c:pt>
                <c:pt idx="1620">
                  <c:v>28.2</c:v>
                </c:pt>
                <c:pt idx="1621">
                  <c:v>28.4</c:v>
                </c:pt>
                <c:pt idx="1622">
                  <c:v>28.5</c:v>
                </c:pt>
                <c:pt idx="1623">
                  <c:v>28.7</c:v>
                </c:pt>
                <c:pt idx="1624">
                  <c:v>28.7</c:v>
                </c:pt>
                <c:pt idx="1625">
                  <c:v>28.5</c:v>
                </c:pt>
                <c:pt idx="1626">
                  <c:v>28.5</c:v>
                </c:pt>
                <c:pt idx="1627">
                  <c:v>28.7</c:v>
                </c:pt>
                <c:pt idx="1628">
                  <c:v>28.8</c:v>
                </c:pt>
                <c:pt idx="1629">
                  <c:v>28.8</c:v>
                </c:pt>
                <c:pt idx="1630">
                  <c:v>28.7</c:v>
                </c:pt>
                <c:pt idx="1631">
                  <c:v>28.3</c:v>
                </c:pt>
                <c:pt idx="1632">
                  <c:v>27.9</c:v>
                </c:pt>
                <c:pt idx="1633">
                  <c:v>27.6</c:v>
                </c:pt>
                <c:pt idx="1634">
                  <c:v>27.5</c:v>
                </c:pt>
                <c:pt idx="1635">
                  <c:v>27.9</c:v>
                </c:pt>
                <c:pt idx="1636">
                  <c:v>28.3</c:v>
                </c:pt>
                <c:pt idx="1637">
                  <c:v>28.4</c:v>
                </c:pt>
                <c:pt idx="1638">
                  <c:v>28.3</c:v>
                </c:pt>
                <c:pt idx="1639">
                  <c:v>28</c:v>
                </c:pt>
                <c:pt idx="1640">
                  <c:v>27.7</c:v>
                </c:pt>
                <c:pt idx="1641">
                  <c:v>27.6</c:v>
                </c:pt>
                <c:pt idx="1642">
                  <c:v>27.8</c:v>
                </c:pt>
                <c:pt idx="1643">
                  <c:v>28</c:v>
                </c:pt>
                <c:pt idx="1644">
                  <c:v>28.3</c:v>
                </c:pt>
                <c:pt idx="1645">
                  <c:v>28.3</c:v>
                </c:pt>
                <c:pt idx="1646">
                  <c:v>28.2</c:v>
                </c:pt>
                <c:pt idx="1647">
                  <c:v>28</c:v>
                </c:pt>
                <c:pt idx="1648">
                  <c:v>27.7</c:v>
                </c:pt>
                <c:pt idx="1649">
                  <c:v>27.8</c:v>
                </c:pt>
                <c:pt idx="1650">
                  <c:v>28.4</c:v>
                </c:pt>
                <c:pt idx="1651">
                  <c:v>28.5</c:v>
                </c:pt>
                <c:pt idx="1652">
                  <c:v>28.2</c:v>
                </c:pt>
                <c:pt idx="1653">
                  <c:v>28.2</c:v>
                </c:pt>
                <c:pt idx="1654">
                  <c:v>28.4</c:v>
                </c:pt>
                <c:pt idx="1655">
                  <c:v>28.3</c:v>
                </c:pt>
                <c:pt idx="1656">
                  <c:v>27.8</c:v>
                </c:pt>
                <c:pt idx="1657">
                  <c:v>27.6</c:v>
                </c:pt>
                <c:pt idx="1658">
                  <c:v>27.9</c:v>
                </c:pt>
                <c:pt idx="1659">
                  <c:v>28.1</c:v>
                </c:pt>
                <c:pt idx="1660">
                  <c:v>28.2</c:v>
                </c:pt>
                <c:pt idx="1661">
                  <c:v>28.1</c:v>
                </c:pt>
                <c:pt idx="1662">
                  <c:v>28.1</c:v>
                </c:pt>
                <c:pt idx="1663">
                  <c:v>28.1</c:v>
                </c:pt>
                <c:pt idx="1664">
                  <c:v>28.1</c:v>
                </c:pt>
                <c:pt idx="1665">
                  <c:v>28.1</c:v>
                </c:pt>
                <c:pt idx="1666">
                  <c:v>27.9</c:v>
                </c:pt>
                <c:pt idx="1667">
                  <c:v>27.7</c:v>
                </c:pt>
                <c:pt idx="1668">
                  <c:v>27.4</c:v>
                </c:pt>
                <c:pt idx="1669">
                  <c:v>27.3</c:v>
                </c:pt>
                <c:pt idx="1670">
                  <c:v>27.7</c:v>
                </c:pt>
                <c:pt idx="1671">
                  <c:v>28.1</c:v>
                </c:pt>
                <c:pt idx="1672">
                  <c:v>28</c:v>
                </c:pt>
                <c:pt idx="1673">
                  <c:v>27.7</c:v>
                </c:pt>
                <c:pt idx="1674">
                  <c:v>27.6</c:v>
                </c:pt>
                <c:pt idx="1675">
                  <c:v>27.6</c:v>
                </c:pt>
                <c:pt idx="1676">
                  <c:v>27.4</c:v>
                </c:pt>
                <c:pt idx="1677">
                  <c:v>27.2</c:v>
                </c:pt>
                <c:pt idx="1678">
                  <c:v>27.5</c:v>
                </c:pt>
                <c:pt idx="1679">
                  <c:v>28</c:v>
                </c:pt>
                <c:pt idx="1680">
                  <c:v>28.3</c:v>
                </c:pt>
                <c:pt idx="1681">
                  <c:v>28.4</c:v>
                </c:pt>
                <c:pt idx="1682">
                  <c:v>28.3</c:v>
                </c:pt>
                <c:pt idx="1683">
                  <c:v>28.1</c:v>
                </c:pt>
                <c:pt idx="1684">
                  <c:v>28.3</c:v>
                </c:pt>
                <c:pt idx="1685">
                  <c:v>28.7</c:v>
                </c:pt>
                <c:pt idx="1686">
                  <c:v>28.5</c:v>
                </c:pt>
                <c:pt idx="1687">
                  <c:v>27.8</c:v>
                </c:pt>
                <c:pt idx="1688">
                  <c:v>27.3</c:v>
                </c:pt>
                <c:pt idx="1689">
                  <c:v>27.2</c:v>
                </c:pt>
                <c:pt idx="1690">
                  <c:v>27.3</c:v>
                </c:pt>
                <c:pt idx="1691">
                  <c:v>27.6</c:v>
                </c:pt>
                <c:pt idx="1692">
                  <c:v>27.8</c:v>
                </c:pt>
                <c:pt idx="1693">
                  <c:v>27.9</c:v>
                </c:pt>
                <c:pt idx="1694">
                  <c:v>27.8</c:v>
                </c:pt>
                <c:pt idx="1695">
                  <c:v>27.4</c:v>
                </c:pt>
                <c:pt idx="1696">
                  <c:v>27.2</c:v>
                </c:pt>
                <c:pt idx="1697">
                  <c:v>27.4</c:v>
                </c:pt>
                <c:pt idx="1698">
                  <c:v>27.7</c:v>
                </c:pt>
                <c:pt idx="1699">
                  <c:v>28</c:v>
                </c:pt>
                <c:pt idx="1700">
                  <c:v>28.1</c:v>
                </c:pt>
                <c:pt idx="1701">
                  <c:v>28</c:v>
                </c:pt>
                <c:pt idx="1702">
                  <c:v>27.9</c:v>
                </c:pt>
                <c:pt idx="1703">
                  <c:v>27.9</c:v>
                </c:pt>
                <c:pt idx="1704">
                  <c:v>27.9</c:v>
                </c:pt>
                <c:pt idx="1705">
                  <c:v>27.9</c:v>
                </c:pt>
                <c:pt idx="1706">
                  <c:v>27.9</c:v>
                </c:pt>
                <c:pt idx="1707">
                  <c:v>27.7</c:v>
                </c:pt>
                <c:pt idx="1708">
                  <c:v>27.7</c:v>
                </c:pt>
                <c:pt idx="1709">
                  <c:v>28</c:v>
                </c:pt>
                <c:pt idx="1710">
                  <c:v>28.3</c:v>
                </c:pt>
                <c:pt idx="1711">
                  <c:v>28.3</c:v>
                </c:pt>
                <c:pt idx="1712">
                  <c:v>28.1</c:v>
                </c:pt>
                <c:pt idx="1713">
                  <c:v>27.8</c:v>
                </c:pt>
                <c:pt idx="1714">
                  <c:v>27.6</c:v>
                </c:pt>
                <c:pt idx="1715">
                  <c:v>27.7</c:v>
                </c:pt>
                <c:pt idx="1716">
                  <c:v>27.9</c:v>
                </c:pt>
                <c:pt idx="1717">
                  <c:v>28.1</c:v>
                </c:pt>
                <c:pt idx="1718">
                  <c:v>28.3</c:v>
                </c:pt>
                <c:pt idx="1719">
                  <c:v>28.3</c:v>
                </c:pt>
                <c:pt idx="1720">
                  <c:v>28.1</c:v>
                </c:pt>
                <c:pt idx="1721">
                  <c:v>27.9</c:v>
                </c:pt>
                <c:pt idx="1722">
                  <c:v>27.7</c:v>
                </c:pt>
                <c:pt idx="1723">
                  <c:v>27.7</c:v>
                </c:pt>
                <c:pt idx="1724">
                  <c:v>27.7</c:v>
                </c:pt>
                <c:pt idx="1725">
                  <c:v>28</c:v>
                </c:pt>
                <c:pt idx="1726">
                  <c:v>28.5</c:v>
                </c:pt>
                <c:pt idx="1727">
                  <c:v>28.5</c:v>
                </c:pt>
                <c:pt idx="1728">
                  <c:v>27.8</c:v>
                </c:pt>
                <c:pt idx="1729">
                  <c:v>27.5</c:v>
                </c:pt>
                <c:pt idx="1730">
                  <c:v>27.4</c:v>
                </c:pt>
                <c:pt idx="1731">
                  <c:v>27.4</c:v>
                </c:pt>
                <c:pt idx="1732">
                  <c:v>27.3</c:v>
                </c:pt>
                <c:pt idx="1733">
                  <c:v>27.5</c:v>
                </c:pt>
                <c:pt idx="1734">
                  <c:v>27.9</c:v>
                </c:pt>
                <c:pt idx="1735">
                  <c:v>28.1</c:v>
                </c:pt>
                <c:pt idx="1736">
                  <c:v>27.7</c:v>
                </c:pt>
                <c:pt idx="1737">
                  <c:v>27.6</c:v>
                </c:pt>
                <c:pt idx="1738">
                  <c:v>27.9</c:v>
                </c:pt>
                <c:pt idx="1739">
                  <c:v>28.1</c:v>
                </c:pt>
                <c:pt idx="1740">
                  <c:v>27.8</c:v>
                </c:pt>
                <c:pt idx="1741">
                  <c:v>27.6</c:v>
                </c:pt>
                <c:pt idx="1742">
                  <c:v>27.9</c:v>
                </c:pt>
                <c:pt idx="1743">
                  <c:v>28.1</c:v>
                </c:pt>
                <c:pt idx="1744">
                  <c:v>28.3</c:v>
                </c:pt>
                <c:pt idx="1745">
                  <c:v>28.4</c:v>
                </c:pt>
                <c:pt idx="1746">
                  <c:v>28.2</c:v>
                </c:pt>
                <c:pt idx="1747">
                  <c:v>28</c:v>
                </c:pt>
                <c:pt idx="1748">
                  <c:v>27.9</c:v>
                </c:pt>
                <c:pt idx="1749">
                  <c:v>27.7</c:v>
                </c:pt>
                <c:pt idx="1750">
                  <c:v>27.4</c:v>
                </c:pt>
                <c:pt idx="1751">
                  <c:v>27</c:v>
                </c:pt>
                <c:pt idx="1752">
                  <c:v>26.9</c:v>
                </c:pt>
                <c:pt idx="1753">
                  <c:v>26.8</c:v>
                </c:pt>
                <c:pt idx="1754">
                  <c:v>26.8</c:v>
                </c:pt>
                <c:pt idx="1755">
                  <c:v>26.9</c:v>
                </c:pt>
                <c:pt idx="1756">
                  <c:v>27.1</c:v>
                </c:pt>
                <c:pt idx="1757">
                  <c:v>27.3</c:v>
                </c:pt>
                <c:pt idx="1758">
                  <c:v>27.4</c:v>
                </c:pt>
                <c:pt idx="1759">
                  <c:v>27.4</c:v>
                </c:pt>
                <c:pt idx="1760">
                  <c:v>27.5</c:v>
                </c:pt>
                <c:pt idx="1761">
                  <c:v>27.6</c:v>
                </c:pt>
                <c:pt idx="1762">
                  <c:v>27.7</c:v>
                </c:pt>
                <c:pt idx="1763">
                  <c:v>27.7</c:v>
                </c:pt>
                <c:pt idx="1764">
                  <c:v>27.5</c:v>
                </c:pt>
                <c:pt idx="1765">
                  <c:v>27.3</c:v>
                </c:pt>
                <c:pt idx="1766">
                  <c:v>27.3</c:v>
                </c:pt>
                <c:pt idx="1767">
                  <c:v>27.4</c:v>
                </c:pt>
                <c:pt idx="1768">
                  <c:v>27.3</c:v>
                </c:pt>
                <c:pt idx="1769">
                  <c:v>27.1</c:v>
                </c:pt>
                <c:pt idx="1770">
                  <c:v>27.2</c:v>
                </c:pt>
                <c:pt idx="1771">
                  <c:v>27.6</c:v>
                </c:pt>
                <c:pt idx="1772">
                  <c:v>27.6</c:v>
                </c:pt>
                <c:pt idx="1773">
                  <c:v>27.2</c:v>
                </c:pt>
                <c:pt idx="1774">
                  <c:v>27.2</c:v>
                </c:pt>
                <c:pt idx="1775">
                  <c:v>27.5</c:v>
                </c:pt>
                <c:pt idx="1776">
                  <c:v>27.6</c:v>
                </c:pt>
                <c:pt idx="1777">
                  <c:v>27.6</c:v>
                </c:pt>
                <c:pt idx="1778">
                  <c:v>27.6</c:v>
                </c:pt>
                <c:pt idx="1779">
                  <c:v>27.8</c:v>
                </c:pt>
                <c:pt idx="1780">
                  <c:v>27.9</c:v>
                </c:pt>
                <c:pt idx="1781">
                  <c:v>27.8</c:v>
                </c:pt>
                <c:pt idx="1782">
                  <c:v>27.5</c:v>
                </c:pt>
                <c:pt idx="1783">
                  <c:v>27</c:v>
                </c:pt>
                <c:pt idx="1784">
                  <c:v>26.8</c:v>
                </c:pt>
                <c:pt idx="1785">
                  <c:v>27.3</c:v>
                </c:pt>
                <c:pt idx="1786">
                  <c:v>27.4</c:v>
                </c:pt>
                <c:pt idx="1787">
                  <c:v>27.1</c:v>
                </c:pt>
                <c:pt idx="1788">
                  <c:v>27.1</c:v>
                </c:pt>
                <c:pt idx="1789">
                  <c:v>27.7</c:v>
                </c:pt>
                <c:pt idx="1790">
                  <c:v>27.9</c:v>
                </c:pt>
                <c:pt idx="1791">
                  <c:v>27.3</c:v>
                </c:pt>
                <c:pt idx="1792">
                  <c:v>27</c:v>
                </c:pt>
                <c:pt idx="1793">
                  <c:v>27.6</c:v>
                </c:pt>
                <c:pt idx="1794">
                  <c:v>28.1</c:v>
                </c:pt>
                <c:pt idx="1795">
                  <c:v>28.2</c:v>
                </c:pt>
                <c:pt idx="1796">
                  <c:v>28.1</c:v>
                </c:pt>
                <c:pt idx="1797">
                  <c:v>27.8</c:v>
                </c:pt>
                <c:pt idx="1798">
                  <c:v>27.5</c:v>
                </c:pt>
                <c:pt idx="1799">
                  <c:v>27.5</c:v>
                </c:pt>
                <c:pt idx="1800">
                  <c:v>27.6</c:v>
                </c:pt>
                <c:pt idx="1801">
                  <c:v>27.6</c:v>
                </c:pt>
                <c:pt idx="1802">
                  <c:v>27.8</c:v>
                </c:pt>
                <c:pt idx="1803">
                  <c:v>27.9</c:v>
                </c:pt>
                <c:pt idx="1804">
                  <c:v>28.1</c:v>
                </c:pt>
                <c:pt idx="1805">
                  <c:v>28.5</c:v>
                </c:pt>
                <c:pt idx="1806">
                  <c:v>28.6</c:v>
                </c:pt>
                <c:pt idx="1807">
                  <c:v>28.3</c:v>
                </c:pt>
                <c:pt idx="1808">
                  <c:v>28</c:v>
                </c:pt>
                <c:pt idx="1809">
                  <c:v>27.7</c:v>
                </c:pt>
                <c:pt idx="1810">
                  <c:v>27.5</c:v>
                </c:pt>
                <c:pt idx="1811">
                  <c:v>27.4</c:v>
                </c:pt>
                <c:pt idx="1812">
                  <c:v>27.3</c:v>
                </c:pt>
                <c:pt idx="1813">
                  <c:v>27.5</c:v>
                </c:pt>
                <c:pt idx="1814">
                  <c:v>27.6</c:v>
                </c:pt>
                <c:pt idx="1815">
                  <c:v>27.5</c:v>
                </c:pt>
                <c:pt idx="1816">
                  <c:v>27.4</c:v>
                </c:pt>
                <c:pt idx="1817">
                  <c:v>27.6</c:v>
                </c:pt>
                <c:pt idx="1818">
                  <c:v>27.9</c:v>
                </c:pt>
                <c:pt idx="1819">
                  <c:v>27.7</c:v>
                </c:pt>
                <c:pt idx="1820">
                  <c:v>27.5</c:v>
                </c:pt>
                <c:pt idx="1821">
                  <c:v>27.3</c:v>
                </c:pt>
                <c:pt idx="1822">
                  <c:v>27.3</c:v>
                </c:pt>
                <c:pt idx="1823">
                  <c:v>27.6</c:v>
                </c:pt>
                <c:pt idx="1824">
                  <c:v>27.9</c:v>
                </c:pt>
                <c:pt idx="1825">
                  <c:v>27.7</c:v>
                </c:pt>
                <c:pt idx="1826">
                  <c:v>27.2</c:v>
                </c:pt>
                <c:pt idx="1827">
                  <c:v>27.4</c:v>
                </c:pt>
                <c:pt idx="1828">
                  <c:v>28.1</c:v>
                </c:pt>
                <c:pt idx="1829">
                  <c:v>28</c:v>
                </c:pt>
                <c:pt idx="1830">
                  <c:v>27.4</c:v>
                </c:pt>
                <c:pt idx="1831">
                  <c:v>27.2</c:v>
                </c:pt>
                <c:pt idx="1832">
                  <c:v>27.4</c:v>
                </c:pt>
                <c:pt idx="1833">
                  <c:v>27.6</c:v>
                </c:pt>
                <c:pt idx="1834">
                  <c:v>27.8</c:v>
                </c:pt>
                <c:pt idx="1835">
                  <c:v>27.6</c:v>
                </c:pt>
                <c:pt idx="1836">
                  <c:v>27.1</c:v>
                </c:pt>
                <c:pt idx="1837">
                  <c:v>27</c:v>
                </c:pt>
                <c:pt idx="1838">
                  <c:v>27.1</c:v>
                </c:pt>
                <c:pt idx="1839">
                  <c:v>27.1</c:v>
                </c:pt>
                <c:pt idx="1840">
                  <c:v>27</c:v>
                </c:pt>
                <c:pt idx="1841">
                  <c:v>27</c:v>
                </c:pt>
                <c:pt idx="1842">
                  <c:v>27.1</c:v>
                </c:pt>
                <c:pt idx="1843">
                  <c:v>27</c:v>
                </c:pt>
                <c:pt idx="1844">
                  <c:v>26.4</c:v>
                </c:pt>
                <c:pt idx="1845">
                  <c:v>26.4</c:v>
                </c:pt>
                <c:pt idx="1846">
                  <c:v>26.8</c:v>
                </c:pt>
                <c:pt idx="1847">
                  <c:v>27.1</c:v>
                </c:pt>
                <c:pt idx="1848">
                  <c:v>27.4</c:v>
                </c:pt>
                <c:pt idx="1849">
                  <c:v>27.2</c:v>
                </c:pt>
                <c:pt idx="1850">
                  <c:v>26.6</c:v>
                </c:pt>
                <c:pt idx="1851">
                  <c:v>26.4</c:v>
                </c:pt>
                <c:pt idx="1852">
                  <c:v>26.7</c:v>
                </c:pt>
                <c:pt idx="1853">
                  <c:v>27.2</c:v>
                </c:pt>
                <c:pt idx="1854">
                  <c:v>27.7</c:v>
                </c:pt>
                <c:pt idx="1855">
                  <c:v>28</c:v>
                </c:pt>
                <c:pt idx="1856">
                  <c:v>27.9</c:v>
                </c:pt>
                <c:pt idx="1857">
                  <c:v>27.6</c:v>
                </c:pt>
                <c:pt idx="1858">
                  <c:v>27.3</c:v>
                </c:pt>
                <c:pt idx="1859">
                  <c:v>27.1</c:v>
                </c:pt>
                <c:pt idx="1860">
                  <c:v>27</c:v>
                </c:pt>
                <c:pt idx="1861">
                  <c:v>27</c:v>
                </c:pt>
                <c:pt idx="1862">
                  <c:v>27.2</c:v>
                </c:pt>
                <c:pt idx="1863">
                  <c:v>27.3</c:v>
                </c:pt>
                <c:pt idx="1864">
                  <c:v>27.3</c:v>
                </c:pt>
                <c:pt idx="1865">
                  <c:v>27.3</c:v>
                </c:pt>
                <c:pt idx="1866">
                  <c:v>27.4</c:v>
                </c:pt>
                <c:pt idx="1867">
                  <c:v>27.4</c:v>
                </c:pt>
                <c:pt idx="1868">
                  <c:v>27.1</c:v>
                </c:pt>
                <c:pt idx="1869">
                  <c:v>27</c:v>
                </c:pt>
                <c:pt idx="1870">
                  <c:v>27.1</c:v>
                </c:pt>
                <c:pt idx="1871">
                  <c:v>27.1</c:v>
                </c:pt>
                <c:pt idx="1872">
                  <c:v>27.1</c:v>
                </c:pt>
                <c:pt idx="1873">
                  <c:v>27.1</c:v>
                </c:pt>
                <c:pt idx="1874">
                  <c:v>27.1</c:v>
                </c:pt>
                <c:pt idx="1875">
                  <c:v>27.1</c:v>
                </c:pt>
                <c:pt idx="1876">
                  <c:v>27.2</c:v>
                </c:pt>
                <c:pt idx="1877">
                  <c:v>27.3</c:v>
                </c:pt>
                <c:pt idx="1878">
                  <c:v>27.1</c:v>
                </c:pt>
                <c:pt idx="1879">
                  <c:v>27</c:v>
                </c:pt>
                <c:pt idx="1880">
                  <c:v>27.3</c:v>
                </c:pt>
                <c:pt idx="1881">
                  <c:v>27.3</c:v>
                </c:pt>
                <c:pt idx="1882">
                  <c:v>26.8</c:v>
                </c:pt>
                <c:pt idx="1883">
                  <c:v>26.4</c:v>
                </c:pt>
                <c:pt idx="1884">
                  <c:v>27.1</c:v>
                </c:pt>
                <c:pt idx="1885">
                  <c:v>27.5</c:v>
                </c:pt>
                <c:pt idx="1886">
                  <c:v>27.1</c:v>
                </c:pt>
                <c:pt idx="1887">
                  <c:v>26.6</c:v>
                </c:pt>
                <c:pt idx="1888">
                  <c:v>26.7</c:v>
                </c:pt>
                <c:pt idx="1889">
                  <c:v>26.9</c:v>
                </c:pt>
                <c:pt idx="1890">
                  <c:v>26.9</c:v>
                </c:pt>
                <c:pt idx="1891">
                  <c:v>26.8</c:v>
                </c:pt>
                <c:pt idx="1892">
                  <c:v>27</c:v>
                </c:pt>
                <c:pt idx="1893">
                  <c:v>27.2</c:v>
                </c:pt>
                <c:pt idx="1894">
                  <c:v>26.8</c:v>
                </c:pt>
                <c:pt idx="1895">
                  <c:v>26.5</c:v>
                </c:pt>
                <c:pt idx="1896">
                  <c:v>26.6</c:v>
                </c:pt>
                <c:pt idx="1897">
                  <c:v>26.9</c:v>
                </c:pt>
                <c:pt idx="1898">
                  <c:v>27</c:v>
                </c:pt>
                <c:pt idx="1899">
                  <c:v>27.1</c:v>
                </c:pt>
                <c:pt idx="1900">
                  <c:v>26.9</c:v>
                </c:pt>
                <c:pt idx="1901">
                  <c:v>26.7</c:v>
                </c:pt>
                <c:pt idx="1902">
                  <c:v>26.9</c:v>
                </c:pt>
                <c:pt idx="1903">
                  <c:v>27</c:v>
                </c:pt>
                <c:pt idx="1904">
                  <c:v>26.6</c:v>
                </c:pt>
                <c:pt idx="1905">
                  <c:v>26.2</c:v>
                </c:pt>
                <c:pt idx="1906">
                  <c:v>26.3</c:v>
                </c:pt>
                <c:pt idx="1907">
                  <c:v>26.6</c:v>
                </c:pt>
                <c:pt idx="1908">
                  <c:v>27.2</c:v>
                </c:pt>
                <c:pt idx="1909">
                  <c:v>27.6</c:v>
                </c:pt>
                <c:pt idx="1910">
                  <c:v>27.7</c:v>
                </c:pt>
                <c:pt idx="1911">
                  <c:v>27.6</c:v>
                </c:pt>
                <c:pt idx="1912">
                  <c:v>27.5</c:v>
                </c:pt>
                <c:pt idx="1913">
                  <c:v>27.3</c:v>
                </c:pt>
                <c:pt idx="1914">
                  <c:v>27.1</c:v>
                </c:pt>
                <c:pt idx="1915">
                  <c:v>27</c:v>
                </c:pt>
                <c:pt idx="1916">
                  <c:v>27.2</c:v>
                </c:pt>
                <c:pt idx="1917">
                  <c:v>27.3</c:v>
                </c:pt>
                <c:pt idx="1918">
                  <c:v>26.9</c:v>
                </c:pt>
                <c:pt idx="1919">
                  <c:v>26.4</c:v>
                </c:pt>
                <c:pt idx="1920">
                  <c:v>26.3</c:v>
                </c:pt>
                <c:pt idx="1921">
                  <c:v>26.4</c:v>
                </c:pt>
                <c:pt idx="1922">
                  <c:v>26.1</c:v>
                </c:pt>
                <c:pt idx="1923">
                  <c:v>25.8</c:v>
                </c:pt>
                <c:pt idx="1924">
                  <c:v>26.1</c:v>
                </c:pt>
                <c:pt idx="1925">
                  <c:v>26.4</c:v>
                </c:pt>
                <c:pt idx="1926">
                  <c:v>26.3</c:v>
                </c:pt>
                <c:pt idx="1927">
                  <c:v>26.1</c:v>
                </c:pt>
                <c:pt idx="1928">
                  <c:v>26.3</c:v>
                </c:pt>
                <c:pt idx="1929">
                  <c:v>26.6</c:v>
                </c:pt>
                <c:pt idx="1930">
                  <c:v>26.3</c:v>
                </c:pt>
                <c:pt idx="1931">
                  <c:v>25.8</c:v>
                </c:pt>
                <c:pt idx="1932">
                  <c:v>25.6</c:v>
                </c:pt>
                <c:pt idx="1933">
                  <c:v>25.5</c:v>
                </c:pt>
                <c:pt idx="1934">
                  <c:v>25.8</c:v>
                </c:pt>
                <c:pt idx="1935">
                  <c:v>26.1</c:v>
                </c:pt>
                <c:pt idx="1936">
                  <c:v>26.3</c:v>
                </c:pt>
                <c:pt idx="1937">
                  <c:v>26.3</c:v>
                </c:pt>
                <c:pt idx="1938">
                  <c:v>26.1</c:v>
                </c:pt>
                <c:pt idx="1939">
                  <c:v>25.9</c:v>
                </c:pt>
                <c:pt idx="1940">
                  <c:v>25.9</c:v>
                </c:pt>
                <c:pt idx="1941">
                  <c:v>25.9</c:v>
                </c:pt>
                <c:pt idx="1942">
                  <c:v>25.5</c:v>
                </c:pt>
                <c:pt idx="1943">
                  <c:v>25.2</c:v>
                </c:pt>
                <c:pt idx="1944">
                  <c:v>25.6</c:v>
                </c:pt>
                <c:pt idx="1945">
                  <c:v>26.3</c:v>
                </c:pt>
                <c:pt idx="1946">
                  <c:v>26.2</c:v>
                </c:pt>
                <c:pt idx="1947">
                  <c:v>25.8</c:v>
                </c:pt>
                <c:pt idx="1948">
                  <c:v>26</c:v>
                </c:pt>
                <c:pt idx="1949">
                  <c:v>26.3</c:v>
                </c:pt>
                <c:pt idx="1950">
                  <c:v>26.2</c:v>
                </c:pt>
                <c:pt idx="1951">
                  <c:v>25.9</c:v>
                </c:pt>
                <c:pt idx="1952">
                  <c:v>25.9</c:v>
                </c:pt>
                <c:pt idx="1953">
                  <c:v>26</c:v>
                </c:pt>
                <c:pt idx="1954">
                  <c:v>25.8</c:v>
                </c:pt>
                <c:pt idx="1955">
                  <c:v>25.4</c:v>
                </c:pt>
                <c:pt idx="1956">
                  <c:v>25.4</c:v>
                </c:pt>
                <c:pt idx="1957">
                  <c:v>25.5</c:v>
                </c:pt>
                <c:pt idx="1958">
                  <c:v>25.6</c:v>
                </c:pt>
                <c:pt idx="1959">
                  <c:v>25.6</c:v>
                </c:pt>
                <c:pt idx="1960">
                  <c:v>25.5</c:v>
                </c:pt>
                <c:pt idx="1961">
                  <c:v>25.3</c:v>
                </c:pt>
                <c:pt idx="1962">
                  <c:v>25.4</c:v>
                </c:pt>
                <c:pt idx="1963">
                  <c:v>25.5</c:v>
                </c:pt>
                <c:pt idx="1964">
                  <c:v>25.3</c:v>
                </c:pt>
                <c:pt idx="1965">
                  <c:v>25</c:v>
                </c:pt>
                <c:pt idx="1966">
                  <c:v>25.1</c:v>
                </c:pt>
                <c:pt idx="1967">
                  <c:v>25.4</c:v>
                </c:pt>
                <c:pt idx="1968">
                  <c:v>25.7</c:v>
                </c:pt>
                <c:pt idx="1969">
                  <c:v>25.9</c:v>
                </c:pt>
                <c:pt idx="1970">
                  <c:v>25.7</c:v>
                </c:pt>
                <c:pt idx="1971">
                  <c:v>25.4</c:v>
                </c:pt>
                <c:pt idx="1972">
                  <c:v>25.2</c:v>
                </c:pt>
                <c:pt idx="1973">
                  <c:v>25.1</c:v>
                </c:pt>
                <c:pt idx="1974">
                  <c:v>25.2</c:v>
                </c:pt>
                <c:pt idx="1975">
                  <c:v>25.4</c:v>
                </c:pt>
                <c:pt idx="1976">
                  <c:v>24.9</c:v>
                </c:pt>
                <c:pt idx="1977">
                  <c:v>24.3</c:v>
                </c:pt>
                <c:pt idx="1978">
                  <c:v>24.5</c:v>
                </c:pt>
                <c:pt idx="1979">
                  <c:v>24.8</c:v>
                </c:pt>
                <c:pt idx="1980">
                  <c:v>24.9</c:v>
                </c:pt>
                <c:pt idx="1981">
                  <c:v>24.8</c:v>
                </c:pt>
                <c:pt idx="1982">
                  <c:v>24.7</c:v>
                </c:pt>
                <c:pt idx="1983">
                  <c:v>24.6</c:v>
                </c:pt>
                <c:pt idx="1984">
                  <c:v>24.8</c:v>
                </c:pt>
                <c:pt idx="1985">
                  <c:v>25.1</c:v>
                </c:pt>
                <c:pt idx="1986">
                  <c:v>25.1</c:v>
                </c:pt>
                <c:pt idx="1987">
                  <c:v>25.1</c:v>
                </c:pt>
                <c:pt idx="1988">
                  <c:v>25.1</c:v>
                </c:pt>
                <c:pt idx="1989">
                  <c:v>25</c:v>
                </c:pt>
                <c:pt idx="1990">
                  <c:v>24.5</c:v>
                </c:pt>
                <c:pt idx="1991">
                  <c:v>24</c:v>
                </c:pt>
                <c:pt idx="1992">
                  <c:v>23.6</c:v>
                </c:pt>
                <c:pt idx="1993">
                  <c:v>23.4</c:v>
                </c:pt>
                <c:pt idx="1994">
                  <c:v>24.1</c:v>
                </c:pt>
                <c:pt idx="1995">
                  <c:v>24.7</c:v>
                </c:pt>
                <c:pt idx="1996">
                  <c:v>24.5</c:v>
                </c:pt>
                <c:pt idx="1997">
                  <c:v>24</c:v>
                </c:pt>
                <c:pt idx="1998">
                  <c:v>23.6</c:v>
                </c:pt>
                <c:pt idx="1999">
                  <c:v>23.5</c:v>
                </c:pt>
                <c:pt idx="2000">
                  <c:v>24</c:v>
                </c:pt>
                <c:pt idx="2001">
                  <c:v>24.5</c:v>
                </c:pt>
                <c:pt idx="2002">
                  <c:v>24.6</c:v>
                </c:pt>
                <c:pt idx="2003">
                  <c:v>24.5</c:v>
                </c:pt>
                <c:pt idx="2004">
                  <c:v>24.5</c:v>
                </c:pt>
                <c:pt idx="2005">
                  <c:v>24.6</c:v>
                </c:pt>
                <c:pt idx="2006">
                  <c:v>24.6</c:v>
                </c:pt>
                <c:pt idx="2007">
                  <c:v>24.6</c:v>
                </c:pt>
                <c:pt idx="2008">
                  <c:v>24.7</c:v>
                </c:pt>
                <c:pt idx="2009">
                  <c:v>24.7</c:v>
                </c:pt>
                <c:pt idx="2010">
                  <c:v>24.5</c:v>
                </c:pt>
                <c:pt idx="2011">
                  <c:v>24.2</c:v>
                </c:pt>
                <c:pt idx="2012">
                  <c:v>24.1</c:v>
                </c:pt>
                <c:pt idx="2013">
                  <c:v>24</c:v>
                </c:pt>
                <c:pt idx="2014">
                  <c:v>23.6</c:v>
                </c:pt>
                <c:pt idx="2015">
                  <c:v>23.4</c:v>
                </c:pt>
                <c:pt idx="2016">
                  <c:v>23.7</c:v>
                </c:pt>
                <c:pt idx="2017">
                  <c:v>24.1</c:v>
                </c:pt>
                <c:pt idx="2018">
                  <c:v>24.1</c:v>
                </c:pt>
                <c:pt idx="2019">
                  <c:v>24.1</c:v>
                </c:pt>
                <c:pt idx="2020">
                  <c:v>24.4</c:v>
                </c:pt>
                <c:pt idx="2021">
                  <c:v>24.7</c:v>
                </c:pt>
                <c:pt idx="2022">
                  <c:v>24.4</c:v>
                </c:pt>
                <c:pt idx="2023">
                  <c:v>24.2</c:v>
                </c:pt>
                <c:pt idx="2024">
                  <c:v>24.3</c:v>
                </c:pt>
                <c:pt idx="2025">
                  <c:v>24.5</c:v>
                </c:pt>
                <c:pt idx="2026">
                  <c:v>24.5</c:v>
                </c:pt>
                <c:pt idx="2027">
                  <c:v>24.4</c:v>
                </c:pt>
                <c:pt idx="2028">
                  <c:v>24.1</c:v>
                </c:pt>
                <c:pt idx="2029">
                  <c:v>23.9</c:v>
                </c:pt>
                <c:pt idx="2030">
                  <c:v>23.6</c:v>
                </c:pt>
                <c:pt idx="2031">
                  <c:v>23.6</c:v>
                </c:pt>
                <c:pt idx="2032">
                  <c:v>23.8</c:v>
                </c:pt>
                <c:pt idx="2033">
                  <c:v>24</c:v>
                </c:pt>
                <c:pt idx="2034">
                  <c:v>23.9</c:v>
                </c:pt>
                <c:pt idx="2035">
                  <c:v>23.8</c:v>
                </c:pt>
                <c:pt idx="2036">
                  <c:v>23.6</c:v>
                </c:pt>
                <c:pt idx="2037">
                  <c:v>23.5</c:v>
                </c:pt>
                <c:pt idx="2038">
                  <c:v>24</c:v>
                </c:pt>
                <c:pt idx="2039">
                  <c:v>24</c:v>
                </c:pt>
                <c:pt idx="2040">
                  <c:v>23</c:v>
                </c:pt>
                <c:pt idx="2041">
                  <c:v>22.2</c:v>
                </c:pt>
                <c:pt idx="2042">
                  <c:v>22.9</c:v>
                </c:pt>
                <c:pt idx="2043">
                  <c:v>23.6</c:v>
                </c:pt>
                <c:pt idx="2044">
                  <c:v>23.8</c:v>
                </c:pt>
                <c:pt idx="2045">
                  <c:v>23.9</c:v>
                </c:pt>
                <c:pt idx="2046">
                  <c:v>23.8</c:v>
                </c:pt>
                <c:pt idx="2047">
                  <c:v>23.7</c:v>
                </c:pt>
                <c:pt idx="2048">
                  <c:v>23.4</c:v>
                </c:pt>
                <c:pt idx="2049">
                  <c:v>23.4</c:v>
                </c:pt>
                <c:pt idx="2050">
                  <c:v>23.8</c:v>
                </c:pt>
                <c:pt idx="2051">
                  <c:v>24.1</c:v>
                </c:pt>
                <c:pt idx="2052">
                  <c:v>23.9</c:v>
                </c:pt>
                <c:pt idx="2053">
                  <c:v>23.8</c:v>
                </c:pt>
                <c:pt idx="2054">
                  <c:v>23.7</c:v>
                </c:pt>
                <c:pt idx="2055">
                  <c:v>23.6</c:v>
                </c:pt>
                <c:pt idx="2056">
                  <c:v>23.6</c:v>
                </c:pt>
                <c:pt idx="2057">
                  <c:v>23.7</c:v>
                </c:pt>
                <c:pt idx="2058">
                  <c:v>24.2</c:v>
                </c:pt>
                <c:pt idx="2059">
                  <c:v>24.4</c:v>
                </c:pt>
                <c:pt idx="2060">
                  <c:v>23.8</c:v>
                </c:pt>
                <c:pt idx="2061">
                  <c:v>23.4</c:v>
                </c:pt>
                <c:pt idx="2062">
                  <c:v>23.1</c:v>
                </c:pt>
                <c:pt idx="2063">
                  <c:v>23</c:v>
                </c:pt>
                <c:pt idx="2064">
                  <c:v>23.2</c:v>
                </c:pt>
                <c:pt idx="2065">
                  <c:v>23.4</c:v>
                </c:pt>
                <c:pt idx="2066">
                  <c:v>23.6</c:v>
                </c:pt>
                <c:pt idx="2067">
                  <c:v>23.9</c:v>
                </c:pt>
                <c:pt idx="2068">
                  <c:v>24.3</c:v>
                </c:pt>
                <c:pt idx="2069">
                  <c:v>24.2</c:v>
                </c:pt>
                <c:pt idx="2070">
                  <c:v>23.6</c:v>
                </c:pt>
                <c:pt idx="2071">
                  <c:v>23.2</c:v>
                </c:pt>
                <c:pt idx="2072">
                  <c:v>23.1</c:v>
                </c:pt>
                <c:pt idx="2073">
                  <c:v>23.1</c:v>
                </c:pt>
                <c:pt idx="2074">
                  <c:v>23.2</c:v>
                </c:pt>
                <c:pt idx="2075">
                  <c:v>23.2</c:v>
                </c:pt>
                <c:pt idx="2076">
                  <c:v>23</c:v>
                </c:pt>
                <c:pt idx="2077">
                  <c:v>22.9</c:v>
                </c:pt>
                <c:pt idx="2078">
                  <c:v>23</c:v>
                </c:pt>
                <c:pt idx="2079">
                  <c:v>23</c:v>
                </c:pt>
                <c:pt idx="2080">
                  <c:v>22.8</c:v>
                </c:pt>
                <c:pt idx="2081">
                  <c:v>22.8</c:v>
                </c:pt>
                <c:pt idx="2082">
                  <c:v>22.9</c:v>
                </c:pt>
                <c:pt idx="2083">
                  <c:v>23</c:v>
                </c:pt>
                <c:pt idx="2084">
                  <c:v>23</c:v>
                </c:pt>
                <c:pt idx="2085">
                  <c:v>23</c:v>
                </c:pt>
                <c:pt idx="2086">
                  <c:v>22.9</c:v>
                </c:pt>
                <c:pt idx="2087">
                  <c:v>23</c:v>
                </c:pt>
                <c:pt idx="2088">
                  <c:v>23.2</c:v>
                </c:pt>
                <c:pt idx="2089">
                  <c:v>23.4</c:v>
                </c:pt>
                <c:pt idx="2090">
                  <c:v>23.3</c:v>
                </c:pt>
                <c:pt idx="2091">
                  <c:v>23</c:v>
                </c:pt>
                <c:pt idx="2092">
                  <c:v>22.6</c:v>
                </c:pt>
                <c:pt idx="2093">
                  <c:v>22.7</c:v>
                </c:pt>
                <c:pt idx="2094">
                  <c:v>23.1</c:v>
                </c:pt>
                <c:pt idx="2095">
                  <c:v>23.2</c:v>
                </c:pt>
                <c:pt idx="2096">
                  <c:v>23.2</c:v>
                </c:pt>
                <c:pt idx="2097">
                  <c:v>23.2</c:v>
                </c:pt>
                <c:pt idx="2098">
                  <c:v>23.2</c:v>
                </c:pt>
                <c:pt idx="2099">
                  <c:v>23.5</c:v>
                </c:pt>
                <c:pt idx="2100">
                  <c:v>23.8</c:v>
                </c:pt>
                <c:pt idx="2101">
                  <c:v>23.6</c:v>
                </c:pt>
                <c:pt idx="2102">
                  <c:v>23.1</c:v>
                </c:pt>
                <c:pt idx="2103">
                  <c:v>22.6</c:v>
                </c:pt>
                <c:pt idx="2104">
                  <c:v>22.2</c:v>
                </c:pt>
                <c:pt idx="2105">
                  <c:v>22.5</c:v>
                </c:pt>
                <c:pt idx="2106">
                  <c:v>23</c:v>
                </c:pt>
                <c:pt idx="2107">
                  <c:v>23</c:v>
                </c:pt>
                <c:pt idx="2108">
                  <c:v>22.7</c:v>
                </c:pt>
                <c:pt idx="2109">
                  <c:v>22.6</c:v>
                </c:pt>
                <c:pt idx="2110">
                  <c:v>22.6</c:v>
                </c:pt>
                <c:pt idx="2111">
                  <c:v>22.7</c:v>
                </c:pt>
                <c:pt idx="2112">
                  <c:v>22.8</c:v>
                </c:pt>
                <c:pt idx="2113">
                  <c:v>22.6</c:v>
                </c:pt>
                <c:pt idx="2114">
                  <c:v>22.6</c:v>
                </c:pt>
                <c:pt idx="2115">
                  <c:v>23.3</c:v>
                </c:pt>
                <c:pt idx="2116">
                  <c:v>23.8</c:v>
                </c:pt>
                <c:pt idx="2117">
                  <c:v>23.3</c:v>
                </c:pt>
                <c:pt idx="2118">
                  <c:v>22.6</c:v>
                </c:pt>
                <c:pt idx="2119">
                  <c:v>22.2</c:v>
                </c:pt>
                <c:pt idx="2120">
                  <c:v>22</c:v>
                </c:pt>
                <c:pt idx="2121">
                  <c:v>22.4</c:v>
                </c:pt>
                <c:pt idx="2122">
                  <c:v>22.7</c:v>
                </c:pt>
                <c:pt idx="2123">
                  <c:v>22.5</c:v>
                </c:pt>
                <c:pt idx="2124">
                  <c:v>22.3</c:v>
                </c:pt>
                <c:pt idx="2125">
                  <c:v>22.2</c:v>
                </c:pt>
                <c:pt idx="2126">
                  <c:v>22.3</c:v>
                </c:pt>
                <c:pt idx="2127">
                  <c:v>22.9</c:v>
                </c:pt>
                <c:pt idx="2128">
                  <c:v>23</c:v>
                </c:pt>
                <c:pt idx="2129">
                  <c:v>22.1</c:v>
                </c:pt>
                <c:pt idx="2130">
                  <c:v>21.6</c:v>
                </c:pt>
                <c:pt idx="2131">
                  <c:v>22.3</c:v>
                </c:pt>
                <c:pt idx="2132">
                  <c:v>22.8</c:v>
                </c:pt>
                <c:pt idx="2133">
                  <c:v>22.8</c:v>
                </c:pt>
                <c:pt idx="2134">
                  <c:v>22.4</c:v>
                </c:pt>
                <c:pt idx="2135">
                  <c:v>21.7</c:v>
                </c:pt>
                <c:pt idx="2136">
                  <c:v>21.4</c:v>
                </c:pt>
                <c:pt idx="2137">
                  <c:v>21.7</c:v>
                </c:pt>
                <c:pt idx="2138">
                  <c:v>21.8</c:v>
                </c:pt>
                <c:pt idx="2139">
                  <c:v>21.7</c:v>
                </c:pt>
                <c:pt idx="2140">
                  <c:v>21.7</c:v>
                </c:pt>
                <c:pt idx="2141">
                  <c:v>21.7</c:v>
                </c:pt>
                <c:pt idx="2142">
                  <c:v>22.1</c:v>
                </c:pt>
                <c:pt idx="2143">
                  <c:v>22.7</c:v>
                </c:pt>
                <c:pt idx="2144">
                  <c:v>22.9</c:v>
                </c:pt>
                <c:pt idx="2145">
                  <c:v>22.2</c:v>
                </c:pt>
                <c:pt idx="2146">
                  <c:v>22</c:v>
                </c:pt>
                <c:pt idx="2147">
                  <c:v>22.1</c:v>
                </c:pt>
                <c:pt idx="2148">
                  <c:v>22.3</c:v>
                </c:pt>
                <c:pt idx="2149">
                  <c:v>22.3</c:v>
                </c:pt>
                <c:pt idx="2150">
                  <c:v>22.2</c:v>
                </c:pt>
                <c:pt idx="2151">
                  <c:v>22.1</c:v>
                </c:pt>
                <c:pt idx="2152">
                  <c:v>21.9</c:v>
                </c:pt>
                <c:pt idx="2153">
                  <c:v>21.9</c:v>
                </c:pt>
                <c:pt idx="2154">
                  <c:v>22</c:v>
                </c:pt>
                <c:pt idx="2155">
                  <c:v>22.3</c:v>
                </c:pt>
                <c:pt idx="2156">
                  <c:v>22.6</c:v>
                </c:pt>
                <c:pt idx="2157">
                  <c:v>22.7</c:v>
                </c:pt>
                <c:pt idx="2158">
                  <c:v>22.3</c:v>
                </c:pt>
                <c:pt idx="2159">
                  <c:v>21.7</c:v>
                </c:pt>
                <c:pt idx="2160">
                  <c:v>21.6</c:v>
                </c:pt>
                <c:pt idx="2161">
                  <c:v>21.9</c:v>
                </c:pt>
                <c:pt idx="2162">
                  <c:v>22.1</c:v>
                </c:pt>
                <c:pt idx="2163">
                  <c:v>22.1</c:v>
                </c:pt>
                <c:pt idx="2164">
                  <c:v>21.8</c:v>
                </c:pt>
                <c:pt idx="2165">
                  <c:v>21.5</c:v>
                </c:pt>
                <c:pt idx="2166">
                  <c:v>21.7</c:v>
                </c:pt>
                <c:pt idx="2167">
                  <c:v>22</c:v>
                </c:pt>
                <c:pt idx="2168">
                  <c:v>21.7</c:v>
                </c:pt>
                <c:pt idx="2169">
                  <c:v>21.5</c:v>
                </c:pt>
                <c:pt idx="2170">
                  <c:v>21.8</c:v>
                </c:pt>
                <c:pt idx="2171">
                  <c:v>22.2</c:v>
                </c:pt>
                <c:pt idx="2172">
                  <c:v>22.4</c:v>
                </c:pt>
                <c:pt idx="2173">
                  <c:v>22.4</c:v>
                </c:pt>
                <c:pt idx="2174">
                  <c:v>22.2</c:v>
                </c:pt>
                <c:pt idx="2175">
                  <c:v>21.9</c:v>
                </c:pt>
                <c:pt idx="2176">
                  <c:v>21.7</c:v>
                </c:pt>
                <c:pt idx="2177">
                  <c:v>21.7</c:v>
                </c:pt>
                <c:pt idx="2178">
                  <c:v>21.9</c:v>
                </c:pt>
                <c:pt idx="2179">
                  <c:v>22.1</c:v>
                </c:pt>
                <c:pt idx="2180">
                  <c:v>22.3</c:v>
                </c:pt>
                <c:pt idx="2181">
                  <c:v>22.3</c:v>
                </c:pt>
                <c:pt idx="2182">
                  <c:v>21.3</c:v>
                </c:pt>
                <c:pt idx="2183">
                  <c:v>21</c:v>
                </c:pt>
                <c:pt idx="2184">
                  <c:v>21.5</c:v>
                </c:pt>
                <c:pt idx="2185">
                  <c:v>22</c:v>
                </c:pt>
                <c:pt idx="2186">
                  <c:v>21.9</c:v>
                </c:pt>
                <c:pt idx="2187">
                  <c:v>21.8</c:v>
                </c:pt>
                <c:pt idx="2188">
                  <c:v>21.7</c:v>
                </c:pt>
                <c:pt idx="2189">
                  <c:v>21.8</c:v>
                </c:pt>
                <c:pt idx="2190">
                  <c:v>22.2</c:v>
                </c:pt>
                <c:pt idx="2191">
                  <c:v>22.2</c:v>
                </c:pt>
                <c:pt idx="2192">
                  <c:v>22</c:v>
                </c:pt>
                <c:pt idx="2193">
                  <c:v>21.7</c:v>
                </c:pt>
                <c:pt idx="2194">
                  <c:v>21.5</c:v>
                </c:pt>
                <c:pt idx="2195">
                  <c:v>21.5</c:v>
                </c:pt>
                <c:pt idx="2196">
                  <c:v>21.7</c:v>
                </c:pt>
                <c:pt idx="2197">
                  <c:v>21.6</c:v>
                </c:pt>
                <c:pt idx="2198">
                  <c:v>21.4</c:v>
                </c:pt>
                <c:pt idx="2199">
                  <c:v>21.4</c:v>
                </c:pt>
                <c:pt idx="2200">
                  <c:v>21.7</c:v>
                </c:pt>
                <c:pt idx="2201">
                  <c:v>21.9</c:v>
                </c:pt>
                <c:pt idx="2202">
                  <c:v>21.9</c:v>
                </c:pt>
                <c:pt idx="2203">
                  <c:v>21.7</c:v>
                </c:pt>
                <c:pt idx="2204">
                  <c:v>21.5</c:v>
                </c:pt>
                <c:pt idx="2205">
                  <c:v>21.7</c:v>
                </c:pt>
                <c:pt idx="2206">
                  <c:v>22.1</c:v>
                </c:pt>
                <c:pt idx="2207">
                  <c:v>21.7</c:v>
                </c:pt>
                <c:pt idx="2208">
                  <c:v>21.3</c:v>
                </c:pt>
                <c:pt idx="2209">
                  <c:v>21.8</c:v>
                </c:pt>
                <c:pt idx="2210">
                  <c:v>22.4</c:v>
                </c:pt>
                <c:pt idx="2211">
                  <c:v>22.5</c:v>
                </c:pt>
                <c:pt idx="2212">
                  <c:v>22.2</c:v>
                </c:pt>
                <c:pt idx="2213">
                  <c:v>21.8</c:v>
                </c:pt>
                <c:pt idx="2214">
                  <c:v>21.6</c:v>
                </c:pt>
                <c:pt idx="2215">
                  <c:v>21.8</c:v>
                </c:pt>
                <c:pt idx="2216">
                  <c:v>22</c:v>
                </c:pt>
                <c:pt idx="2217">
                  <c:v>22.1</c:v>
                </c:pt>
                <c:pt idx="2218">
                  <c:v>22.1</c:v>
                </c:pt>
                <c:pt idx="2219">
                  <c:v>22.2</c:v>
                </c:pt>
                <c:pt idx="2220">
                  <c:v>22.1</c:v>
                </c:pt>
                <c:pt idx="2221">
                  <c:v>21.9</c:v>
                </c:pt>
                <c:pt idx="2222">
                  <c:v>21.7</c:v>
                </c:pt>
                <c:pt idx="2223">
                  <c:v>21.8</c:v>
                </c:pt>
                <c:pt idx="2224">
                  <c:v>21.8</c:v>
                </c:pt>
                <c:pt idx="2225">
                  <c:v>21.8</c:v>
                </c:pt>
                <c:pt idx="2226">
                  <c:v>21.7</c:v>
                </c:pt>
                <c:pt idx="2227">
                  <c:v>21.8</c:v>
                </c:pt>
                <c:pt idx="2228">
                  <c:v>22</c:v>
                </c:pt>
                <c:pt idx="2229">
                  <c:v>22.2</c:v>
                </c:pt>
                <c:pt idx="2230">
                  <c:v>22.2</c:v>
                </c:pt>
                <c:pt idx="2231">
                  <c:v>21.6</c:v>
                </c:pt>
                <c:pt idx="2232">
                  <c:v>21.4</c:v>
                </c:pt>
                <c:pt idx="2233">
                  <c:v>21.5</c:v>
                </c:pt>
                <c:pt idx="2234">
                  <c:v>21.4</c:v>
                </c:pt>
                <c:pt idx="2235">
                  <c:v>21.2</c:v>
                </c:pt>
                <c:pt idx="2236">
                  <c:v>21.4</c:v>
                </c:pt>
                <c:pt idx="2237">
                  <c:v>21.8</c:v>
                </c:pt>
                <c:pt idx="2238">
                  <c:v>22</c:v>
                </c:pt>
                <c:pt idx="2239">
                  <c:v>21.9</c:v>
                </c:pt>
                <c:pt idx="2240">
                  <c:v>21.8</c:v>
                </c:pt>
                <c:pt idx="2241">
                  <c:v>21.8</c:v>
                </c:pt>
                <c:pt idx="2242">
                  <c:v>21.8</c:v>
                </c:pt>
                <c:pt idx="2243">
                  <c:v>21.8</c:v>
                </c:pt>
                <c:pt idx="2244">
                  <c:v>21.7</c:v>
                </c:pt>
                <c:pt idx="2245">
                  <c:v>21.6</c:v>
                </c:pt>
                <c:pt idx="2246">
                  <c:v>21.5</c:v>
                </c:pt>
                <c:pt idx="2247">
                  <c:v>21.4</c:v>
                </c:pt>
                <c:pt idx="2248">
                  <c:v>21.4</c:v>
                </c:pt>
                <c:pt idx="2249">
                  <c:v>21.5</c:v>
                </c:pt>
                <c:pt idx="2250">
                  <c:v>21.6</c:v>
                </c:pt>
                <c:pt idx="2251">
                  <c:v>21.7</c:v>
                </c:pt>
                <c:pt idx="2252">
                  <c:v>21.6</c:v>
                </c:pt>
                <c:pt idx="2253">
                  <c:v>21.6</c:v>
                </c:pt>
                <c:pt idx="2254">
                  <c:v>21.9</c:v>
                </c:pt>
                <c:pt idx="2255">
                  <c:v>22</c:v>
                </c:pt>
                <c:pt idx="2256">
                  <c:v>21.7</c:v>
                </c:pt>
                <c:pt idx="2257">
                  <c:v>21.3</c:v>
                </c:pt>
                <c:pt idx="2258">
                  <c:v>20.9</c:v>
                </c:pt>
                <c:pt idx="2259">
                  <c:v>21</c:v>
                </c:pt>
                <c:pt idx="2260">
                  <c:v>21.8</c:v>
                </c:pt>
                <c:pt idx="2261">
                  <c:v>22.1</c:v>
                </c:pt>
                <c:pt idx="2262">
                  <c:v>21.6</c:v>
                </c:pt>
                <c:pt idx="2263">
                  <c:v>21.4</c:v>
                </c:pt>
                <c:pt idx="2264">
                  <c:v>21.6</c:v>
                </c:pt>
                <c:pt idx="2265">
                  <c:v>21.6</c:v>
                </c:pt>
                <c:pt idx="2266">
                  <c:v>21.1</c:v>
                </c:pt>
                <c:pt idx="2267">
                  <c:v>21.1</c:v>
                </c:pt>
                <c:pt idx="2268">
                  <c:v>21.8</c:v>
                </c:pt>
                <c:pt idx="2269">
                  <c:v>22.2</c:v>
                </c:pt>
                <c:pt idx="2270">
                  <c:v>22.3</c:v>
                </c:pt>
                <c:pt idx="2271">
                  <c:v>21.9</c:v>
                </c:pt>
                <c:pt idx="2272">
                  <c:v>21.2</c:v>
                </c:pt>
                <c:pt idx="2273">
                  <c:v>20.9</c:v>
                </c:pt>
                <c:pt idx="2274">
                  <c:v>20.9</c:v>
                </c:pt>
                <c:pt idx="2275">
                  <c:v>21.3</c:v>
                </c:pt>
                <c:pt idx="2276">
                  <c:v>21.8</c:v>
                </c:pt>
                <c:pt idx="2277">
                  <c:v>21.7</c:v>
                </c:pt>
                <c:pt idx="2278">
                  <c:v>21.3</c:v>
                </c:pt>
                <c:pt idx="2279">
                  <c:v>21.3</c:v>
                </c:pt>
                <c:pt idx="2280">
                  <c:v>21.5</c:v>
                </c:pt>
                <c:pt idx="2281">
                  <c:v>21.5</c:v>
                </c:pt>
                <c:pt idx="2282">
                  <c:v>21.5</c:v>
                </c:pt>
                <c:pt idx="2283">
                  <c:v>21.5</c:v>
                </c:pt>
                <c:pt idx="2284">
                  <c:v>21.5</c:v>
                </c:pt>
                <c:pt idx="2285">
                  <c:v>21.4</c:v>
                </c:pt>
                <c:pt idx="2286">
                  <c:v>21.3</c:v>
                </c:pt>
                <c:pt idx="2287">
                  <c:v>21.2</c:v>
                </c:pt>
                <c:pt idx="2288">
                  <c:v>21.4</c:v>
                </c:pt>
                <c:pt idx="2289">
                  <c:v>21.9</c:v>
                </c:pt>
                <c:pt idx="2290">
                  <c:v>22.2</c:v>
                </c:pt>
                <c:pt idx="2291">
                  <c:v>21.8</c:v>
                </c:pt>
                <c:pt idx="2292">
                  <c:v>21.7</c:v>
                </c:pt>
                <c:pt idx="2293">
                  <c:v>21.9</c:v>
                </c:pt>
                <c:pt idx="2294">
                  <c:v>21.9</c:v>
                </c:pt>
                <c:pt idx="2295">
                  <c:v>21.4</c:v>
                </c:pt>
                <c:pt idx="2296">
                  <c:v>21.2</c:v>
                </c:pt>
                <c:pt idx="2297">
                  <c:v>21.2</c:v>
                </c:pt>
                <c:pt idx="2298">
                  <c:v>21.3</c:v>
                </c:pt>
                <c:pt idx="2299">
                  <c:v>21.4</c:v>
                </c:pt>
                <c:pt idx="2300">
                  <c:v>21.4</c:v>
                </c:pt>
                <c:pt idx="2301">
                  <c:v>21.3</c:v>
                </c:pt>
                <c:pt idx="2302">
                  <c:v>21.3</c:v>
                </c:pt>
                <c:pt idx="2303">
                  <c:v>21.3</c:v>
                </c:pt>
                <c:pt idx="2304">
                  <c:v>21</c:v>
                </c:pt>
                <c:pt idx="2305">
                  <c:v>20.6</c:v>
                </c:pt>
                <c:pt idx="2306">
                  <c:v>21.2</c:v>
                </c:pt>
                <c:pt idx="2307">
                  <c:v>22</c:v>
                </c:pt>
                <c:pt idx="2308">
                  <c:v>22.1</c:v>
                </c:pt>
                <c:pt idx="2309">
                  <c:v>21.9</c:v>
                </c:pt>
                <c:pt idx="2310">
                  <c:v>22</c:v>
                </c:pt>
                <c:pt idx="2311">
                  <c:v>22</c:v>
                </c:pt>
                <c:pt idx="2312">
                  <c:v>21.6</c:v>
                </c:pt>
                <c:pt idx="2313">
                  <c:v>21.1</c:v>
                </c:pt>
                <c:pt idx="2314">
                  <c:v>20.399999999999999</c:v>
                </c:pt>
                <c:pt idx="2315">
                  <c:v>20.3</c:v>
                </c:pt>
                <c:pt idx="2316">
                  <c:v>21.1</c:v>
                </c:pt>
                <c:pt idx="2317">
                  <c:v>21.8</c:v>
                </c:pt>
                <c:pt idx="2318">
                  <c:v>21.6</c:v>
                </c:pt>
                <c:pt idx="2319">
                  <c:v>21.2</c:v>
                </c:pt>
                <c:pt idx="2320">
                  <c:v>20.6</c:v>
                </c:pt>
                <c:pt idx="2321">
                  <c:v>20.5</c:v>
                </c:pt>
                <c:pt idx="2322">
                  <c:v>20.9</c:v>
                </c:pt>
                <c:pt idx="2323">
                  <c:v>21.2</c:v>
                </c:pt>
                <c:pt idx="2324">
                  <c:v>21.1</c:v>
                </c:pt>
                <c:pt idx="2325">
                  <c:v>21.1</c:v>
                </c:pt>
                <c:pt idx="2326">
                  <c:v>21.1</c:v>
                </c:pt>
                <c:pt idx="2327">
                  <c:v>21.3</c:v>
                </c:pt>
                <c:pt idx="2328">
                  <c:v>21.5</c:v>
                </c:pt>
                <c:pt idx="2329">
                  <c:v>21.5</c:v>
                </c:pt>
                <c:pt idx="2330">
                  <c:v>21.3</c:v>
                </c:pt>
                <c:pt idx="2331">
                  <c:v>21.5</c:v>
                </c:pt>
                <c:pt idx="2332">
                  <c:v>22</c:v>
                </c:pt>
                <c:pt idx="2333">
                  <c:v>21.9</c:v>
                </c:pt>
                <c:pt idx="2334">
                  <c:v>21.4</c:v>
                </c:pt>
                <c:pt idx="2335">
                  <c:v>21.2</c:v>
                </c:pt>
                <c:pt idx="2336">
                  <c:v>21.1</c:v>
                </c:pt>
                <c:pt idx="2337">
                  <c:v>21.1</c:v>
                </c:pt>
                <c:pt idx="2338">
                  <c:v>21.1</c:v>
                </c:pt>
                <c:pt idx="2339">
                  <c:v>21.1</c:v>
                </c:pt>
                <c:pt idx="2340">
                  <c:v>21.1</c:v>
                </c:pt>
                <c:pt idx="2341">
                  <c:v>21.4</c:v>
                </c:pt>
                <c:pt idx="2342">
                  <c:v>21.6</c:v>
                </c:pt>
                <c:pt idx="2343">
                  <c:v>21.1</c:v>
                </c:pt>
                <c:pt idx="2344">
                  <c:v>20.8</c:v>
                </c:pt>
                <c:pt idx="2345">
                  <c:v>20.7</c:v>
                </c:pt>
                <c:pt idx="2346">
                  <c:v>20.9</c:v>
                </c:pt>
                <c:pt idx="2347">
                  <c:v>21.5</c:v>
                </c:pt>
                <c:pt idx="2348">
                  <c:v>21.5</c:v>
                </c:pt>
                <c:pt idx="2349">
                  <c:v>21</c:v>
                </c:pt>
                <c:pt idx="2350">
                  <c:v>20.6</c:v>
                </c:pt>
                <c:pt idx="2351">
                  <c:v>20.7</c:v>
                </c:pt>
                <c:pt idx="2352">
                  <c:v>20.9</c:v>
                </c:pt>
                <c:pt idx="2353">
                  <c:v>21.1</c:v>
                </c:pt>
                <c:pt idx="2354">
                  <c:v>21</c:v>
                </c:pt>
                <c:pt idx="2355">
                  <c:v>20.7</c:v>
                </c:pt>
                <c:pt idx="2356">
                  <c:v>20.7</c:v>
                </c:pt>
                <c:pt idx="2357">
                  <c:v>21</c:v>
                </c:pt>
                <c:pt idx="2358">
                  <c:v>21</c:v>
                </c:pt>
                <c:pt idx="2359">
                  <c:v>20.8</c:v>
                </c:pt>
                <c:pt idx="2360">
                  <c:v>20.8</c:v>
                </c:pt>
                <c:pt idx="2361">
                  <c:v>20.8</c:v>
                </c:pt>
                <c:pt idx="2362">
                  <c:v>20.6</c:v>
                </c:pt>
                <c:pt idx="2363">
                  <c:v>20.5</c:v>
                </c:pt>
                <c:pt idx="2364">
                  <c:v>20.7</c:v>
                </c:pt>
                <c:pt idx="2365">
                  <c:v>21.1</c:v>
                </c:pt>
                <c:pt idx="2366">
                  <c:v>21.4</c:v>
                </c:pt>
                <c:pt idx="2367">
                  <c:v>21.4</c:v>
                </c:pt>
                <c:pt idx="2368">
                  <c:v>20.9</c:v>
                </c:pt>
                <c:pt idx="2369">
                  <c:v>20.399999999999999</c:v>
                </c:pt>
                <c:pt idx="2370">
                  <c:v>20.5</c:v>
                </c:pt>
                <c:pt idx="2371">
                  <c:v>20.6</c:v>
                </c:pt>
                <c:pt idx="2372">
                  <c:v>20.6</c:v>
                </c:pt>
                <c:pt idx="2373">
                  <c:v>20.6</c:v>
                </c:pt>
                <c:pt idx="2374">
                  <c:v>20.7</c:v>
                </c:pt>
                <c:pt idx="2375">
                  <c:v>20.8</c:v>
                </c:pt>
                <c:pt idx="2376">
                  <c:v>20.9</c:v>
                </c:pt>
                <c:pt idx="2377">
                  <c:v>20.8</c:v>
                </c:pt>
                <c:pt idx="2378">
                  <c:v>20.399999999999999</c:v>
                </c:pt>
                <c:pt idx="2379">
                  <c:v>20.3</c:v>
                </c:pt>
                <c:pt idx="2380">
                  <c:v>20.5</c:v>
                </c:pt>
                <c:pt idx="2381">
                  <c:v>20.6</c:v>
                </c:pt>
                <c:pt idx="2382">
                  <c:v>20.6</c:v>
                </c:pt>
                <c:pt idx="2383">
                  <c:v>20.7</c:v>
                </c:pt>
                <c:pt idx="2384">
                  <c:v>20.7</c:v>
                </c:pt>
                <c:pt idx="2385">
                  <c:v>21</c:v>
                </c:pt>
                <c:pt idx="2386">
                  <c:v>21.1</c:v>
                </c:pt>
                <c:pt idx="2387">
                  <c:v>20.8</c:v>
                </c:pt>
                <c:pt idx="2388">
                  <c:v>20.5</c:v>
                </c:pt>
                <c:pt idx="2389">
                  <c:v>20.3</c:v>
                </c:pt>
                <c:pt idx="2390">
                  <c:v>20.399999999999999</c:v>
                </c:pt>
                <c:pt idx="2391">
                  <c:v>20.5</c:v>
                </c:pt>
                <c:pt idx="2392">
                  <c:v>20.7</c:v>
                </c:pt>
                <c:pt idx="2393">
                  <c:v>20.8</c:v>
                </c:pt>
                <c:pt idx="2394">
                  <c:v>20.9</c:v>
                </c:pt>
                <c:pt idx="2395">
                  <c:v>21</c:v>
                </c:pt>
                <c:pt idx="2396">
                  <c:v>21</c:v>
                </c:pt>
                <c:pt idx="2397">
                  <c:v>21</c:v>
                </c:pt>
                <c:pt idx="2398">
                  <c:v>20.9</c:v>
                </c:pt>
                <c:pt idx="2399">
                  <c:v>20.8</c:v>
                </c:pt>
                <c:pt idx="2400">
                  <c:v>20.7</c:v>
                </c:pt>
                <c:pt idx="2401">
                  <c:v>20.7</c:v>
                </c:pt>
                <c:pt idx="2402">
                  <c:v>20.6</c:v>
                </c:pt>
                <c:pt idx="2403">
                  <c:v>20.7</c:v>
                </c:pt>
                <c:pt idx="2404">
                  <c:v>20.9</c:v>
                </c:pt>
                <c:pt idx="2405">
                  <c:v>21</c:v>
                </c:pt>
                <c:pt idx="2406">
                  <c:v>20.7</c:v>
                </c:pt>
                <c:pt idx="2407">
                  <c:v>20.3</c:v>
                </c:pt>
                <c:pt idx="2408">
                  <c:v>20.3</c:v>
                </c:pt>
                <c:pt idx="2409">
                  <c:v>20.5</c:v>
                </c:pt>
                <c:pt idx="2410">
                  <c:v>20.6</c:v>
                </c:pt>
                <c:pt idx="2411">
                  <c:v>20.7</c:v>
                </c:pt>
                <c:pt idx="2412">
                  <c:v>20.6</c:v>
                </c:pt>
                <c:pt idx="2413">
                  <c:v>20.399999999999999</c:v>
                </c:pt>
                <c:pt idx="2414">
                  <c:v>20.100000000000001</c:v>
                </c:pt>
                <c:pt idx="2415">
                  <c:v>20.2</c:v>
                </c:pt>
                <c:pt idx="2416">
                  <c:v>20.8</c:v>
                </c:pt>
                <c:pt idx="2417">
                  <c:v>21.2</c:v>
                </c:pt>
                <c:pt idx="2418">
                  <c:v>21.2</c:v>
                </c:pt>
                <c:pt idx="2419">
                  <c:v>21</c:v>
                </c:pt>
                <c:pt idx="2420">
                  <c:v>20.8</c:v>
                </c:pt>
                <c:pt idx="2421">
                  <c:v>20.6</c:v>
                </c:pt>
                <c:pt idx="2422">
                  <c:v>20.399999999999999</c:v>
                </c:pt>
                <c:pt idx="2423">
                  <c:v>20.3</c:v>
                </c:pt>
                <c:pt idx="2424">
                  <c:v>20.3</c:v>
                </c:pt>
                <c:pt idx="2425">
                  <c:v>20.399999999999999</c:v>
                </c:pt>
                <c:pt idx="2426">
                  <c:v>20.5</c:v>
                </c:pt>
                <c:pt idx="2427">
                  <c:v>20.5</c:v>
                </c:pt>
                <c:pt idx="2428">
                  <c:v>20.3</c:v>
                </c:pt>
                <c:pt idx="2429">
                  <c:v>20.399999999999999</c:v>
                </c:pt>
                <c:pt idx="2430">
                  <c:v>20.6</c:v>
                </c:pt>
                <c:pt idx="2431">
                  <c:v>20.8</c:v>
                </c:pt>
                <c:pt idx="2432">
                  <c:v>20.8</c:v>
                </c:pt>
                <c:pt idx="2433">
                  <c:v>20.6</c:v>
                </c:pt>
                <c:pt idx="2434">
                  <c:v>20.399999999999999</c:v>
                </c:pt>
                <c:pt idx="2435">
                  <c:v>20.6</c:v>
                </c:pt>
                <c:pt idx="2436">
                  <c:v>20.6</c:v>
                </c:pt>
                <c:pt idx="2437">
                  <c:v>20.3</c:v>
                </c:pt>
                <c:pt idx="2438">
                  <c:v>20</c:v>
                </c:pt>
                <c:pt idx="2439">
                  <c:v>19.899999999999999</c:v>
                </c:pt>
                <c:pt idx="2440">
                  <c:v>20</c:v>
                </c:pt>
                <c:pt idx="2441">
                  <c:v>20.2</c:v>
                </c:pt>
                <c:pt idx="2442">
                  <c:v>20.399999999999999</c:v>
                </c:pt>
                <c:pt idx="2443">
                  <c:v>20.399999999999999</c:v>
                </c:pt>
                <c:pt idx="2444">
                  <c:v>20.6</c:v>
                </c:pt>
                <c:pt idx="2445">
                  <c:v>20.9</c:v>
                </c:pt>
                <c:pt idx="2446">
                  <c:v>20.399999999999999</c:v>
                </c:pt>
                <c:pt idx="2447">
                  <c:v>19.8</c:v>
                </c:pt>
                <c:pt idx="2448">
                  <c:v>19.8</c:v>
                </c:pt>
                <c:pt idx="2449">
                  <c:v>20.100000000000001</c:v>
                </c:pt>
                <c:pt idx="2450">
                  <c:v>20.2</c:v>
                </c:pt>
                <c:pt idx="2451">
                  <c:v>20.2</c:v>
                </c:pt>
                <c:pt idx="2452">
                  <c:v>20.3</c:v>
                </c:pt>
                <c:pt idx="2453">
                  <c:v>20.3</c:v>
                </c:pt>
                <c:pt idx="2454">
                  <c:v>20</c:v>
                </c:pt>
                <c:pt idx="2455">
                  <c:v>19.899999999999999</c:v>
                </c:pt>
                <c:pt idx="2456">
                  <c:v>20.100000000000001</c:v>
                </c:pt>
                <c:pt idx="2457">
                  <c:v>20.3</c:v>
                </c:pt>
                <c:pt idx="2458">
                  <c:v>20.3</c:v>
                </c:pt>
                <c:pt idx="2459">
                  <c:v>20</c:v>
                </c:pt>
                <c:pt idx="2460">
                  <c:v>19.600000000000001</c:v>
                </c:pt>
                <c:pt idx="2461">
                  <c:v>19.7</c:v>
                </c:pt>
                <c:pt idx="2462">
                  <c:v>20.100000000000001</c:v>
                </c:pt>
                <c:pt idx="2463">
                  <c:v>20.2</c:v>
                </c:pt>
                <c:pt idx="2464">
                  <c:v>20</c:v>
                </c:pt>
                <c:pt idx="2465">
                  <c:v>19.899999999999999</c:v>
                </c:pt>
                <c:pt idx="2466">
                  <c:v>20</c:v>
                </c:pt>
                <c:pt idx="2467">
                  <c:v>20.100000000000001</c:v>
                </c:pt>
                <c:pt idx="2468">
                  <c:v>20.2</c:v>
                </c:pt>
                <c:pt idx="2469">
                  <c:v>20.3</c:v>
                </c:pt>
                <c:pt idx="2470">
                  <c:v>20.3</c:v>
                </c:pt>
                <c:pt idx="2471">
                  <c:v>20.100000000000001</c:v>
                </c:pt>
                <c:pt idx="2472">
                  <c:v>20</c:v>
                </c:pt>
                <c:pt idx="2473">
                  <c:v>20.3</c:v>
                </c:pt>
                <c:pt idx="2474">
                  <c:v>20.3</c:v>
                </c:pt>
                <c:pt idx="2475">
                  <c:v>20</c:v>
                </c:pt>
                <c:pt idx="2476">
                  <c:v>19.899999999999999</c:v>
                </c:pt>
                <c:pt idx="2477">
                  <c:v>20.399999999999999</c:v>
                </c:pt>
                <c:pt idx="2478">
                  <c:v>20.6</c:v>
                </c:pt>
                <c:pt idx="2479">
                  <c:v>20.399999999999999</c:v>
                </c:pt>
                <c:pt idx="2480">
                  <c:v>20</c:v>
                </c:pt>
                <c:pt idx="2481">
                  <c:v>19.600000000000001</c:v>
                </c:pt>
                <c:pt idx="2482">
                  <c:v>19.600000000000001</c:v>
                </c:pt>
                <c:pt idx="2483">
                  <c:v>19.8</c:v>
                </c:pt>
                <c:pt idx="2484">
                  <c:v>19.899999999999999</c:v>
                </c:pt>
                <c:pt idx="2485">
                  <c:v>20</c:v>
                </c:pt>
                <c:pt idx="2486">
                  <c:v>20.2</c:v>
                </c:pt>
                <c:pt idx="2487">
                  <c:v>20.2</c:v>
                </c:pt>
                <c:pt idx="2488">
                  <c:v>20</c:v>
                </c:pt>
                <c:pt idx="2489">
                  <c:v>19.8</c:v>
                </c:pt>
                <c:pt idx="2490">
                  <c:v>19.600000000000001</c:v>
                </c:pt>
                <c:pt idx="2491">
                  <c:v>19.600000000000001</c:v>
                </c:pt>
                <c:pt idx="2492">
                  <c:v>20</c:v>
                </c:pt>
                <c:pt idx="2493">
                  <c:v>20.2</c:v>
                </c:pt>
                <c:pt idx="2494">
                  <c:v>20.100000000000001</c:v>
                </c:pt>
                <c:pt idx="2495">
                  <c:v>20</c:v>
                </c:pt>
                <c:pt idx="2496">
                  <c:v>19.899999999999999</c:v>
                </c:pt>
                <c:pt idx="2497">
                  <c:v>19.8</c:v>
                </c:pt>
                <c:pt idx="2498">
                  <c:v>19.8</c:v>
                </c:pt>
                <c:pt idx="2499">
                  <c:v>19.899999999999999</c:v>
                </c:pt>
                <c:pt idx="2500">
                  <c:v>20</c:v>
                </c:pt>
                <c:pt idx="2501">
                  <c:v>20</c:v>
                </c:pt>
                <c:pt idx="2502">
                  <c:v>19.7</c:v>
                </c:pt>
                <c:pt idx="2503">
                  <c:v>20</c:v>
                </c:pt>
                <c:pt idx="2504">
                  <c:v>20.3</c:v>
                </c:pt>
                <c:pt idx="2505">
                  <c:v>20.3</c:v>
                </c:pt>
                <c:pt idx="2506">
                  <c:v>20</c:v>
                </c:pt>
                <c:pt idx="2507">
                  <c:v>19.7</c:v>
                </c:pt>
                <c:pt idx="2508">
                  <c:v>19.5</c:v>
                </c:pt>
                <c:pt idx="2509">
                  <c:v>19.600000000000001</c:v>
                </c:pt>
                <c:pt idx="2510">
                  <c:v>19.7</c:v>
                </c:pt>
                <c:pt idx="2511">
                  <c:v>19.399999999999999</c:v>
                </c:pt>
                <c:pt idx="2512">
                  <c:v>19.399999999999999</c:v>
                </c:pt>
                <c:pt idx="2513">
                  <c:v>20.100000000000001</c:v>
                </c:pt>
                <c:pt idx="2514">
                  <c:v>20.399999999999999</c:v>
                </c:pt>
                <c:pt idx="2515">
                  <c:v>20.100000000000001</c:v>
                </c:pt>
                <c:pt idx="2516">
                  <c:v>19.8</c:v>
                </c:pt>
                <c:pt idx="2517">
                  <c:v>19.7</c:v>
                </c:pt>
                <c:pt idx="2518">
                  <c:v>19.7</c:v>
                </c:pt>
                <c:pt idx="2519">
                  <c:v>19.7</c:v>
                </c:pt>
                <c:pt idx="2520">
                  <c:v>19.7</c:v>
                </c:pt>
                <c:pt idx="2521">
                  <c:v>19.8</c:v>
                </c:pt>
                <c:pt idx="2522">
                  <c:v>19.7</c:v>
                </c:pt>
                <c:pt idx="2523">
                  <c:v>19.7</c:v>
                </c:pt>
                <c:pt idx="2524">
                  <c:v>20</c:v>
                </c:pt>
                <c:pt idx="2525">
                  <c:v>20.3</c:v>
                </c:pt>
                <c:pt idx="2526">
                  <c:v>19.899999999999999</c:v>
                </c:pt>
                <c:pt idx="2527">
                  <c:v>19.5</c:v>
                </c:pt>
                <c:pt idx="2528">
                  <c:v>19.600000000000001</c:v>
                </c:pt>
                <c:pt idx="2529">
                  <c:v>19.600000000000001</c:v>
                </c:pt>
                <c:pt idx="2530">
                  <c:v>19.399999999999999</c:v>
                </c:pt>
                <c:pt idx="2531">
                  <c:v>19.5</c:v>
                </c:pt>
                <c:pt idx="2532">
                  <c:v>19.899999999999999</c:v>
                </c:pt>
                <c:pt idx="2533">
                  <c:v>20</c:v>
                </c:pt>
                <c:pt idx="2534">
                  <c:v>19.600000000000001</c:v>
                </c:pt>
                <c:pt idx="2535">
                  <c:v>19.8</c:v>
                </c:pt>
                <c:pt idx="2536">
                  <c:v>20.3</c:v>
                </c:pt>
                <c:pt idx="2537">
                  <c:v>20.100000000000001</c:v>
                </c:pt>
                <c:pt idx="2538">
                  <c:v>19.600000000000001</c:v>
                </c:pt>
                <c:pt idx="2539">
                  <c:v>19.8</c:v>
                </c:pt>
                <c:pt idx="2540">
                  <c:v>20.3</c:v>
                </c:pt>
                <c:pt idx="2541">
                  <c:v>20.3</c:v>
                </c:pt>
                <c:pt idx="2542">
                  <c:v>20.2</c:v>
                </c:pt>
                <c:pt idx="2543">
                  <c:v>20.100000000000001</c:v>
                </c:pt>
                <c:pt idx="2544">
                  <c:v>20.100000000000001</c:v>
                </c:pt>
                <c:pt idx="2545">
                  <c:v>20</c:v>
                </c:pt>
                <c:pt idx="2546">
                  <c:v>19.899999999999999</c:v>
                </c:pt>
                <c:pt idx="2547">
                  <c:v>19.899999999999999</c:v>
                </c:pt>
                <c:pt idx="2548">
                  <c:v>19.899999999999999</c:v>
                </c:pt>
                <c:pt idx="2549">
                  <c:v>20.2</c:v>
                </c:pt>
                <c:pt idx="2550">
                  <c:v>20.2</c:v>
                </c:pt>
                <c:pt idx="2551">
                  <c:v>20.100000000000001</c:v>
                </c:pt>
                <c:pt idx="2552">
                  <c:v>20.100000000000001</c:v>
                </c:pt>
                <c:pt idx="2553">
                  <c:v>20.2</c:v>
                </c:pt>
                <c:pt idx="2554">
                  <c:v>20.100000000000001</c:v>
                </c:pt>
                <c:pt idx="2555">
                  <c:v>19.899999999999999</c:v>
                </c:pt>
                <c:pt idx="2556">
                  <c:v>20</c:v>
                </c:pt>
                <c:pt idx="2557">
                  <c:v>20.2</c:v>
                </c:pt>
                <c:pt idx="2558">
                  <c:v>20</c:v>
                </c:pt>
                <c:pt idx="2559">
                  <c:v>19.600000000000001</c:v>
                </c:pt>
                <c:pt idx="2560">
                  <c:v>19.600000000000001</c:v>
                </c:pt>
                <c:pt idx="2561">
                  <c:v>19.5</c:v>
                </c:pt>
                <c:pt idx="2562">
                  <c:v>19.399999999999999</c:v>
                </c:pt>
                <c:pt idx="2563">
                  <c:v>19.399999999999999</c:v>
                </c:pt>
                <c:pt idx="2564">
                  <c:v>19.399999999999999</c:v>
                </c:pt>
                <c:pt idx="2565">
                  <c:v>19.399999999999999</c:v>
                </c:pt>
                <c:pt idx="2566">
                  <c:v>19.399999999999999</c:v>
                </c:pt>
                <c:pt idx="2567">
                  <c:v>19.5</c:v>
                </c:pt>
                <c:pt idx="2568">
                  <c:v>19.8</c:v>
                </c:pt>
                <c:pt idx="2569">
                  <c:v>19.600000000000001</c:v>
                </c:pt>
                <c:pt idx="2570">
                  <c:v>19.2</c:v>
                </c:pt>
                <c:pt idx="2571">
                  <c:v>19.100000000000001</c:v>
                </c:pt>
                <c:pt idx="2572">
                  <c:v>19.2</c:v>
                </c:pt>
                <c:pt idx="2573">
                  <c:v>19</c:v>
                </c:pt>
                <c:pt idx="2574">
                  <c:v>19</c:v>
                </c:pt>
                <c:pt idx="2575">
                  <c:v>19.5</c:v>
                </c:pt>
                <c:pt idx="2576">
                  <c:v>20</c:v>
                </c:pt>
                <c:pt idx="2577">
                  <c:v>20.100000000000001</c:v>
                </c:pt>
                <c:pt idx="2578">
                  <c:v>20</c:v>
                </c:pt>
                <c:pt idx="2579">
                  <c:v>19.7</c:v>
                </c:pt>
                <c:pt idx="2580">
                  <c:v>19.5</c:v>
                </c:pt>
                <c:pt idx="2581">
                  <c:v>19.5</c:v>
                </c:pt>
                <c:pt idx="2582">
                  <c:v>19.5</c:v>
                </c:pt>
                <c:pt idx="2583">
                  <c:v>19.5</c:v>
                </c:pt>
                <c:pt idx="2584">
                  <c:v>19.600000000000001</c:v>
                </c:pt>
                <c:pt idx="2585">
                  <c:v>19.7</c:v>
                </c:pt>
                <c:pt idx="2586">
                  <c:v>19.3</c:v>
                </c:pt>
                <c:pt idx="2587">
                  <c:v>18.899999999999999</c:v>
                </c:pt>
                <c:pt idx="2588">
                  <c:v>19.2</c:v>
                </c:pt>
                <c:pt idx="2589">
                  <c:v>19.600000000000001</c:v>
                </c:pt>
                <c:pt idx="2590">
                  <c:v>19.399999999999999</c:v>
                </c:pt>
                <c:pt idx="2591">
                  <c:v>19.100000000000001</c:v>
                </c:pt>
                <c:pt idx="2592">
                  <c:v>18.7</c:v>
                </c:pt>
                <c:pt idx="2593">
                  <c:v>18.7</c:v>
                </c:pt>
                <c:pt idx="2594">
                  <c:v>19.2</c:v>
                </c:pt>
                <c:pt idx="2595">
                  <c:v>19.3</c:v>
                </c:pt>
                <c:pt idx="2596">
                  <c:v>18.899999999999999</c:v>
                </c:pt>
                <c:pt idx="2597">
                  <c:v>18.899999999999999</c:v>
                </c:pt>
                <c:pt idx="2598">
                  <c:v>19.3</c:v>
                </c:pt>
                <c:pt idx="2599">
                  <c:v>19.5</c:v>
                </c:pt>
                <c:pt idx="2600">
                  <c:v>19.399999999999999</c:v>
                </c:pt>
                <c:pt idx="2601">
                  <c:v>19.5</c:v>
                </c:pt>
                <c:pt idx="2602">
                  <c:v>19.5</c:v>
                </c:pt>
                <c:pt idx="2603">
                  <c:v>18.899999999999999</c:v>
                </c:pt>
                <c:pt idx="2604">
                  <c:v>18.5</c:v>
                </c:pt>
                <c:pt idx="2605">
                  <c:v>18.7</c:v>
                </c:pt>
                <c:pt idx="2606">
                  <c:v>19.100000000000001</c:v>
                </c:pt>
                <c:pt idx="2607">
                  <c:v>18.899999999999999</c:v>
                </c:pt>
                <c:pt idx="2608">
                  <c:v>18.7</c:v>
                </c:pt>
                <c:pt idx="2609">
                  <c:v>18.7</c:v>
                </c:pt>
                <c:pt idx="2610">
                  <c:v>18.8</c:v>
                </c:pt>
                <c:pt idx="2611">
                  <c:v>19</c:v>
                </c:pt>
                <c:pt idx="2612">
                  <c:v>19.100000000000001</c:v>
                </c:pt>
                <c:pt idx="2613">
                  <c:v>19</c:v>
                </c:pt>
                <c:pt idx="2614">
                  <c:v>19</c:v>
                </c:pt>
                <c:pt idx="2615">
                  <c:v>19</c:v>
                </c:pt>
                <c:pt idx="2616">
                  <c:v>19</c:v>
                </c:pt>
                <c:pt idx="2617">
                  <c:v>19</c:v>
                </c:pt>
                <c:pt idx="2618">
                  <c:v>19</c:v>
                </c:pt>
                <c:pt idx="2619">
                  <c:v>18.899999999999999</c:v>
                </c:pt>
                <c:pt idx="2620">
                  <c:v>19</c:v>
                </c:pt>
                <c:pt idx="2621">
                  <c:v>19.100000000000001</c:v>
                </c:pt>
                <c:pt idx="2622">
                  <c:v>18.899999999999999</c:v>
                </c:pt>
                <c:pt idx="2623">
                  <c:v>18.8</c:v>
                </c:pt>
                <c:pt idx="2624">
                  <c:v>19</c:v>
                </c:pt>
                <c:pt idx="2625">
                  <c:v>19.2</c:v>
                </c:pt>
                <c:pt idx="2626">
                  <c:v>19.100000000000001</c:v>
                </c:pt>
                <c:pt idx="2627">
                  <c:v>19.100000000000001</c:v>
                </c:pt>
                <c:pt idx="2628">
                  <c:v>19</c:v>
                </c:pt>
                <c:pt idx="2629">
                  <c:v>19</c:v>
                </c:pt>
                <c:pt idx="2630">
                  <c:v>19</c:v>
                </c:pt>
                <c:pt idx="2631">
                  <c:v>19</c:v>
                </c:pt>
                <c:pt idx="2632">
                  <c:v>18.8</c:v>
                </c:pt>
                <c:pt idx="2633">
                  <c:v>18.7</c:v>
                </c:pt>
                <c:pt idx="2634">
                  <c:v>18.7</c:v>
                </c:pt>
                <c:pt idx="2635">
                  <c:v>18.899999999999999</c:v>
                </c:pt>
                <c:pt idx="2636">
                  <c:v>19</c:v>
                </c:pt>
                <c:pt idx="2637">
                  <c:v>18.600000000000001</c:v>
                </c:pt>
                <c:pt idx="2638">
                  <c:v>18.5</c:v>
                </c:pt>
                <c:pt idx="2639">
                  <c:v>18.899999999999999</c:v>
                </c:pt>
                <c:pt idx="2640">
                  <c:v>19.100000000000001</c:v>
                </c:pt>
                <c:pt idx="2641">
                  <c:v>18.8</c:v>
                </c:pt>
                <c:pt idx="2642">
                  <c:v>18.600000000000001</c:v>
                </c:pt>
                <c:pt idx="2643">
                  <c:v>18.600000000000001</c:v>
                </c:pt>
                <c:pt idx="2644">
                  <c:v>18.7</c:v>
                </c:pt>
                <c:pt idx="2645">
                  <c:v>18.899999999999999</c:v>
                </c:pt>
                <c:pt idx="2646">
                  <c:v>18.899999999999999</c:v>
                </c:pt>
                <c:pt idx="2647">
                  <c:v>18.899999999999999</c:v>
                </c:pt>
                <c:pt idx="2648">
                  <c:v>18.8</c:v>
                </c:pt>
                <c:pt idx="2649">
                  <c:v>18.7</c:v>
                </c:pt>
                <c:pt idx="2650">
                  <c:v>18.8</c:v>
                </c:pt>
                <c:pt idx="2651">
                  <c:v>18.899999999999999</c:v>
                </c:pt>
                <c:pt idx="2652">
                  <c:v>18.8</c:v>
                </c:pt>
                <c:pt idx="2653">
                  <c:v>18.8</c:v>
                </c:pt>
                <c:pt idx="2654">
                  <c:v>18.899999999999999</c:v>
                </c:pt>
                <c:pt idx="2655">
                  <c:v>18.8</c:v>
                </c:pt>
                <c:pt idx="2656">
                  <c:v>18.7</c:v>
                </c:pt>
                <c:pt idx="2657">
                  <c:v>18.8</c:v>
                </c:pt>
                <c:pt idx="2658">
                  <c:v>18.8</c:v>
                </c:pt>
                <c:pt idx="2659">
                  <c:v>18.600000000000001</c:v>
                </c:pt>
                <c:pt idx="2660">
                  <c:v>18.600000000000001</c:v>
                </c:pt>
                <c:pt idx="2661">
                  <c:v>18.7</c:v>
                </c:pt>
                <c:pt idx="2662">
                  <c:v>18.899999999999999</c:v>
                </c:pt>
                <c:pt idx="2663">
                  <c:v>19.2</c:v>
                </c:pt>
                <c:pt idx="2664">
                  <c:v>19.3</c:v>
                </c:pt>
                <c:pt idx="2665">
                  <c:v>19</c:v>
                </c:pt>
                <c:pt idx="2666">
                  <c:v>18.899999999999999</c:v>
                </c:pt>
                <c:pt idx="2667">
                  <c:v>19.100000000000001</c:v>
                </c:pt>
                <c:pt idx="2668">
                  <c:v>19.2</c:v>
                </c:pt>
                <c:pt idx="2669">
                  <c:v>19.2</c:v>
                </c:pt>
                <c:pt idx="2670">
                  <c:v>19.2</c:v>
                </c:pt>
                <c:pt idx="2671">
                  <c:v>19</c:v>
                </c:pt>
                <c:pt idx="2672">
                  <c:v>18.8</c:v>
                </c:pt>
                <c:pt idx="2673">
                  <c:v>18.7</c:v>
                </c:pt>
                <c:pt idx="2674">
                  <c:v>18.7</c:v>
                </c:pt>
                <c:pt idx="2675">
                  <c:v>18.8</c:v>
                </c:pt>
                <c:pt idx="2676">
                  <c:v>18.8</c:v>
                </c:pt>
                <c:pt idx="2677">
                  <c:v>18.7</c:v>
                </c:pt>
                <c:pt idx="2678">
                  <c:v>18.600000000000001</c:v>
                </c:pt>
                <c:pt idx="2679">
                  <c:v>18.5</c:v>
                </c:pt>
                <c:pt idx="2680">
                  <c:v>18.399999999999999</c:v>
                </c:pt>
                <c:pt idx="2681">
                  <c:v>18.5</c:v>
                </c:pt>
                <c:pt idx="2682">
                  <c:v>18.600000000000001</c:v>
                </c:pt>
                <c:pt idx="2683">
                  <c:v>18.8</c:v>
                </c:pt>
                <c:pt idx="2684">
                  <c:v>18.899999999999999</c:v>
                </c:pt>
                <c:pt idx="2685">
                  <c:v>18.899999999999999</c:v>
                </c:pt>
                <c:pt idx="2686">
                  <c:v>18.899999999999999</c:v>
                </c:pt>
                <c:pt idx="2687">
                  <c:v>18.899999999999999</c:v>
                </c:pt>
                <c:pt idx="2688">
                  <c:v>18.899999999999999</c:v>
                </c:pt>
                <c:pt idx="2689">
                  <c:v>18.899999999999999</c:v>
                </c:pt>
                <c:pt idx="2690">
                  <c:v>18.899999999999999</c:v>
                </c:pt>
                <c:pt idx="2691">
                  <c:v>19</c:v>
                </c:pt>
                <c:pt idx="2692">
                  <c:v>19</c:v>
                </c:pt>
                <c:pt idx="2693">
                  <c:v>18.8</c:v>
                </c:pt>
                <c:pt idx="2694">
                  <c:v>18.7</c:v>
                </c:pt>
                <c:pt idx="2695">
                  <c:v>18.7</c:v>
                </c:pt>
                <c:pt idx="2696">
                  <c:v>18.7</c:v>
                </c:pt>
                <c:pt idx="2697">
                  <c:v>18.899999999999999</c:v>
                </c:pt>
                <c:pt idx="2698">
                  <c:v>19.100000000000001</c:v>
                </c:pt>
                <c:pt idx="2699">
                  <c:v>19.2</c:v>
                </c:pt>
                <c:pt idx="2700">
                  <c:v>19.100000000000001</c:v>
                </c:pt>
                <c:pt idx="2701">
                  <c:v>19.100000000000001</c:v>
                </c:pt>
                <c:pt idx="2702">
                  <c:v>18.899999999999999</c:v>
                </c:pt>
                <c:pt idx="2703">
                  <c:v>18.7</c:v>
                </c:pt>
                <c:pt idx="2704">
                  <c:v>19</c:v>
                </c:pt>
                <c:pt idx="2705">
                  <c:v>19.2</c:v>
                </c:pt>
                <c:pt idx="2706">
                  <c:v>18.899999999999999</c:v>
                </c:pt>
                <c:pt idx="2707">
                  <c:v>18.7</c:v>
                </c:pt>
                <c:pt idx="2708">
                  <c:v>18.600000000000001</c:v>
                </c:pt>
                <c:pt idx="2709">
                  <c:v>18.8</c:v>
                </c:pt>
                <c:pt idx="2710">
                  <c:v>19.2</c:v>
                </c:pt>
                <c:pt idx="2711">
                  <c:v>19.2</c:v>
                </c:pt>
                <c:pt idx="2712">
                  <c:v>19</c:v>
                </c:pt>
                <c:pt idx="2713">
                  <c:v>19</c:v>
                </c:pt>
                <c:pt idx="2714">
                  <c:v>19.100000000000001</c:v>
                </c:pt>
                <c:pt idx="2715">
                  <c:v>19.100000000000001</c:v>
                </c:pt>
                <c:pt idx="2716">
                  <c:v>18.8</c:v>
                </c:pt>
                <c:pt idx="2717">
                  <c:v>18.399999999999999</c:v>
                </c:pt>
                <c:pt idx="2718">
                  <c:v>18.3</c:v>
                </c:pt>
                <c:pt idx="2719">
                  <c:v>18.399999999999999</c:v>
                </c:pt>
                <c:pt idx="2720">
                  <c:v>18.600000000000001</c:v>
                </c:pt>
                <c:pt idx="2721">
                  <c:v>18.8</c:v>
                </c:pt>
                <c:pt idx="2722">
                  <c:v>19.100000000000001</c:v>
                </c:pt>
                <c:pt idx="2723">
                  <c:v>19.100000000000001</c:v>
                </c:pt>
                <c:pt idx="2724">
                  <c:v>19</c:v>
                </c:pt>
                <c:pt idx="2725">
                  <c:v>19</c:v>
                </c:pt>
                <c:pt idx="2726">
                  <c:v>19.2</c:v>
                </c:pt>
                <c:pt idx="2727">
                  <c:v>19</c:v>
                </c:pt>
                <c:pt idx="2728">
                  <c:v>18.8</c:v>
                </c:pt>
                <c:pt idx="2729">
                  <c:v>18.8</c:v>
                </c:pt>
                <c:pt idx="2730">
                  <c:v>19.2</c:v>
                </c:pt>
                <c:pt idx="2731">
                  <c:v>19.2</c:v>
                </c:pt>
                <c:pt idx="2732">
                  <c:v>18.8</c:v>
                </c:pt>
                <c:pt idx="2733">
                  <c:v>18.8</c:v>
                </c:pt>
                <c:pt idx="2734">
                  <c:v>19</c:v>
                </c:pt>
                <c:pt idx="2735">
                  <c:v>19.2</c:v>
                </c:pt>
                <c:pt idx="2736">
                  <c:v>19.3</c:v>
                </c:pt>
                <c:pt idx="2737">
                  <c:v>19.3</c:v>
                </c:pt>
                <c:pt idx="2738">
                  <c:v>19.3</c:v>
                </c:pt>
                <c:pt idx="2739">
                  <c:v>19.399999999999999</c:v>
                </c:pt>
                <c:pt idx="2740">
                  <c:v>19.5</c:v>
                </c:pt>
                <c:pt idx="2741">
                  <c:v>19.5</c:v>
                </c:pt>
                <c:pt idx="2742">
                  <c:v>19.600000000000001</c:v>
                </c:pt>
                <c:pt idx="2743">
                  <c:v>19.600000000000001</c:v>
                </c:pt>
                <c:pt idx="2744">
                  <c:v>19.7</c:v>
                </c:pt>
                <c:pt idx="2745">
                  <c:v>19.8</c:v>
                </c:pt>
                <c:pt idx="2746">
                  <c:v>19.7</c:v>
                </c:pt>
                <c:pt idx="2747">
                  <c:v>19.600000000000001</c:v>
                </c:pt>
                <c:pt idx="2748">
                  <c:v>19.7</c:v>
                </c:pt>
                <c:pt idx="2749">
                  <c:v>19.8</c:v>
                </c:pt>
                <c:pt idx="2750">
                  <c:v>19.7</c:v>
                </c:pt>
                <c:pt idx="2751">
                  <c:v>19.600000000000001</c:v>
                </c:pt>
                <c:pt idx="2752">
                  <c:v>19.7</c:v>
                </c:pt>
                <c:pt idx="2753">
                  <c:v>19.7</c:v>
                </c:pt>
                <c:pt idx="2754">
                  <c:v>19.7</c:v>
                </c:pt>
                <c:pt idx="2755">
                  <c:v>20</c:v>
                </c:pt>
                <c:pt idx="2756">
                  <c:v>20.5</c:v>
                </c:pt>
                <c:pt idx="2757">
                  <c:v>20.8</c:v>
                </c:pt>
                <c:pt idx="2758">
                  <c:v>20.5</c:v>
                </c:pt>
                <c:pt idx="2759">
                  <c:v>20</c:v>
                </c:pt>
                <c:pt idx="2760">
                  <c:v>19.899999999999999</c:v>
                </c:pt>
                <c:pt idx="2761">
                  <c:v>20.100000000000001</c:v>
                </c:pt>
                <c:pt idx="2762">
                  <c:v>20.2</c:v>
                </c:pt>
                <c:pt idx="2763">
                  <c:v>20.5</c:v>
                </c:pt>
                <c:pt idx="2764">
                  <c:v>20.8</c:v>
                </c:pt>
                <c:pt idx="2765">
                  <c:v>20.7</c:v>
                </c:pt>
                <c:pt idx="2766">
                  <c:v>20.6</c:v>
                </c:pt>
                <c:pt idx="2767">
                  <c:v>20.6</c:v>
                </c:pt>
                <c:pt idx="2768">
                  <c:v>20.8</c:v>
                </c:pt>
                <c:pt idx="2769">
                  <c:v>21</c:v>
                </c:pt>
                <c:pt idx="2770">
                  <c:v>21.1</c:v>
                </c:pt>
                <c:pt idx="2771">
                  <c:v>21.2</c:v>
                </c:pt>
                <c:pt idx="2772">
                  <c:v>21.3</c:v>
                </c:pt>
                <c:pt idx="2773">
                  <c:v>21.3</c:v>
                </c:pt>
                <c:pt idx="2774">
                  <c:v>21.4</c:v>
                </c:pt>
                <c:pt idx="2775">
                  <c:v>21.3</c:v>
                </c:pt>
                <c:pt idx="2776">
                  <c:v>21.5</c:v>
                </c:pt>
                <c:pt idx="2777">
                  <c:v>21.8</c:v>
                </c:pt>
                <c:pt idx="2778">
                  <c:v>22</c:v>
                </c:pt>
                <c:pt idx="2779">
                  <c:v>21.7</c:v>
                </c:pt>
                <c:pt idx="2780">
                  <c:v>21.6</c:v>
                </c:pt>
                <c:pt idx="2781">
                  <c:v>22</c:v>
                </c:pt>
                <c:pt idx="2782">
                  <c:v>22.4</c:v>
                </c:pt>
                <c:pt idx="2783">
                  <c:v>22.3</c:v>
                </c:pt>
                <c:pt idx="2784">
                  <c:v>22.3</c:v>
                </c:pt>
                <c:pt idx="2785">
                  <c:v>22.4</c:v>
                </c:pt>
                <c:pt idx="2786">
                  <c:v>22.5</c:v>
                </c:pt>
                <c:pt idx="2787">
                  <c:v>22.8</c:v>
                </c:pt>
                <c:pt idx="2788">
                  <c:v>22.7</c:v>
                </c:pt>
                <c:pt idx="2789">
                  <c:v>22.3</c:v>
                </c:pt>
                <c:pt idx="2790">
                  <c:v>22.3</c:v>
                </c:pt>
                <c:pt idx="2791">
                  <c:v>22.8</c:v>
                </c:pt>
                <c:pt idx="2792">
                  <c:v>23.2</c:v>
                </c:pt>
                <c:pt idx="2793">
                  <c:v>23.4</c:v>
                </c:pt>
                <c:pt idx="2794">
                  <c:v>23.4</c:v>
                </c:pt>
                <c:pt idx="2795">
                  <c:v>23.2</c:v>
                </c:pt>
                <c:pt idx="2796">
                  <c:v>23.3</c:v>
                </c:pt>
                <c:pt idx="2797">
                  <c:v>23.5</c:v>
                </c:pt>
                <c:pt idx="2798">
                  <c:v>23.4</c:v>
                </c:pt>
                <c:pt idx="2799">
                  <c:v>23.2</c:v>
                </c:pt>
                <c:pt idx="2800">
                  <c:v>23.4</c:v>
                </c:pt>
                <c:pt idx="2801">
                  <c:v>23.4</c:v>
                </c:pt>
                <c:pt idx="2802">
                  <c:v>23.3</c:v>
                </c:pt>
                <c:pt idx="2803">
                  <c:v>23.3</c:v>
                </c:pt>
                <c:pt idx="2804">
                  <c:v>23.4</c:v>
                </c:pt>
                <c:pt idx="2805">
                  <c:v>23.4</c:v>
                </c:pt>
                <c:pt idx="2806">
                  <c:v>23.3</c:v>
                </c:pt>
                <c:pt idx="2807">
                  <c:v>23.4</c:v>
                </c:pt>
                <c:pt idx="2808">
                  <c:v>23.6</c:v>
                </c:pt>
                <c:pt idx="2809">
                  <c:v>23.6</c:v>
                </c:pt>
                <c:pt idx="2810">
                  <c:v>23.5</c:v>
                </c:pt>
                <c:pt idx="2811">
                  <c:v>23.4</c:v>
                </c:pt>
                <c:pt idx="2812">
                  <c:v>23.3</c:v>
                </c:pt>
                <c:pt idx="2813">
                  <c:v>23.4</c:v>
                </c:pt>
                <c:pt idx="2814">
                  <c:v>23.6</c:v>
                </c:pt>
                <c:pt idx="2815">
                  <c:v>23.8</c:v>
                </c:pt>
                <c:pt idx="2816">
                  <c:v>23.8</c:v>
                </c:pt>
                <c:pt idx="2817">
                  <c:v>23.7</c:v>
                </c:pt>
                <c:pt idx="2818">
                  <c:v>23.4</c:v>
                </c:pt>
                <c:pt idx="2819">
                  <c:v>23.2</c:v>
                </c:pt>
                <c:pt idx="2820">
                  <c:v>23.2</c:v>
                </c:pt>
                <c:pt idx="2821">
                  <c:v>23.3</c:v>
                </c:pt>
                <c:pt idx="2822">
                  <c:v>23.3</c:v>
                </c:pt>
                <c:pt idx="2823">
                  <c:v>23.1</c:v>
                </c:pt>
                <c:pt idx="2824">
                  <c:v>23.1</c:v>
                </c:pt>
                <c:pt idx="2825">
                  <c:v>23.1</c:v>
                </c:pt>
                <c:pt idx="2826">
                  <c:v>23</c:v>
                </c:pt>
                <c:pt idx="2827">
                  <c:v>23</c:v>
                </c:pt>
                <c:pt idx="2828">
                  <c:v>23.2</c:v>
                </c:pt>
                <c:pt idx="2829">
                  <c:v>23.4</c:v>
                </c:pt>
                <c:pt idx="2830">
                  <c:v>23</c:v>
                </c:pt>
                <c:pt idx="2831">
                  <c:v>22.6</c:v>
                </c:pt>
                <c:pt idx="2832">
                  <c:v>22.6</c:v>
                </c:pt>
                <c:pt idx="2833">
                  <c:v>22.6</c:v>
                </c:pt>
                <c:pt idx="2834">
                  <c:v>22.5</c:v>
                </c:pt>
                <c:pt idx="2835">
                  <c:v>22.5</c:v>
                </c:pt>
                <c:pt idx="2836">
                  <c:v>22.5</c:v>
                </c:pt>
                <c:pt idx="2837">
                  <c:v>22.3</c:v>
                </c:pt>
                <c:pt idx="2838">
                  <c:v>22.1</c:v>
                </c:pt>
                <c:pt idx="2839">
                  <c:v>22.1</c:v>
                </c:pt>
                <c:pt idx="2840">
                  <c:v>22.4</c:v>
                </c:pt>
                <c:pt idx="2841">
                  <c:v>22.5</c:v>
                </c:pt>
                <c:pt idx="2842">
                  <c:v>22.3</c:v>
                </c:pt>
                <c:pt idx="2843">
                  <c:v>22.2</c:v>
                </c:pt>
                <c:pt idx="2844">
                  <c:v>22</c:v>
                </c:pt>
                <c:pt idx="2845">
                  <c:v>22</c:v>
                </c:pt>
                <c:pt idx="2846">
                  <c:v>22.2</c:v>
                </c:pt>
                <c:pt idx="2847">
                  <c:v>22.2</c:v>
                </c:pt>
                <c:pt idx="2848">
                  <c:v>22.2</c:v>
                </c:pt>
                <c:pt idx="2849">
                  <c:v>22.4</c:v>
                </c:pt>
                <c:pt idx="2850">
                  <c:v>22.4</c:v>
                </c:pt>
                <c:pt idx="2851">
                  <c:v>22.1</c:v>
                </c:pt>
                <c:pt idx="2852">
                  <c:v>21.7</c:v>
                </c:pt>
                <c:pt idx="2853">
                  <c:v>21.5</c:v>
                </c:pt>
                <c:pt idx="2854">
                  <c:v>21.4</c:v>
                </c:pt>
                <c:pt idx="2855">
                  <c:v>21.8</c:v>
                </c:pt>
                <c:pt idx="2856">
                  <c:v>22</c:v>
                </c:pt>
                <c:pt idx="2857">
                  <c:v>22.1</c:v>
                </c:pt>
                <c:pt idx="2858">
                  <c:v>21.9</c:v>
                </c:pt>
                <c:pt idx="2859">
                  <c:v>21.5</c:v>
                </c:pt>
                <c:pt idx="2860">
                  <c:v>21.2</c:v>
                </c:pt>
                <c:pt idx="2861">
                  <c:v>21</c:v>
                </c:pt>
                <c:pt idx="2862">
                  <c:v>21</c:v>
                </c:pt>
                <c:pt idx="2863">
                  <c:v>21.1</c:v>
                </c:pt>
                <c:pt idx="2864">
                  <c:v>21.4</c:v>
                </c:pt>
                <c:pt idx="2865">
                  <c:v>21.6</c:v>
                </c:pt>
                <c:pt idx="2866">
                  <c:v>21.3</c:v>
                </c:pt>
                <c:pt idx="2867">
                  <c:v>20.9</c:v>
                </c:pt>
                <c:pt idx="2868">
                  <c:v>21.1</c:v>
                </c:pt>
                <c:pt idx="2869">
                  <c:v>21.2</c:v>
                </c:pt>
                <c:pt idx="2870">
                  <c:v>21.1</c:v>
                </c:pt>
                <c:pt idx="2871">
                  <c:v>20.9</c:v>
                </c:pt>
                <c:pt idx="2872">
                  <c:v>20.8</c:v>
                </c:pt>
                <c:pt idx="2873">
                  <c:v>20.8</c:v>
                </c:pt>
                <c:pt idx="2874">
                  <c:v>20.8</c:v>
                </c:pt>
                <c:pt idx="2875">
                  <c:v>20.8</c:v>
                </c:pt>
                <c:pt idx="2876">
                  <c:v>20.6</c:v>
                </c:pt>
                <c:pt idx="2877">
                  <c:v>20.9</c:v>
                </c:pt>
                <c:pt idx="2878">
                  <c:v>21.3</c:v>
                </c:pt>
                <c:pt idx="2879">
                  <c:v>21.2</c:v>
                </c:pt>
                <c:pt idx="2880">
                  <c:v>20.9</c:v>
                </c:pt>
                <c:pt idx="2881">
                  <c:v>21</c:v>
                </c:pt>
                <c:pt idx="2882">
                  <c:v>21.1</c:v>
                </c:pt>
                <c:pt idx="2883">
                  <c:v>20.8</c:v>
                </c:pt>
                <c:pt idx="2884">
                  <c:v>20.399999999999999</c:v>
                </c:pt>
                <c:pt idx="2885">
                  <c:v>20.7</c:v>
                </c:pt>
                <c:pt idx="2886">
                  <c:v>20.8</c:v>
                </c:pt>
                <c:pt idx="2887">
                  <c:v>20.6</c:v>
                </c:pt>
                <c:pt idx="2888">
                  <c:v>20.399999999999999</c:v>
                </c:pt>
                <c:pt idx="2889">
                  <c:v>20.399999999999999</c:v>
                </c:pt>
                <c:pt idx="2890">
                  <c:v>20.7</c:v>
                </c:pt>
                <c:pt idx="2891">
                  <c:v>21.1</c:v>
                </c:pt>
                <c:pt idx="2892">
                  <c:v>21</c:v>
                </c:pt>
                <c:pt idx="2893">
                  <c:v>20.6</c:v>
                </c:pt>
                <c:pt idx="2894">
                  <c:v>20.3</c:v>
                </c:pt>
                <c:pt idx="2895">
                  <c:v>20.100000000000001</c:v>
                </c:pt>
                <c:pt idx="2896">
                  <c:v>20.2</c:v>
                </c:pt>
                <c:pt idx="2897">
                  <c:v>20.399999999999999</c:v>
                </c:pt>
                <c:pt idx="2898">
                  <c:v>20.399999999999999</c:v>
                </c:pt>
                <c:pt idx="2899">
                  <c:v>20.399999999999999</c:v>
                </c:pt>
                <c:pt idx="2900">
                  <c:v>20.399999999999999</c:v>
                </c:pt>
                <c:pt idx="2901">
                  <c:v>20.399999999999999</c:v>
                </c:pt>
                <c:pt idx="2902">
                  <c:v>20.5</c:v>
                </c:pt>
                <c:pt idx="2903">
                  <c:v>20.7</c:v>
                </c:pt>
                <c:pt idx="2904">
                  <c:v>20.9</c:v>
                </c:pt>
                <c:pt idx="2905">
                  <c:v>20.9</c:v>
                </c:pt>
                <c:pt idx="2906">
                  <c:v>20.6</c:v>
                </c:pt>
                <c:pt idx="2907">
                  <c:v>20.5</c:v>
                </c:pt>
                <c:pt idx="2908">
                  <c:v>20.5</c:v>
                </c:pt>
                <c:pt idx="2909">
                  <c:v>20.3</c:v>
                </c:pt>
                <c:pt idx="2910">
                  <c:v>20.100000000000001</c:v>
                </c:pt>
                <c:pt idx="2911">
                  <c:v>20</c:v>
                </c:pt>
                <c:pt idx="2912">
                  <c:v>20</c:v>
                </c:pt>
                <c:pt idx="2913">
                  <c:v>19.899999999999999</c:v>
                </c:pt>
                <c:pt idx="2914">
                  <c:v>19.899999999999999</c:v>
                </c:pt>
                <c:pt idx="2915">
                  <c:v>20.399999999999999</c:v>
                </c:pt>
                <c:pt idx="2916">
                  <c:v>20.7</c:v>
                </c:pt>
                <c:pt idx="2917">
                  <c:v>20.7</c:v>
                </c:pt>
                <c:pt idx="2918">
                  <c:v>20.399999999999999</c:v>
                </c:pt>
                <c:pt idx="2919">
                  <c:v>20.100000000000001</c:v>
                </c:pt>
                <c:pt idx="2920">
                  <c:v>19.899999999999999</c:v>
                </c:pt>
                <c:pt idx="2921">
                  <c:v>19.8</c:v>
                </c:pt>
                <c:pt idx="2922">
                  <c:v>19.8</c:v>
                </c:pt>
                <c:pt idx="2923">
                  <c:v>19.7</c:v>
                </c:pt>
                <c:pt idx="2924">
                  <c:v>19.8</c:v>
                </c:pt>
                <c:pt idx="2925">
                  <c:v>19.899999999999999</c:v>
                </c:pt>
                <c:pt idx="2926">
                  <c:v>20.100000000000001</c:v>
                </c:pt>
                <c:pt idx="2927">
                  <c:v>20.2</c:v>
                </c:pt>
                <c:pt idx="2928">
                  <c:v>19.8</c:v>
                </c:pt>
                <c:pt idx="2929">
                  <c:v>19.5</c:v>
                </c:pt>
                <c:pt idx="2930">
                  <c:v>19.5</c:v>
                </c:pt>
                <c:pt idx="2931">
                  <c:v>19.8</c:v>
                </c:pt>
                <c:pt idx="2932">
                  <c:v>20.2</c:v>
                </c:pt>
                <c:pt idx="2933">
                  <c:v>20.3</c:v>
                </c:pt>
                <c:pt idx="2934">
                  <c:v>20.100000000000001</c:v>
                </c:pt>
                <c:pt idx="2935">
                  <c:v>20</c:v>
                </c:pt>
                <c:pt idx="2936">
                  <c:v>20.100000000000001</c:v>
                </c:pt>
                <c:pt idx="2937">
                  <c:v>19.899999999999999</c:v>
                </c:pt>
                <c:pt idx="2938">
                  <c:v>19.5</c:v>
                </c:pt>
                <c:pt idx="2939">
                  <c:v>19.5</c:v>
                </c:pt>
                <c:pt idx="2940">
                  <c:v>19.8</c:v>
                </c:pt>
                <c:pt idx="2941">
                  <c:v>19.899999999999999</c:v>
                </c:pt>
                <c:pt idx="2942">
                  <c:v>19.899999999999999</c:v>
                </c:pt>
                <c:pt idx="2943">
                  <c:v>19.600000000000001</c:v>
                </c:pt>
                <c:pt idx="2944">
                  <c:v>19.399999999999999</c:v>
                </c:pt>
                <c:pt idx="2945">
                  <c:v>19.8</c:v>
                </c:pt>
                <c:pt idx="2946">
                  <c:v>19.899999999999999</c:v>
                </c:pt>
                <c:pt idx="2947">
                  <c:v>19.600000000000001</c:v>
                </c:pt>
                <c:pt idx="2948">
                  <c:v>19.5</c:v>
                </c:pt>
                <c:pt idx="2949">
                  <c:v>19.899999999999999</c:v>
                </c:pt>
                <c:pt idx="2950">
                  <c:v>20</c:v>
                </c:pt>
                <c:pt idx="2951">
                  <c:v>19.899999999999999</c:v>
                </c:pt>
                <c:pt idx="2952">
                  <c:v>19.899999999999999</c:v>
                </c:pt>
                <c:pt idx="2953">
                  <c:v>19.899999999999999</c:v>
                </c:pt>
                <c:pt idx="2954">
                  <c:v>19.600000000000001</c:v>
                </c:pt>
                <c:pt idx="2955">
                  <c:v>19.399999999999999</c:v>
                </c:pt>
                <c:pt idx="2956">
                  <c:v>19.600000000000001</c:v>
                </c:pt>
                <c:pt idx="2957">
                  <c:v>19.899999999999999</c:v>
                </c:pt>
                <c:pt idx="2958">
                  <c:v>20.2</c:v>
                </c:pt>
                <c:pt idx="2959">
                  <c:v>20.2</c:v>
                </c:pt>
                <c:pt idx="2960">
                  <c:v>19.7</c:v>
                </c:pt>
                <c:pt idx="2961">
                  <c:v>19.5</c:v>
                </c:pt>
                <c:pt idx="2962">
                  <c:v>19.899999999999999</c:v>
                </c:pt>
                <c:pt idx="2963">
                  <c:v>20.2</c:v>
                </c:pt>
                <c:pt idx="2964">
                  <c:v>20.3</c:v>
                </c:pt>
                <c:pt idx="2965">
                  <c:v>20.100000000000001</c:v>
                </c:pt>
                <c:pt idx="2966">
                  <c:v>19.600000000000001</c:v>
                </c:pt>
                <c:pt idx="2967">
                  <c:v>19.600000000000001</c:v>
                </c:pt>
                <c:pt idx="2968">
                  <c:v>20</c:v>
                </c:pt>
                <c:pt idx="2969">
                  <c:v>20.100000000000001</c:v>
                </c:pt>
                <c:pt idx="2970">
                  <c:v>20</c:v>
                </c:pt>
                <c:pt idx="2971">
                  <c:v>19.8</c:v>
                </c:pt>
                <c:pt idx="2972">
                  <c:v>19.7</c:v>
                </c:pt>
                <c:pt idx="2973">
                  <c:v>19.899999999999999</c:v>
                </c:pt>
                <c:pt idx="2974">
                  <c:v>19.7</c:v>
                </c:pt>
                <c:pt idx="2975">
                  <c:v>19.100000000000001</c:v>
                </c:pt>
                <c:pt idx="2976">
                  <c:v>18.8</c:v>
                </c:pt>
                <c:pt idx="2977">
                  <c:v>19</c:v>
                </c:pt>
                <c:pt idx="2978">
                  <c:v>19.2</c:v>
                </c:pt>
                <c:pt idx="2979">
                  <c:v>19.399999999999999</c:v>
                </c:pt>
                <c:pt idx="2980">
                  <c:v>19.7</c:v>
                </c:pt>
                <c:pt idx="2981">
                  <c:v>20</c:v>
                </c:pt>
                <c:pt idx="2982">
                  <c:v>19.899999999999999</c:v>
                </c:pt>
                <c:pt idx="2983">
                  <c:v>19.600000000000001</c:v>
                </c:pt>
                <c:pt idx="2984">
                  <c:v>19.5</c:v>
                </c:pt>
                <c:pt idx="2985">
                  <c:v>19.399999999999999</c:v>
                </c:pt>
                <c:pt idx="2986">
                  <c:v>19.5</c:v>
                </c:pt>
                <c:pt idx="2987">
                  <c:v>19.7</c:v>
                </c:pt>
                <c:pt idx="2988">
                  <c:v>20</c:v>
                </c:pt>
                <c:pt idx="2989">
                  <c:v>20.2</c:v>
                </c:pt>
                <c:pt idx="2990">
                  <c:v>20</c:v>
                </c:pt>
                <c:pt idx="2991">
                  <c:v>19.600000000000001</c:v>
                </c:pt>
                <c:pt idx="2992">
                  <c:v>19.100000000000001</c:v>
                </c:pt>
                <c:pt idx="2993">
                  <c:v>19.100000000000001</c:v>
                </c:pt>
                <c:pt idx="2994">
                  <c:v>19.3</c:v>
                </c:pt>
                <c:pt idx="2995">
                  <c:v>19.3</c:v>
                </c:pt>
                <c:pt idx="2996">
                  <c:v>19.399999999999999</c:v>
                </c:pt>
                <c:pt idx="2997">
                  <c:v>19.600000000000001</c:v>
                </c:pt>
                <c:pt idx="2998">
                  <c:v>19.899999999999999</c:v>
                </c:pt>
                <c:pt idx="2999">
                  <c:v>19.899999999999999</c:v>
                </c:pt>
                <c:pt idx="3000">
                  <c:v>19.899999999999999</c:v>
                </c:pt>
                <c:pt idx="3001">
                  <c:v>19.899999999999999</c:v>
                </c:pt>
                <c:pt idx="3002">
                  <c:v>19.899999999999999</c:v>
                </c:pt>
                <c:pt idx="3003">
                  <c:v>19.7</c:v>
                </c:pt>
                <c:pt idx="3004">
                  <c:v>19.600000000000001</c:v>
                </c:pt>
                <c:pt idx="3005">
                  <c:v>19.600000000000001</c:v>
                </c:pt>
                <c:pt idx="3006">
                  <c:v>19.5</c:v>
                </c:pt>
                <c:pt idx="3007">
                  <c:v>19.3</c:v>
                </c:pt>
                <c:pt idx="3008">
                  <c:v>19.399999999999999</c:v>
                </c:pt>
                <c:pt idx="3009">
                  <c:v>19.600000000000001</c:v>
                </c:pt>
                <c:pt idx="3010">
                  <c:v>19.7</c:v>
                </c:pt>
                <c:pt idx="3011">
                  <c:v>19.8</c:v>
                </c:pt>
                <c:pt idx="3012">
                  <c:v>20</c:v>
                </c:pt>
                <c:pt idx="3013">
                  <c:v>20.2</c:v>
                </c:pt>
                <c:pt idx="3014">
                  <c:v>20.2</c:v>
                </c:pt>
                <c:pt idx="3015">
                  <c:v>20</c:v>
                </c:pt>
                <c:pt idx="3016">
                  <c:v>19.399999999999999</c:v>
                </c:pt>
                <c:pt idx="3017">
                  <c:v>19.2</c:v>
                </c:pt>
                <c:pt idx="3018">
                  <c:v>19.5</c:v>
                </c:pt>
                <c:pt idx="3019">
                  <c:v>19.600000000000001</c:v>
                </c:pt>
                <c:pt idx="3020">
                  <c:v>19.7</c:v>
                </c:pt>
                <c:pt idx="3021">
                  <c:v>19.5</c:v>
                </c:pt>
                <c:pt idx="3022">
                  <c:v>19.3</c:v>
                </c:pt>
                <c:pt idx="3023">
                  <c:v>19.3</c:v>
                </c:pt>
                <c:pt idx="3024">
                  <c:v>19.399999999999999</c:v>
                </c:pt>
                <c:pt idx="3025">
                  <c:v>19.7</c:v>
                </c:pt>
                <c:pt idx="3026">
                  <c:v>19.7</c:v>
                </c:pt>
                <c:pt idx="3027">
                  <c:v>19.3</c:v>
                </c:pt>
                <c:pt idx="3028">
                  <c:v>19.100000000000001</c:v>
                </c:pt>
                <c:pt idx="3029">
                  <c:v>19.399999999999999</c:v>
                </c:pt>
                <c:pt idx="3030">
                  <c:v>19.2</c:v>
                </c:pt>
                <c:pt idx="3031">
                  <c:v>18.899999999999999</c:v>
                </c:pt>
                <c:pt idx="3032">
                  <c:v>19.100000000000001</c:v>
                </c:pt>
                <c:pt idx="3033">
                  <c:v>19.7</c:v>
                </c:pt>
                <c:pt idx="3034">
                  <c:v>19.899999999999999</c:v>
                </c:pt>
                <c:pt idx="3035">
                  <c:v>19.8</c:v>
                </c:pt>
                <c:pt idx="3036">
                  <c:v>19.399999999999999</c:v>
                </c:pt>
                <c:pt idx="3037">
                  <c:v>19.100000000000001</c:v>
                </c:pt>
                <c:pt idx="3038">
                  <c:v>19.7</c:v>
                </c:pt>
                <c:pt idx="3039">
                  <c:v>19.899999999999999</c:v>
                </c:pt>
                <c:pt idx="3040">
                  <c:v>19.8</c:v>
                </c:pt>
                <c:pt idx="3041">
                  <c:v>19.600000000000001</c:v>
                </c:pt>
                <c:pt idx="3042">
                  <c:v>19.7</c:v>
                </c:pt>
                <c:pt idx="3043">
                  <c:v>19.7</c:v>
                </c:pt>
                <c:pt idx="3044">
                  <c:v>19.600000000000001</c:v>
                </c:pt>
                <c:pt idx="3045">
                  <c:v>19.5</c:v>
                </c:pt>
                <c:pt idx="3046">
                  <c:v>19.5</c:v>
                </c:pt>
                <c:pt idx="3047">
                  <c:v>19.8</c:v>
                </c:pt>
                <c:pt idx="3048">
                  <c:v>20</c:v>
                </c:pt>
                <c:pt idx="3049">
                  <c:v>20.100000000000001</c:v>
                </c:pt>
                <c:pt idx="3050">
                  <c:v>20</c:v>
                </c:pt>
                <c:pt idx="3051">
                  <c:v>20</c:v>
                </c:pt>
                <c:pt idx="3052">
                  <c:v>19.899999999999999</c:v>
                </c:pt>
                <c:pt idx="3053">
                  <c:v>19.7</c:v>
                </c:pt>
                <c:pt idx="3054">
                  <c:v>19.8</c:v>
                </c:pt>
                <c:pt idx="3055">
                  <c:v>20.3</c:v>
                </c:pt>
                <c:pt idx="3056">
                  <c:v>20.2</c:v>
                </c:pt>
                <c:pt idx="3057">
                  <c:v>19.899999999999999</c:v>
                </c:pt>
                <c:pt idx="3058">
                  <c:v>19.899999999999999</c:v>
                </c:pt>
                <c:pt idx="3059">
                  <c:v>20</c:v>
                </c:pt>
                <c:pt idx="3060">
                  <c:v>20</c:v>
                </c:pt>
                <c:pt idx="3061">
                  <c:v>19.899999999999999</c:v>
                </c:pt>
                <c:pt idx="3062">
                  <c:v>19.600000000000001</c:v>
                </c:pt>
                <c:pt idx="3063">
                  <c:v>19.3</c:v>
                </c:pt>
                <c:pt idx="3064">
                  <c:v>19.5</c:v>
                </c:pt>
                <c:pt idx="3065">
                  <c:v>19.7</c:v>
                </c:pt>
                <c:pt idx="3066">
                  <c:v>19.899999999999999</c:v>
                </c:pt>
                <c:pt idx="3067">
                  <c:v>20.100000000000001</c:v>
                </c:pt>
                <c:pt idx="3068">
                  <c:v>20.100000000000001</c:v>
                </c:pt>
                <c:pt idx="3069">
                  <c:v>20.3</c:v>
                </c:pt>
                <c:pt idx="3070">
                  <c:v>20.5</c:v>
                </c:pt>
                <c:pt idx="3071">
                  <c:v>19.8</c:v>
                </c:pt>
                <c:pt idx="3072">
                  <c:v>19.3</c:v>
                </c:pt>
                <c:pt idx="3073">
                  <c:v>19.600000000000001</c:v>
                </c:pt>
                <c:pt idx="3074">
                  <c:v>20.100000000000001</c:v>
                </c:pt>
                <c:pt idx="3075">
                  <c:v>20.3</c:v>
                </c:pt>
                <c:pt idx="3076">
                  <c:v>20.399999999999999</c:v>
                </c:pt>
                <c:pt idx="3077">
                  <c:v>20.399999999999999</c:v>
                </c:pt>
                <c:pt idx="3078">
                  <c:v>20.3</c:v>
                </c:pt>
                <c:pt idx="3079">
                  <c:v>20.3</c:v>
                </c:pt>
                <c:pt idx="3080">
                  <c:v>20.399999999999999</c:v>
                </c:pt>
                <c:pt idx="3081">
                  <c:v>20.5</c:v>
                </c:pt>
                <c:pt idx="3082">
                  <c:v>20.3</c:v>
                </c:pt>
                <c:pt idx="3083">
                  <c:v>20</c:v>
                </c:pt>
                <c:pt idx="3084">
                  <c:v>19.899999999999999</c:v>
                </c:pt>
                <c:pt idx="3085">
                  <c:v>19.899999999999999</c:v>
                </c:pt>
                <c:pt idx="3086">
                  <c:v>20.100000000000001</c:v>
                </c:pt>
                <c:pt idx="3087">
                  <c:v>20.3</c:v>
                </c:pt>
                <c:pt idx="3088">
                  <c:v>20.5</c:v>
                </c:pt>
                <c:pt idx="3089">
                  <c:v>20.6</c:v>
                </c:pt>
                <c:pt idx="3090">
                  <c:v>20.399999999999999</c:v>
                </c:pt>
                <c:pt idx="3091">
                  <c:v>20.2</c:v>
                </c:pt>
                <c:pt idx="3092">
                  <c:v>20.100000000000001</c:v>
                </c:pt>
                <c:pt idx="3093">
                  <c:v>20.2</c:v>
                </c:pt>
                <c:pt idx="3094">
                  <c:v>20.3</c:v>
                </c:pt>
                <c:pt idx="3095">
                  <c:v>20.2</c:v>
                </c:pt>
                <c:pt idx="3096">
                  <c:v>20.100000000000001</c:v>
                </c:pt>
                <c:pt idx="3097">
                  <c:v>19.8</c:v>
                </c:pt>
                <c:pt idx="3098">
                  <c:v>19.899999999999999</c:v>
                </c:pt>
                <c:pt idx="3099">
                  <c:v>20.7</c:v>
                </c:pt>
                <c:pt idx="3100">
                  <c:v>21.1</c:v>
                </c:pt>
                <c:pt idx="3101">
                  <c:v>20.9</c:v>
                </c:pt>
                <c:pt idx="3102">
                  <c:v>20.8</c:v>
                </c:pt>
                <c:pt idx="3103">
                  <c:v>20.7</c:v>
                </c:pt>
                <c:pt idx="3104">
                  <c:v>20.5</c:v>
                </c:pt>
                <c:pt idx="3105">
                  <c:v>20.3</c:v>
                </c:pt>
                <c:pt idx="3106">
                  <c:v>20.3</c:v>
                </c:pt>
                <c:pt idx="3107">
                  <c:v>20.399999999999999</c:v>
                </c:pt>
                <c:pt idx="3108">
                  <c:v>20.8</c:v>
                </c:pt>
                <c:pt idx="3109">
                  <c:v>21.1</c:v>
                </c:pt>
                <c:pt idx="3110">
                  <c:v>21</c:v>
                </c:pt>
                <c:pt idx="3111">
                  <c:v>21</c:v>
                </c:pt>
                <c:pt idx="3112">
                  <c:v>21.2</c:v>
                </c:pt>
                <c:pt idx="3113">
                  <c:v>21.3</c:v>
                </c:pt>
                <c:pt idx="3114">
                  <c:v>21.1</c:v>
                </c:pt>
                <c:pt idx="3115">
                  <c:v>20.9</c:v>
                </c:pt>
                <c:pt idx="3116">
                  <c:v>20.8</c:v>
                </c:pt>
                <c:pt idx="3117">
                  <c:v>21.1</c:v>
                </c:pt>
                <c:pt idx="3118">
                  <c:v>21.4</c:v>
                </c:pt>
                <c:pt idx="3119">
                  <c:v>21.4</c:v>
                </c:pt>
                <c:pt idx="3120">
                  <c:v>21.4</c:v>
                </c:pt>
                <c:pt idx="3121">
                  <c:v>21.7</c:v>
                </c:pt>
                <c:pt idx="3122">
                  <c:v>21.8</c:v>
                </c:pt>
                <c:pt idx="3123">
                  <c:v>21.7</c:v>
                </c:pt>
                <c:pt idx="3124">
                  <c:v>21.7</c:v>
                </c:pt>
                <c:pt idx="3125">
                  <c:v>21.8</c:v>
                </c:pt>
                <c:pt idx="3126">
                  <c:v>21.5</c:v>
                </c:pt>
                <c:pt idx="3127">
                  <c:v>21.2</c:v>
                </c:pt>
                <c:pt idx="3128">
                  <c:v>21.5</c:v>
                </c:pt>
                <c:pt idx="3129">
                  <c:v>21.8</c:v>
                </c:pt>
                <c:pt idx="3130">
                  <c:v>21.7</c:v>
                </c:pt>
                <c:pt idx="3131">
                  <c:v>21.6</c:v>
                </c:pt>
                <c:pt idx="3132">
                  <c:v>21.4</c:v>
                </c:pt>
                <c:pt idx="3133">
                  <c:v>21.6</c:v>
                </c:pt>
                <c:pt idx="3134">
                  <c:v>22</c:v>
                </c:pt>
                <c:pt idx="3135">
                  <c:v>22.1</c:v>
                </c:pt>
                <c:pt idx="3136">
                  <c:v>21.7</c:v>
                </c:pt>
                <c:pt idx="3137">
                  <c:v>21.9</c:v>
                </c:pt>
                <c:pt idx="3138">
                  <c:v>22.2</c:v>
                </c:pt>
                <c:pt idx="3139">
                  <c:v>22.1</c:v>
                </c:pt>
                <c:pt idx="3140">
                  <c:v>21.9</c:v>
                </c:pt>
                <c:pt idx="3141">
                  <c:v>21.9</c:v>
                </c:pt>
                <c:pt idx="3142">
                  <c:v>22</c:v>
                </c:pt>
                <c:pt idx="3143">
                  <c:v>22.1</c:v>
                </c:pt>
                <c:pt idx="3144">
                  <c:v>22.1</c:v>
                </c:pt>
                <c:pt idx="3145">
                  <c:v>21.9</c:v>
                </c:pt>
                <c:pt idx="3146">
                  <c:v>22</c:v>
                </c:pt>
                <c:pt idx="3147">
                  <c:v>22.4</c:v>
                </c:pt>
                <c:pt idx="3148">
                  <c:v>22.3</c:v>
                </c:pt>
                <c:pt idx="3149">
                  <c:v>22.1</c:v>
                </c:pt>
                <c:pt idx="3150">
                  <c:v>22.6</c:v>
                </c:pt>
                <c:pt idx="3151">
                  <c:v>23.1</c:v>
                </c:pt>
                <c:pt idx="3152">
                  <c:v>23.2</c:v>
                </c:pt>
                <c:pt idx="3153">
                  <c:v>23.3</c:v>
                </c:pt>
                <c:pt idx="3154">
                  <c:v>23.7</c:v>
                </c:pt>
                <c:pt idx="3155">
                  <c:v>23.6</c:v>
                </c:pt>
                <c:pt idx="3156">
                  <c:v>23.2</c:v>
                </c:pt>
                <c:pt idx="3157">
                  <c:v>23.3</c:v>
                </c:pt>
                <c:pt idx="3158">
                  <c:v>23.9</c:v>
                </c:pt>
                <c:pt idx="3159">
                  <c:v>24</c:v>
                </c:pt>
                <c:pt idx="3160">
                  <c:v>23.9</c:v>
                </c:pt>
                <c:pt idx="3161">
                  <c:v>23.9</c:v>
                </c:pt>
                <c:pt idx="3162">
                  <c:v>24</c:v>
                </c:pt>
                <c:pt idx="3163">
                  <c:v>24.3</c:v>
                </c:pt>
                <c:pt idx="3164">
                  <c:v>24.3</c:v>
                </c:pt>
                <c:pt idx="3165">
                  <c:v>24</c:v>
                </c:pt>
                <c:pt idx="3166">
                  <c:v>24</c:v>
                </c:pt>
                <c:pt idx="3167">
                  <c:v>24.7</c:v>
                </c:pt>
                <c:pt idx="3168">
                  <c:v>25.1</c:v>
                </c:pt>
                <c:pt idx="3169">
                  <c:v>25.3</c:v>
                </c:pt>
                <c:pt idx="3170">
                  <c:v>25.1</c:v>
                </c:pt>
                <c:pt idx="3171">
                  <c:v>24.8</c:v>
                </c:pt>
                <c:pt idx="3172">
                  <c:v>24.8</c:v>
                </c:pt>
                <c:pt idx="3173">
                  <c:v>25.1</c:v>
                </c:pt>
                <c:pt idx="3174">
                  <c:v>25.4</c:v>
                </c:pt>
                <c:pt idx="3175">
                  <c:v>25.9</c:v>
                </c:pt>
                <c:pt idx="3176">
                  <c:v>26.7</c:v>
                </c:pt>
                <c:pt idx="3177">
                  <c:v>26.8</c:v>
                </c:pt>
                <c:pt idx="3178">
                  <c:v>26.4</c:v>
                </c:pt>
                <c:pt idx="3179">
                  <c:v>26.2</c:v>
                </c:pt>
                <c:pt idx="3180">
                  <c:v>26.4</c:v>
                </c:pt>
                <c:pt idx="3181">
                  <c:v>27.2</c:v>
                </c:pt>
                <c:pt idx="3182">
                  <c:v>27.8</c:v>
                </c:pt>
                <c:pt idx="3183">
                  <c:v>27.3</c:v>
                </c:pt>
                <c:pt idx="3184">
                  <c:v>27.1</c:v>
                </c:pt>
                <c:pt idx="3185">
                  <c:v>27.7</c:v>
                </c:pt>
                <c:pt idx="3186">
                  <c:v>28.3</c:v>
                </c:pt>
                <c:pt idx="3187">
                  <c:v>28.8</c:v>
                </c:pt>
                <c:pt idx="3188">
                  <c:v>28.8</c:v>
                </c:pt>
                <c:pt idx="3189">
                  <c:v>28.6</c:v>
                </c:pt>
                <c:pt idx="3190">
                  <c:v>28.9</c:v>
                </c:pt>
                <c:pt idx="3191">
                  <c:v>29.3</c:v>
                </c:pt>
                <c:pt idx="3192">
                  <c:v>29.4</c:v>
                </c:pt>
                <c:pt idx="3193">
                  <c:v>29.5</c:v>
                </c:pt>
                <c:pt idx="3194">
                  <c:v>29.6</c:v>
                </c:pt>
                <c:pt idx="3195">
                  <c:v>29.9</c:v>
                </c:pt>
                <c:pt idx="3196">
                  <c:v>30.5</c:v>
                </c:pt>
                <c:pt idx="3197">
                  <c:v>30.9</c:v>
                </c:pt>
                <c:pt idx="3198">
                  <c:v>31.1</c:v>
                </c:pt>
                <c:pt idx="3199">
                  <c:v>31.2</c:v>
                </c:pt>
                <c:pt idx="3200">
                  <c:v>31.3</c:v>
                </c:pt>
                <c:pt idx="3201">
                  <c:v>31.6</c:v>
                </c:pt>
                <c:pt idx="3202">
                  <c:v>31.9</c:v>
                </c:pt>
                <c:pt idx="3203">
                  <c:v>32.200000000000003</c:v>
                </c:pt>
                <c:pt idx="3204">
                  <c:v>32.4</c:v>
                </c:pt>
                <c:pt idx="3205">
                  <c:v>32.6</c:v>
                </c:pt>
                <c:pt idx="3206">
                  <c:v>33.1</c:v>
                </c:pt>
                <c:pt idx="3207">
                  <c:v>33.800000000000011</c:v>
                </c:pt>
                <c:pt idx="3208">
                  <c:v>34.300000000000011</c:v>
                </c:pt>
                <c:pt idx="3209">
                  <c:v>34.6</c:v>
                </c:pt>
                <c:pt idx="3210">
                  <c:v>35</c:v>
                </c:pt>
                <c:pt idx="3211">
                  <c:v>35.5</c:v>
                </c:pt>
                <c:pt idx="3212">
                  <c:v>36</c:v>
                </c:pt>
                <c:pt idx="3213">
                  <c:v>36.4</c:v>
                </c:pt>
                <c:pt idx="3214">
                  <c:v>36.9</c:v>
                </c:pt>
                <c:pt idx="3215">
                  <c:v>37.4</c:v>
                </c:pt>
                <c:pt idx="3216">
                  <c:v>37.700000000000003</c:v>
                </c:pt>
                <c:pt idx="3217">
                  <c:v>38.200000000000003</c:v>
                </c:pt>
                <c:pt idx="3218">
                  <c:v>38.800000000000011</c:v>
                </c:pt>
                <c:pt idx="3219">
                  <c:v>39.200000000000003</c:v>
                </c:pt>
                <c:pt idx="3220">
                  <c:v>39.6</c:v>
                </c:pt>
                <c:pt idx="3221">
                  <c:v>40.200000000000003</c:v>
                </c:pt>
                <c:pt idx="3222">
                  <c:v>40.800000000000011</c:v>
                </c:pt>
                <c:pt idx="3223">
                  <c:v>41.4</c:v>
                </c:pt>
                <c:pt idx="3224">
                  <c:v>42</c:v>
                </c:pt>
                <c:pt idx="3225">
                  <c:v>42.6</c:v>
                </c:pt>
                <c:pt idx="3226">
                  <c:v>43.1</c:v>
                </c:pt>
                <c:pt idx="3227">
                  <c:v>43.4</c:v>
                </c:pt>
                <c:pt idx="3228">
                  <c:v>44.3</c:v>
                </c:pt>
                <c:pt idx="3229">
                  <c:v>45.4</c:v>
                </c:pt>
                <c:pt idx="3230">
                  <c:v>46.1</c:v>
                </c:pt>
                <c:pt idx="3231">
                  <c:v>46.6</c:v>
                </c:pt>
                <c:pt idx="3232">
                  <c:v>47.4</c:v>
                </c:pt>
                <c:pt idx="3233">
                  <c:v>48.4</c:v>
                </c:pt>
                <c:pt idx="3234">
                  <c:v>49.5</c:v>
                </c:pt>
                <c:pt idx="3235">
                  <c:v>50.2</c:v>
                </c:pt>
                <c:pt idx="3236">
                  <c:v>50</c:v>
                </c:pt>
                <c:pt idx="3237">
                  <c:v>50.5</c:v>
                </c:pt>
                <c:pt idx="3238">
                  <c:v>51.5</c:v>
                </c:pt>
                <c:pt idx="3239">
                  <c:v>52.3</c:v>
                </c:pt>
                <c:pt idx="3240">
                  <c:v>52.9</c:v>
                </c:pt>
                <c:pt idx="3241">
                  <c:v>54.2</c:v>
                </c:pt>
                <c:pt idx="3242">
                  <c:v>55.3</c:v>
                </c:pt>
                <c:pt idx="3243">
                  <c:v>56</c:v>
                </c:pt>
                <c:pt idx="3244">
                  <c:v>56.6</c:v>
                </c:pt>
                <c:pt idx="3245">
                  <c:v>57.6</c:v>
                </c:pt>
                <c:pt idx="3246">
                  <c:v>58.5</c:v>
                </c:pt>
                <c:pt idx="3247">
                  <c:v>59.4</c:v>
                </c:pt>
                <c:pt idx="3248">
                  <c:v>60.7</c:v>
                </c:pt>
                <c:pt idx="3249">
                  <c:v>62.3</c:v>
                </c:pt>
                <c:pt idx="3250">
                  <c:v>63.2</c:v>
                </c:pt>
                <c:pt idx="3251">
                  <c:v>64.3</c:v>
                </c:pt>
                <c:pt idx="3252">
                  <c:v>65.900000000000006</c:v>
                </c:pt>
                <c:pt idx="3253">
                  <c:v>67.2</c:v>
                </c:pt>
                <c:pt idx="3254">
                  <c:v>67.599999999999994</c:v>
                </c:pt>
                <c:pt idx="3255">
                  <c:v>68.2</c:v>
                </c:pt>
                <c:pt idx="3256">
                  <c:v>69.099999999999994</c:v>
                </c:pt>
                <c:pt idx="3257">
                  <c:v>70.3</c:v>
                </c:pt>
                <c:pt idx="3258">
                  <c:v>71.7</c:v>
                </c:pt>
                <c:pt idx="3259">
                  <c:v>72.099999999999994</c:v>
                </c:pt>
                <c:pt idx="3260">
                  <c:v>72.8</c:v>
                </c:pt>
                <c:pt idx="3261">
                  <c:v>74.900000000000006</c:v>
                </c:pt>
                <c:pt idx="3262">
                  <c:v>76.8</c:v>
                </c:pt>
                <c:pt idx="3263">
                  <c:v>77.5</c:v>
                </c:pt>
                <c:pt idx="3264">
                  <c:v>78.2</c:v>
                </c:pt>
                <c:pt idx="3265">
                  <c:v>79.099999999999994</c:v>
                </c:pt>
                <c:pt idx="3266">
                  <c:v>80.3</c:v>
                </c:pt>
                <c:pt idx="3267">
                  <c:v>81.7</c:v>
                </c:pt>
                <c:pt idx="3268">
                  <c:v>82.9</c:v>
                </c:pt>
                <c:pt idx="3269">
                  <c:v>83.9</c:v>
                </c:pt>
                <c:pt idx="3270">
                  <c:v>84.8</c:v>
                </c:pt>
                <c:pt idx="3271">
                  <c:v>85.7</c:v>
                </c:pt>
                <c:pt idx="3272">
                  <c:v>86.8</c:v>
                </c:pt>
                <c:pt idx="3273">
                  <c:v>87.9</c:v>
                </c:pt>
                <c:pt idx="3274">
                  <c:v>88.8</c:v>
                </c:pt>
                <c:pt idx="3275">
                  <c:v>90</c:v>
                </c:pt>
                <c:pt idx="3276">
                  <c:v>91.3</c:v>
                </c:pt>
                <c:pt idx="3277">
                  <c:v>91.3</c:v>
                </c:pt>
                <c:pt idx="3278">
                  <c:v>91</c:v>
                </c:pt>
                <c:pt idx="3279">
                  <c:v>92</c:v>
                </c:pt>
                <c:pt idx="3280">
                  <c:v>92.9</c:v>
                </c:pt>
                <c:pt idx="3281">
                  <c:v>93.5</c:v>
                </c:pt>
                <c:pt idx="3282">
                  <c:v>94</c:v>
                </c:pt>
                <c:pt idx="3283">
                  <c:v>94.5</c:v>
                </c:pt>
                <c:pt idx="3284">
                  <c:v>95.4</c:v>
                </c:pt>
                <c:pt idx="3285">
                  <c:v>96.7</c:v>
                </c:pt>
                <c:pt idx="3286">
                  <c:v>97.4</c:v>
                </c:pt>
                <c:pt idx="3287">
                  <c:v>97.8</c:v>
                </c:pt>
                <c:pt idx="3288">
                  <c:v>97.8</c:v>
                </c:pt>
                <c:pt idx="3289">
                  <c:v>98.1</c:v>
                </c:pt>
                <c:pt idx="3290">
                  <c:v>98.9</c:v>
                </c:pt>
                <c:pt idx="3291">
                  <c:v>99.1</c:v>
                </c:pt>
                <c:pt idx="3292">
                  <c:v>98.2</c:v>
                </c:pt>
                <c:pt idx="3293">
                  <c:v>98.3</c:v>
                </c:pt>
                <c:pt idx="3294">
                  <c:v>99</c:v>
                </c:pt>
                <c:pt idx="3295">
                  <c:v>99.1</c:v>
                </c:pt>
                <c:pt idx="3296">
                  <c:v>98.9</c:v>
                </c:pt>
                <c:pt idx="3297">
                  <c:v>99.6</c:v>
                </c:pt>
                <c:pt idx="3298">
                  <c:v>99.8</c:v>
                </c:pt>
                <c:pt idx="3299">
                  <c:v>98.8</c:v>
                </c:pt>
                <c:pt idx="3300">
                  <c:v>98.3</c:v>
                </c:pt>
                <c:pt idx="3301">
                  <c:v>98.8</c:v>
                </c:pt>
                <c:pt idx="3302">
                  <c:v>99</c:v>
                </c:pt>
                <c:pt idx="3303">
                  <c:v>99</c:v>
                </c:pt>
                <c:pt idx="3304">
                  <c:v>99.2</c:v>
                </c:pt>
                <c:pt idx="3305">
                  <c:v>99.4</c:v>
                </c:pt>
                <c:pt idx="3306">
                  <c:v>98.9</c:v>
                </c:pt>
                <c:pt idx="3307">
                  <c:v>98</c:v>
                </c:pt>
                <c:pt idx="3308">
                  <c:v>97.1</c:v>
                </c:pt>
                <c:pt idx="3309">
                  <c:v>96.4</c:v>
                </c:pt>
                <c:pt idx="3310">
                  <c:v>96.3</c:v>
                </c:pt>
                <c:pt idx="3311">
                  <c:v>96.3</c:v>
                </c:pt>
                <c:pt idx="3312">
                  <c:v>96.1</c:v>
                </c:pt>
                <c:pt idx="3313">
                  <c:v>94.9</c:v>
                </c:pt>
                <c:pt idx="3314">
                  <c:v>93.5</c:v>
                </c:pt>
                <c:pt idx="3315">
                  <c:v>93</c:v>
                </c:pt>
                <c:pt idx="3316">
                  <c:v>92.5</c:v>
                </c:pt>
                <c:pt idx="3317">
                  <c:v>91.7</c:v>
                </c:pt>
                <c:pt idx="3318">
                  <c:v>90.8</c:v>
                </c:pt>
                <c:pt idx="3319">
                  <c:v>89.8</c:v>
                </c:pt>
                <c:pt idx="3320">
                  <c:v>89.3</c:v>
                </c:pt>
                <c:pt idx="3321">
                  <c:v>89</c:v>
                </c:pt>
                <c:pt idx="3322">
                  <c:v>87.5</c:v>
                </c:pt>
                <c:pt idx="3323">
                  <c:v>85.7</c:v>
                </c:pt>
                <c:pt idx="3324">
                  <c:v>84.3</c:v>
                </c:pt>
                <c:pt idx="3325">
                  <c:v>83.5</c:v>
                </c:pt>
                <c:pt idx="3326">
                  <c:v>83.4</c:v>
                </c:pt>
                <c:pt idx="3327">
                  <c:v>82.8</c:v>
                </c:pt>
                <c:pt idx="3328">
                  <c:v>81.400000000000006</c:v>
                </c:pt>
                <c:pt idx="3329">
                  <c:v>80.400000000000006</c:v>
                </c:pt>
                <c:pt idx="3330">
                  <c:v>79.599999999999994</c:v>
                </c:pt>
                <c:pt idx="3331">
                  <c:v>78.400000000000006</c:v>
                </c:pt>
                <c:pt idx="3332">
                  <c:v>76.900000000000006</c:v>
                </c:pt>
                <c:pt idx="3333">
                  <c:v>75.599999999999994</c:v>
                </c:pt>
                <c:pt idx="3334">
                  <c:v>74.599999999999994</c:v>
                </c:pt>
                <c:pt idx="3335">
                  <c:v>74</c:v>
                </c:pt>
                <c:pt idx="3336">
                  <c:v>72.900000000000006</c:v>
                </c:pt>
                <c:pt idx="3337">
                  <c:v>71.2</c:v>
                </c:pt>
                <c:pt idx="3338">
                  <c:v>70.099999999999994</c:v>
                </c:pt>
                <c:pt idx="3339">
                  <c:v>69.400000000000006</c:v>
                </c:pt>
                <c:pt idx="3340">
                  <c:v>69.099999999999994</c:v>
                </c:pt>
                <c:pt idx="3341">
                  <c:v>68.400000000000006</c:v>
                </c:pt>
                <c:pt idx="3342">
                  <c:v>66.5</c:v>
                </c:pt>
                <c:pt idx="3343">
                  <c:v>65.2</c:v>
                </c:pt>
                <c:pt idx="3344">
                  <c:v>64.900000000000006</c:v>
                </c:pt>
                <c:pt idx="3345">
                  <c:v>64.400000000000006</c:v>
                </c:pt>
                <c:pt idx="3346">
                  <c:v>63.2</c:v>
                </c:pt>
                <c:pt idx="3347">
                  <c:v>62</c:v>
                </c:pt>
                <c:pt idx="3348">
                  <c:v>60.9</c:v>
                </c:pt>
                <c:pt idx="3349">
                  <c:v>60.4</c:v>
                </c:pt>
                <c:pt idx="3350">
                  <c:v>59.8</c:v>
                </c:pt>
                <c:pt idx="3351">
                  <c:v>58.8</c:v>
                </c:pt>
                <c:pt idx="3352">
                  <c:v>57.4</c:v>
                </c:pt>
                <c:pt idx="3353">
                  <c:v>55.8</c:v>
                </c:pt>
                <c:pt idx="3354">
                  <c:v>55.1</c:v>
                </c:pt>
                <c:pt idx="3355">
                  <c:v>55.2</c:v>
                </c:pt>
                <c:pt idx="3356">
                  <c:v>54.3</c:v>
                </c:pt>
                <c:pt idx="3357">
                  <c:v>53</c:v>
                </c:pt>
                <c:pt idx="3358">
                  <c:v>52.5</c:v>
                </c:pt>
                <c:pt idx="3359">
                  <c:v>51.6</c:v>
                </c:pt>
                <c:pt idx="3360">
                  <c:v>49.9</c:v>
                </c:pt>
                <c:pt idx="3361">
                  <c:v>48.9</c:v>
                </c:pt>
                <c:pt idx="3362">
                  <c:v>48.7</c:v>
                </c:pt>
                <c:pt idx="3363">
                  <c:v>48.5</c:v>
                </c:pt>
                <c:pt idx="3364">
                  <c:v>48.2</c:v>
                </c:pt>
                <c:pt idx="3365">
                  <c:v>47.8</c:v>
                </c:pt>
                <c:pt idx="3366">
                  <c:v>47.2</c:v>
                </c:pt>
                <c:pt idx="3367">
                  <c:v>46.4</c:v>
                </c:pt>
                <c:pt idx="3368">
                  <c:v>45.2</c:v>
                </c:pt>
                <c:pt idx="3369">
                  <c:v>43.7</c:v>
                </c:pt>
                <c:pt idx="3370">
                  <c:v>43</c:v>
                </c:pt>
                <c:pt idx="3371">
                  <c:v>43</c:v>
                </c:pt>
                <c:pt idx="3372">
                  <c:v>42.1</c:v>
                </c:pt>
                <c:pt idx="3373">
                  <c:v>40.800000000000011</c:v>
                </c:pt>
                <c:pt idx="3374">
                  <c:v>40.5</c:v>
                </c:pt>
                <c:pt idx="3375">
                  <c:v>40.4</c:v>
                </c:pt>
                <c:pt idx="3376">
                  <c:v>40</c:v>
                </c:pt>
                <c:pt idx="3377">
                  <c:v>39.700000000000003</c:v>
                </c:pt>
                <c:pt idx="3378">
                  <c:v>39.5</c:v>
                </c:pt>
                <c:pt idx="3379">
                  <c:v>39</c:v>
                </c:pt>
                <c:pt idx="3380">
                  <c:v>38.200000000000003</c:v>
                </c:pt>
                <c:pt idx="3381">
                  <c:v>37.4</c:v>
                </c:pt>
                <c:pt idx="3382">
                  <c:v>36.800000000000011</c:v>
                </c:pt>
                <c:pt idx="3383">
                  <c:v>36.5</c:v>
                </c:pt>
                <c:pt idx="3384">
                  <c:v>36</c:v>
                </c:pt>
                <c:pt idx="3385">
                  <c:v>34.9</c:v>
                </c:pt>
                <c:pt idx="3386">
                  <c:v>34.1</c:v>
                </c:pt>
                <c:pt idx="3387">
                  <c:v>33.800000000000011</c:v>
                </c:pt>
                <c:pt idx="3388">
                  <c:v>33.5</c:v>
                </c:pt>
                <c:pt idx="3389">
                  <c:v>33.300000000000011</c:v>
                </c:pt>
                <c:pt idx="3390">
                  <c:v>32.800000000000011</c:v>
                </c:pt>
                <c:pt idx="3391">
                  <c:v>32.300000000000011</c:v>
                </c:pt>
                <c:pt idx="3392">
                  <c:v>31.7</c:v>
                </c:pt>
                <c:pt idx="3393">
                  <c:v>31.2</c:v>
                </c:pt>
                <c:pt idx="3394">
                  <c:v>30.8</c:v>
                </c:pt>
                <c:pt idx="3395">
                  <c:v>30.5</c:v>
                </c:pt>
                <c:pt idx="3396">
                  <c:v>30.1</c:v>
                </c:pt>
                <c:pt idx="3397">
                  <c:v>29.4</c:v>
                </c:pt>
                <c:pt idx="3398">
                  <c:v>28.7</c:v>
                </c:pt>
                <c:pt idx="3399">
                  <c:v>28.5</c:v>
                </c:pt>
                <c:pt idx="3400">
                  <c:v>28.4</c:v>
                </c:pt>
                <c:pt idx="3401">
                  <c:v>28.3</c:v>
                </c:pt>
                <c:pt idx="3402">
                  <c:v>28</c:v>
                </c:pt>
                <c:pt idx="3403">
                  <c:v>27.5</c:v>
                </c:pt>
                <c:pt idx="3404">
                  <c:v>27.2</c:v>
                </c:pt>
                <c:pt idx="3405">
                  <c:v>27.1</c:v>
                </c:pt>
                <c:pt idx="3406">
                  <c:v>26.5</c:v>
                </c:pt>
                <c:pt idx="3407">
                  <c:v>26</c:v>
                </c:pt>
                <c:pt idx="3408">
                  <c:v>25.9</c:v>
                </c:pt>
                <c:pt idx="3409">
                  <c:v>25.9</c:v>
                </c:pt>
                <c:pt idx="3410">
                  <c:v>25.8</c:v>
                </c:pt>
                <c:pt idx="3411">
                  <c:v>25.4</c:v>
                </c:pt>
                <c:pt idx="3412">
                  <c:v>24.7</c:v>
                </c:pt>
                <c:pt idx="3413">
                  <c:v>24.6</c:v>
                </c:pt>
                <c:pt idx="3414">
                  <c:v>24.6</c:v>
                </c:pt>
                <c:pt idx="3415">
                  <c:v>23.7</c:v>
                </c:pt>
                <c:pt idx="3416">
                  <c:v>23</c:v>
                </c:pt>
                <c:pt idx="3417">
                  <c:v>23.5</c:v>
                </c:pt>
                <c:pt idx="3418">
                  <c:v>23.8</c:v>
                </c:pt>
                <c:pt idx="3419">
                  <c:v>23.5</c:v>
                </c:pt>
                <c:pt idx="3420">
                  <c:v>23</c:v>
                </c:pt>
                <c:pt idx="3421">
                  <c:v>22.4</c:v>
                </c:pt>
                <c:pt idx="3422">
                  <c:v>22</c:v>
                </c:pt>
                <c:pt idx="3423">
                  <c:v>21.7</c:v>
                </c:pt>
                <c:pt idx="3424">
                  <c:v>21.3</c:v>
                </c:pt>
                <c:pt idx="3425">
                  <c:v>21.4</c:v>
                </c:pt>
                <c:pt idx="3426">
                  <c:v>22.2</c:v>
                </c:pt>
                <c:pt idx="3427">
                  <c:v>22.3</c:v>
                </c:pt>
                <c:pt idx="3428">
                  <c:v>21.6</c:v>
                </c:pt>
                <c:pt idx="3429">
                  <c:v>21.3</c:v>
                </c:pt>
                <c:pt idx="3430">
                  <c:v>21.2</c:v>
                </c:pt>
                <c:pt idx="3431">
                  <c:v>21.5</c:v>
                </c:pt>
                <c:pt idx="3432">
                  <c:v>21.7</c:v>
                </c:pt>
                <c:pt idx="3433">
                  <c:v>21.6</c:v>
                </c:pt>
                <c:pt idx="3434">
                  <c:v>21.1</c:v>
                </c:pt>
                <c:pt idx="3435">
                  <c:v>20.2</c:v>
                </c:pt>
                <c:pt idx="3436">
                  <c:v>20</c:v>
                </c:pt>
                <c:pt idx="3437">
                  <c:v>20.2</c:v>
                </c:pt>
                <c:pt idx="3438">
                  <c:v>19.899999999999999</c:v>
                </c:pt>
                <c:pt idx="3439">
                  <c:v>19.7</c:v>
                </c:pt>
                <c:pt idx="3440">
                  <c:v>19.8</c:v>
                </c:pt>
                <c:pt idx="3441">
                  <c:v>19.8</c:v>
                </c:pt>
                <c:pt idx="3442">
                  <c:v>19.7</c:v>
                </c:pt>
                <c:pt idx="3443">
                  <c:v>19.5</c:v>
                </c:pt>
                <c:pt idx="3444">
                  <c:v>19.5</c:v>
                </c:pt>
                <c:pt idx="3445">
                  <c:v>19.2</c:v>
                </c:pt>
                <c:pt idx="3446">
                  <c:v>18.899999999999999</c:v>
                </c:pt>
                <c:pt idx="3447">
                  <c:v>19</c:v>
                </c:pt>
                <c:pt idx="3448">
                  <c:v>18.8</c:v>
                </c:pt>
                <c:pt idx="3449">
                  <c:v>18.3</c:v>
                </c:pt>
                <c:pt idx="3450">
                  <c:v>18.2</c:v>
                </c:pt>
                <c:pt idx="3451">
                  <c:v>18.7</c:v>
                </c:pt>
                <c:pt idx="3452">
                  <c:v>18.600000000000001</c:v>
                </c:pt>
                <c:pt idx="3453">
                  <c:v>18.2</c:v>
                </c:pt>
                <c:pt idx="3454">
                  <c:v>18</c:v>
                </c:pt>
                <c:pt idx="3455">
                  <c:v>17.899999999999999</c:v>
                </c:pt>
                <c:pt idx="3456">
                  <c:v>17.899999999999999</c:v>
                </c:pt>
                <c:pt idx="3457">
                  <c:v>17.899999999999999</c:v>
                </c:pt>
                <c:pt idx="3458">
                  <c:v>17.899999999999999</c:v>
                </c:pt>
                <c:pt idx="3459">
                  <c:v>17.899999999999999</c:v>
                </c:pt>
                <c:pt idx="3460">
                  <c:v>17.8</c:v>
                </c:pt>
                <c:pt idx="3461">
                  <c:v>17.600000000000001</c:v>
                </c:pt>
                <c:pt idx="3462">
                  <c:v>17.5</c:v>
                </c:pt>
                <c:pt idx="3463">
                  <c:v>17.399999999999999</c:v>
                </c:pt>
                <c:pt idx="3464">
                  <c:v>17.399999999999999</c:v>
                </c:pt>
                <c:pt idx="3465">
                  <c:v>17.600000000000001</c:v>
                </c:pt>
                <c:pt idx="3466">
                  <c:v>17.5</c:v>
                </c:pt>
                <c:pt idx="3467">
                  <c:v>17.100000000000001</c:v>
                </c:pt>
                <c:pt idx="3468">
                  <c:v>16.7</c:v>
                </c:pt>
                <c:pt idx="3469">
                  <c:v>16.5</c:v>
                </c:pt>
                <c:pt idx="3470">
                  <c:v>16.899999999999999</c:v>
                </c:pt>
                <c:pt idx="3471">
                  <c:v>17.100000000000001</c:v>
                </c:pt>
                <c:pt idx="3472">
                  <c:v>16.899999999999999</c:v>
                </c:pt>
                <c:pt idx="3473">
                  <c:v>16.8</c:v>
                </c:pt>
                <c:pt idx="3474">
                  <c:v>16.8</c:v>
                </c:pt>
                <c:pt idx="3475">
                  <c:v>16.899999999999999</c:v>
                </c:pt>
                <c:pt idx="3476">
                  <c:v>16.899999999999999</c:v>
                </c:pt>
                <c:pt idx="3477">
                  <c:v>16.5</c:v>
                </c:pt>
                <c:pt idx="3478">
                  <c:v>16.3</c:v>
                </c:pt>
                <c:pt idx="3479">
                  <c:v>16.399999999999999</c:v>
                </c:pt>
                <c:pt idx="3480">
                  <c:v>16.7</c:v>
                </c:pt>
                <c:pt idx="3481">
                  <c:v>17.100000000000001</c:v>
                </c:pt>
                <c:pt idx="3482">
                  <c:v>17.2</c:v>
                </c:pt>
                <c:pt idx="3483">
                  <c:v>17.100000000000001</c:v>
                </c:pt>
                <c:pt idx="3484">
                  <c:v>16.600000000000001</c:v>
                </c:pt>
                <c:pt idx="3485">
                  <c:v>16.2</c:v>
                </c:pt>
                <c:pt idx="3486">
                  <c:v>16.399999999999999</c:v>
                </c:pt>
                <c:pt idx="3487">
                  <c:v>16.600000000000001</c:v>
                </c:pt>
                <c:pt idx="3488">
                  <c:v>16.5</c:v>
                </c:pt>
                <c:pt idx="3489">
                  <c:v>16.3</c:v>
                </c:pt>
                <c:pt idx="3490">
                  <c:v>16.100000000000001</c:v>
                </c:pt>
                <c:pt idx="3491">
                  <c:v>16.600000000000001</c:v>
                </c:pt>
                <c:pt idx="3492">
                  <c:v>16.8</c:v>
                </c:pt>
                <c:pt idx="3493">
                  <c:v>16.2</c:v>
                </c:pt>
                <c:pt idx="3494">
                  <c:v>15.7</c:v>
                </c:pt>
                <c:pt idx="3495">
                  <c:v>15.6</c:v>
                </c:pt>
                <c:pt idx="3496">
                  <c:v>15.8</c:v>
                </c:pt>
                <c:pt idx="3497">
                  <c:v>16</c:v>
                </c:pt>
                <c:pt idx="3498">
                  <c:v>16.100000000000001</c:v>
                </c:pt>
                <c:pt idx="3499">
                  <c:v>16.100000000000001</c:v>
                </c:pt>
                <c:pt idx="3500">
                  <c:v>15.9</c:v>
                </c:pt>
                <c:pt idx="3501">
                  <c:v>15.6</c:v>
                </c:pt>
                <c:pt idx="3502">
                  <c:v>15.3</c:v>
                </c:pt>
                <c:pt idx="3503">
                  <c:v>15.3</c:v>
                </c:pt>
                <c:pt idx="3504">
                  <c:v>15.6</c:v>
                </c:pt>
                <c:pt idx="3505">
                  <c:v>15.6</c:v>
                </c:pt>
                <c:pt idx="3506">
                  <c:v>15.4</c:v>
                </c:pt>
                <c:pt idx="3507">
                  <c:v>15.3</c:v>
                </c:pt>
                <c:pt idx="3508">
                  <c:v>15.2</c:v>
                </c:pt>
                <c:pt idx="3509">
                  <c:v>15.2</c:v>
                </c:pt>
                <c:pt idx="3510">
                  <c:v>15.2</c:v>
                </c:pt>
                <c:pt idx="3511">
                  <c:v>15.3</c:v>
                </c:pt>
                <c:pt idx="3512">
                  <c:v>15.5</c:v>
                </c:pt>
                <c:pt idx="3513">
                  <c:v>15.6</c:v>
                </c:pt>
                <c:pt idx="3514">
                  <c:v>15.4</c:v>
                </c:pt>
                <c:pt idx="3515">
                  <c:v>15.4</c:v>
                </c:pt>
                <c:pt idx="3516">
                  <c:v>15.9</c:v>
                </c:pt>
                <c:pt idx="3517">
                  <c:v>16</c:v>
                </c:pt>
                <c:pt idx="3518">
                  <c:v>15.5</c:v>
                </c:pt>
                <c:pt idx="3519">
                  <c:v>15.3</c:v>
                </c:pt>
                <c:pt idx="3520">
                  <c:v>15.2</c:v>
                </c:pt>
                <c:pt idx="3521">
                  <c:v>15</c:v>
                </c:pt>
                <c:pt idx="3522">
                  <c:v>14.8</c:v>
                </c:pt>
                <c:pt idx="3523">
                  <c:v>15</c:v>
                </c:pt>
                <c:pt idx="3524">
                  <c:v>15</c:v>
                </c:pt>
                <c:pt idx="3525">
                  <c:v>14.9</c:v>
                </c:pt>
                <c:pt idx="3526">
                  <c:v>15</c:v>
                </c:pt>
                <c:pt idx="3527">
                  <c:v>15.2</c:v>
                </c:pt>
                <c:pt idx="3528">
                  <c:v>15.4</c:v>
                </c:pt>
                <c:pt idx="3529">
                  <c:v>15.4</c:v>
                </c:pt>
                <c:pt idx="3530">
                  <c:v>15.2</c:v>
                </c:pt>
                <c:pt idx="3531">
                  <c:v>14.9</c:v>
                </c:pt>
                <c:pt idx="3532">
                  <c:v>14.7</c:v>
                </c:pt>
                <c:pt idx="3533">
                  <c:v>14.7</c:v>
                </c:pt>
                <c:pt idx="3534">
                  <c:v>14.9</c:v>
                </c:pt>
                <c:pt idx="3535">
                  <c:v>14.7</c:v>
                </c:pt>
                <c:pt idx="3536">
                  <c:v>14.5</c:v>
                </c:pt>
                <c:pt idx="3537">
                  <c:v>14.4</c:v>
                </c:pt>
                <c:pt idx="3538">
                  <c:v>14.5</c:v>
                </c:pt>
                <c:pt idx="3539">
                  <c:v>14.8</c:v>
                </c:pt>
                <c:pt idx="3540">
                  <c:v>14.8</c:v>
                </c:pt>
                <c:pt idx="3541">
                  <c:v>14.9</c:v>
                </c:pt>
                <c:pt idx="3542">
                  <c:v>15.3</c:v>
                </c:pt>
                <c:pt idx="3543">
                  <c:v>15.6</c:v>
                </c:pt>
                <c:pt idx="3544">
                  <c:v>15.3</c:v>
                </c:pt>
                <c:pt idx="3545">
                  <c:v>14.5</c:v>
                </c:pt>
                <c:pt idx="3546">
                  <c:v>13.5</c:v>
                </c:pt>
                <c:pt idx="3547">
                  <c:v>14</c:v>
                </c:pt>
                <c:pt idx="3548">
                  <c:v>15.4</c:v>
                </c:pt>
                <c:pt idx="3549">
                  <c:v>15.4</c:v>
                </c:pt>
                <c:pt idx="3550">
                  <c:v>15</c:v>
                </c:pt>
                <c:pt idx="3551">
                  <c:v>14.9</c:v>
                </c:pt>
                <c:pt idx="3552">
                  <c:v>14.7</c:v>
                </c:pt>
                <c:pt idx="3553">
                  <c:v>14.6</c:v>
                </c:pt>
                <c:pt idx="3554">
                  <c:v>14.7</c:v>
                </c:pt>
                <c:pt idx="3555">
                  <c:v>14.8</c:v>
                </c:pt>
                <c:pt idx="3556">
                  <c:v>14.7</c:v>
                </c:pt>
                <c:pt idx="3557">
                  <c:v>14.6</c:v>
                </c:pt>
                <c:pt idx="3558">
                  <c:v>14.8</c:v>
                </c:pt>
                <c:pt idx="3559">
                  <c:v>14.9</c:v>
                </c:pt>
                <c:pt idx="3560">
                  <c:v>14.7</c:v>
                </c:pt>
                <c:pt idx="3561">
                  <c:v>14.7</c:v>
                </c:pt>
                <c:pt idx="3562">
                  <c:v>14.7</c:v>
                </c:pt>
                <c:pt idx="3563">
                  <c:v>14.8</c:v>
                </c:pt>
                <c:pt idx="3564">
                  <c:v>14.7</c:v>
                </c:pt>
                <c:pt idx="3565">
                  <c:v>14.4</c:v>
                </c:pt>
                <c:pt idx="3566">
                  <c:v>14.3</c:v>
                </c:pt>
                <c:pt idx="3567">
                  <c:v>14.6</c:v>
                </c:pt>
                <c:pt idx="3568">
                  <c:v>14.6</c:v>
                </c:pt>
                <c:pt idx="3569">
                  <c:v>14.5</c:v>
                </c:pt>
                <c:pt idx="3570">
                  <c:v>14.5</c:v>
                </c:pt>
                <c:pt idx="3571">
                  <c:v>14.5</c:v>
                </c:pt>
                <c:pt idx="3572">
                  <c:v>14.6</c:v>
                </c:pt>
                <c:pt idx="3573">
                  <c:v>14.7</c:v>
                </c:pt>
                <c:pt idx="3574">
                  <c:v>14.7</c:v>
                </c:pt>
                <c:pt idx="3575">
                  <c:v>14.8</c:v>
                </c:pt>
                <c:pt idx="3576">
                  <c:v>14.8</c:v>
                </c:pt>
                <c:pt idx="3577">
                  <c:v>14.7</c:v>
                </c:pt>
                <c:pt idx="3578">
                  <c:v>14.5</c:v>
                </c:pt>
                <c:pt idx="3579">
                  <c:v>14.3</c:v>
                </c:pt>
                <c:pt idx="3580">
                  <c:v>14.4</c:v>
                </c:pt>
                <c:pt idx="3581">
                  <c:v>14.7</c:v>
                </c:pt>
                <c:pt idx="3582">
                  <c:v>14.7</c:v>
                </c:pt>
                <c:pt idx="3583">
                  <c:v>14.4</c:v>
                </c:pt>
                <c:pt idx="3584">
                  <c:v>14.2</c:v>
                </c:pt>
                <c:pt idx="3585">
                  <c:v>14.1</c:v>
                </c:pt>
                <c:pt idx="3586">
                  <c:v>14.2</c:v>
                </c:pt>
                <c:pt idx="3587">
                  <c:v>14.2</c:v>
                </c:pt>
                <c:pt idx="3588">
                  <c:v>13.9</c:v>
                </c:pt>
                <c:pt idx="3589">
                  <c:v>14</c:v>
                </c:pt>
                <c:pt idx="3590">
                  <c:v>14.2</c:v>
                </c:pt>
                <c:pt idx="3591">
                  <c:v>14</c:v>
                </c:pt>
                <c:pt idx="3592">
                  <c:v>13.8</c:v>
                </c:pt>
                <c:pt idx="3593">
                  <c:v>13.7</c:v>
                </c:pt>
                <c:pt idx="3594">
                  <c:v>14</c:v>
                </c:pt>
                <c:pt idx="3595">
                  <c:v>14.4</c:v>
                </c:pt>
                <c:pt idx="3596">
                  <c:v>14.6</c:v>
                </c:pt>
                <c:pt idx="3597">
                  <c:v>14.6</c:v>
                </c:pt>
                <c:pt idx="3598">
                  <c:v>14.3</c:v>
                </c:pt>
                <c:pt idx="3599">
                  <c:v>14.2</c:v>
                </c:pt>
                <c:pt idx="3600">
                  <c:v>14.3</c:v>
                </c:pt>
                <c:pt idx="3601">
                  <c:v>14.2</c:v>
                </c:pt>
                <c:pt idx="3602">
                  <c:v>13.8</c:v>
                </c:pt>
                <c:pt idx="3603">
                  <c:v>13.9</c:v>
                </c:pt>
                <c:pt idx="3604">
                  <c:v>14.1</c:v>
                </c:pt>
                <c:pt idx="3605">
                  <c:v>13.9</c:v>
                </c:pt>
                <c:pt idx="3606">
                  <c:v>13.8</c:v>
                </c:pt>
                <c:pt idx="3607">
                  <c:v>13.9</c:v>
                </c:pt>
                <c:pt idx="3608">
                  <c:v>13.9</c:v>
                </c:pt>
                <c:pt idx="3609">
                  <c:v>13.8</c:v>
                </c:pt>
                <c:pt idx="3610">
                  <c:v>14</c:v>
                </c:pt>
                <c:pt idx="3611">
                  <c:v>14.3</c:v>
                </c:pt>
                <c:pt idx="3612">
                  <c:v>14.5</c:v>
                </c:pt>
                <c:pt idx="3613">
                  <c:v>14.4</c:v>
                </c:pt>
                <c:pt idx="3614">
                  <c:v>14</c:v>
                </c:pt>
                <c:pt idx="3615">
                  <c:v>13.9</c:v>
                </c:pt>
                <c:pt idx="3616">
                  <c:v>14.1</c:v>
                </c:pt>
                <c:pt idx="3617">
                  <c:v>13.9</c:v>
                </c:pt>
                <c:pt idx="3618">
                  <c:v>13.8</c:v>
                </c:pt>
                <c:pt idx="3619">
                  <c:v>13.9</c:v>
                </c:pt>
                <c:pt idx="3620">
                  <c:v>14.1</c:v>
                </c:pt>
                <c:pt idx="3621">
                  <c:v>14.3</c:v>
                </c:pt>
                <c:pt idx="3622">
                  <c:v>14.2</c:v>
                </c:pt>
                <c:pt idx="3623">
                  <c:v>14</c:v>
                </c:pt>
                <c:pt idx="3624">
                  <c:v>13.9</c:v>
                </c:pt>
                <c:pt idx="3625">
                  <c:v>13.9</c:v>
                </c:pt>
                <c:pt idx="3626">
                  <c:v>14</c:v>
                </c:pt>
                <c:pt idx="3627">
                  <c:v>14.2</c:v>
                </c:pt>
                <c:pt idx="3628">
                  <c:v>14.3</c:v>
                </c:pt>
                <c:pt idx="3629">
                  <c:v>14.2</c:v>
                </c:pt>
                <c:pt idx="3630">
                  <c:v>14.1</c:v>
                </c:pt>
                <c:pt idx="3631">
                  <c:v>14.3</c:v>
                </c:pt>
                <c:pt idx="3632">
                  <c:v>14.2</c:v>
                </c:pt>
                <c:pt idx="3633">
                  <c:v>13.7</c:v>
                </c:pt>
                <c:pt idx="3634">
                  <c:v>13.8</c:v>
                </c:pt>
                <c:pt idx="3635">
                  <c:v>14.4</c:v>
                </c:pt>
                <c:pt idx="3636">
                  <c:v>14.1</c:v>
                </c:pt>
                <c:pt idx="3637">
                  <c:v>13.6</c:v>
                </c:pt>
                <c:pt idx="3638">
                  <c:v>13.9</c:v>
                </c:pt>
                <c:pt idx="3639">
                  <c:v>14</c:v>
                </c:pt>
                <c:pt idx="3640">
                  <c:v>14</c:v>
                </c:pt>
                <c:pt idx="3641">
                  <c:v>14.1</c:v>
                </c:pt>
                <c:pt idx="3642">
                  <c:v>14.4</c:v>
                </c:pt>
                <c:pt idx="3643">
                  <c:v>14.2</c:v>
                </c:pt>
                <c:pt idx="3644">
                  <c:v>14.1</c:v>
                </c:pt>
                <c:pt idx="3645">
                  <c:v>14.2</c:v>
                </c:pt>
                <c:pt idx="3646">
                  <c:v>14.3</c:v>
                </c:pt>
                <c:pt idx="3647">
                  <c:v>14.2</c:v>
                </c:pt>
                <c:pt idx="3648">
                  <c:v>14</c:v>
                </c:pt>
                <c:pt idx="3649">
                  <c:v>13.8</c:v>
                </c:pt>
                <c:pt idx="3650">
                  <c:v>13.7</c:v>
                </c:pt>
                <c:pt idx="3651">
                  <c:v>13.7</c:v>
                </c:pt>
                <c:pt idx="3652">
                  <c:v>13.7</c:v>
                </c:pt>
                <c:pt idx="3653">
                  <c:v>13.8</c:v>
                </c:pt>
                <c:pt idx="3654">
                  <c:v>13.9</c:v>
                </c:pt>
                <c:pt idx="3655">
                  <c:v>13.9</c:v>
                </c:pt>
                <c:pt idx="3656">
                  <c:v>13.9</c:v>
                </c:pt>
                <c:pt idx="3657">
                  <c:v>14</c:v>
                </c:pt>
                <c:pt idx="3658">
                  <c:v>14</c:v>
                </c:pt>
                <c:pt idx="3659">
                  <c:v>13.9</c:v>
                </c:pt>
                <c:pt idx="3660">
                  <c:v>13.9</c:v>
                </c:pt>
                <c:pt idx="3661">
                  <c:v>13.9</c:v>
                </c:pt>
                <c:pt idx="3662">
                  <c:v>13.9</c:v>
                </c:pt>
                <c:pt idx="3663">
                  <c:v>13.8</c:v>
                </c:pt>
                <c:pt idx="3664">
                  <c:v>13.7</c:v>
                </c:pt>
                <c:pt idx="3665">
                  <c:v>13.7</c:v>
                </c:pt>
                <c:pt idx="3666">
                  <c:v>13.4</c:v>
                </c:pt>
                <c:pt idx="3667">
                  <c:v>13.6</c:v>
                </c:pt>
                <c:pt idx="3668">
                  <c:v>14</c:v>
                </c:pt>
                <c:pt idx="3669">
                  <c:v>13.8</c:v>
                </c:pt>
                <c:pt idx="3670">
                  <c:v>13.5</c:v>
                </c:pt>
                <c:pt idx="3671">
                  <c:v>13.5</c:v>
                </c:pt>
                <c:pt idx="3672">
                  <c:v>13.5</c:v>
                </c:pt>
                <c:pt idx="3673">
                  <c:v>13.6</c:v>
                </c:pt>
                <c:pt idx="3674">
                  <c:v>13.6</c:v>
                </c:pt>
                <c:pt idx="3675">
                  <c:v>13.6</c:v>
                </c:pt>
                <c:pt idx="3676">
                  <c:v>13.8</c:v>
                </c:pt>
                <c:pt idx="3677">
                  <c:v>13.9</c:v>
                </c:pt>
                <c:pt idx="3678">
                  <c:v>13.9</c:v>
                </c:pt>
                <c:pt idx="3679">
                  <c:v>13.8</c:v>
                </c:pt>
                <c:pt idx="3680">
                  <c:v>13.8</c:v>
                </c:pt>
                <c:pt idx="3681">
                  <c:v>13.8</c:v>
                </c:pt>
                <c:pt idx="3682">
                  <c:v>14</c:v>
                </c:pt>
                <c:pt idx="3683">
                  <c:v>14.1</c:v>
                </c:pt>
                <c:pt idx="3684">
                  <c:v>14.2</c:v>
                </c:pt>
                <c:pt idx="3685">
                  <c:v>14</c:v>
                </c:pt>
                <c:pt idx="3686">
                  <c:v>14</c:v>
                </c:pt>
                <c:pt idx="3687">
                  <c:v>14.1</c:v>
                </c:pt>
                <c:pt idx="3688">
                  <c:v>14.2</c:v>
                </c:pt>
                <c:pt idx="3689">
                  <c:v>14.1</c:v>
                </c:pt>
                <c:pt idx="3690">
                  <c:v>13.7</c:v>
                </c:pt>
                <c:pt idx="3691">
                  <c:v>13.7</c:v>
                </c:pt>
                <c:pt idx="3692">
                  <c:v>14.3</c:v>
                </c:pt>
                <c:pt idx="3693">
                  <c:v>13.9</c:v>
                </c:pt>
                <c:pt idx="3694">
                  <c:v>13.6</c:v>
                </c:pt>
                <c:pt idx="3695">
                  <c:v>14</c:v>
                </c:pt>
                <c:pt idx="3696">
                  <c:v>14.3</c:v>
                </c:pt>
                <c:pt idx="3697">
                  <c:v>14.2</c:v>
                </c:pt>
                <c:pt idx="3698">
                  <c:v>14.1</c:v>
                </c:pt>
                <c:pt idx="3699">
                  <c:v>13.9</c:v>
                </c:pt>
                <c:pt idx="3700">
                  <c:v>13.8</c:v>
                </c:pt>
                <c:pt idx="3701">
                  <c:v>13.6</c:v>
                </c:pt>
                <c:pt idx="3702">
                  <c:v>13.5</c:v>
                </c:pt>
                <c:pt idx="3703">
                  <c:v>13.7</c:v>
                </c:pt>
                <c:pt idx="3704">
                  <c:v>14.1</c:v>
                </c:pt>
                <c:pt idx="3705">
                  <c:v>14.1</c:v>
                </c:pt>
                <c:pt idx="3706">
                  <c:v>13.9</c:v>
                </c:pt>
                <c:pt idx="3707">
                  <c:v>14.1</c:v>
                </c:pt>
                <c:pt idx="3708">
                  <c:v>14.1</c:v>
                </c:pt>
                <c:pt idx="3709">
                  <c:v>13.8</c:v>
                </c:pt>
                <c:pt idx="3710">
                  <c:v>13.7</c:v>
                </c:pt>
                <c:pt idx="3711">
                  <c:v>13.9</c:v>
                </c:pt>
                <c:pt idx="3712">
                  <c:v>13.5</c:v>
                </c:pt>
                <c:pt idx="3713">
                  <c:v>13.3</c:v>
                </c:pt>
                <c:pt idx="3714">
                  <c:v>13.8</c:v>
                </c:pt>
                <c:pt idx="3715">
                  <c:v>14.1</c:v>
                </c:pt>
                <c:pt idx="3716">
                  <c:v>13.6</c:v>
                </c:pt>
                <c:pt idx="3717">
                  <c:v>13.5</c:v>
                </c:pt>
                <c:pt idx="3718">
                  <c:v>13.6</c:v>
                </c:pt>
                <c:pt idx="3719">
                  <c:v>13.6</c:v>
                </c:pt>
                <c:pt idx="3720">
                  <c:v>13.7</c:v>
                </c:pt>
                <c:pt idx="3721">
                  <c:v>14</c:v>
                </c:pt>
                <c:pt idx="3722">
                  <c:v>14.2</c:v>
                </c:pt>
                <c:pt idx="3723">
                  <c:v>14.2</c:v>
                </c:pt>
                <c:pt idx="3724">
                  <c:v>13.6</c:v>
                </c:pt>
                <c:pt idx="3725">
                  <c:v>13.2</c:v>
                </c:pt>
                <c:pt idx="3726">
                  <c:v>13.6</c:v>
                </c:pt>
                <c:pt idx="3727">
                  <c:v>13.8</c:v>
                </c:pt>
                <c:pt idx="3728">
                  <c:v>13.7</c:v>
                </c:pt>
                <c:pt idx="3729">
                  <c:v>13.5</c:v>
                </c:pt>
                <c:pt idx="3730">
                  <c:v>13.5</c:v>
                </c:pt>
                <c:pt idx="3731">
                  <c:v>13.3</c:v>
                </c:pt>
                <c:pt idx="3732">
                  <c:v>13.4</c:v>
                </c:pt>
                <c:pt idx="3733">
                  <c:v>14</c:v>
                </c:pt>
                <c:pt idx="3734">
                  <c:v>14.2</c:v>
                </c:pt>
                <c:pt idx="3735">
                  <c:v>14</c:v>
                </c:pt>
                <c:pt idx="3736">
                  <c:v>13.7</c:v>
                </c:pt>
                <c:pt idx="3737">
                  <c:v>13.6</c:v>
                </c:pt>
                <c:pt idx="3738">
                  <c:v>14</c:v>
                </c:pt>
                <c:pt idx="3739">
                  <c:v>14.1</c:v>
                </c:pt>
                <c:pt idx="3740">
                  <c:v>13.8</c:v>
                </c:pt>
                <c:pt idx="3741">
                  <c:v>13.6</c:v>
                </c:pt>
                <c:pt idx="3742">
                  <c:v>13.5</c:v>
                </c:pt>
                <c:pt idx="3743">
                  <c:v>13.6</c:v>
                </c:pt>
                <c:pt idx="3744">
                  <c:v>13.8</c:v>
                </c:pt>
                <c:pt idx="3745">
                  <c:v>14.1</c:v>
                </c:pt>
                <c:pt idx="3746">
                  <c:v>14.1</c:v>
                </c:pt>
                <c:pt idx="3747">
                  <c:v>13.7</c:v>
                </c:pt>
                <c:pt idx="3748">
                  <c:v>13.8</c:v>
                </c:pt>
                <c:pt idx="3749">
                  <c:v>14</c:v>
                </c:pt>
                <c:pt idx="3750">
                  <c:v>14</c:v>
                </c:pt>
                <c:pt idx="3751">
                  <c:v>13.9</c:v>
                </c:pt>
                <c:pt idx="3752">
                  <c:v>14</c:v>
                </c:pt>
                <c:pt idx="3753">
                  <c:v>14</c:v>
                </c:pt>
                <c:pt idx="3754">
                  <c:v>13.9</c:v>
                </c:pt>
                <c:pt idx="3755">
                  <c:v>13.9</c:v>
                </c:pt>
                <c:pt idx="3756">
                  <c:v>13.9</c:v>
                </c:pt>
                <c:pt idx="3757">
                  <c:v>14</c:v>
                </c:pt>
                <c:pt idx="3758">
                  <c:v>13.9</c:v>
                </c:pt>
                <c:pt idx="3759">
                  <c:v>13.6</c:v>
                </c:pt>
                <c:pt idx="3760">
                  <c:v>13.4</c:v>
                </c:pt>
                <c:pt idx="3761">
                  <c:v>13.5</c:v>
                </c:pt>
                <c:pt idx="3762">
                  <c:v>14</c:v>
                </c:pt>
                <c:pt idx="3763">
                  <c:v>14.3</c:v>
                </c:pt>
                <c:pt idx="3764">
                  <c:v>14.2</c:v>
                </c:pt>
                <c:pt idx="3765">
                  <c:v>14</c:v>
                </c:pt>
                <c:pt idx="3766">
                  <c:v>13.9</c:v>
                </c:pt>
                <c:pt idx="3767">
                  <c:v>13.8</c:v>
                </c:pt>
                <c:pt idx="3768">
                  <c:v>13.8</c:v>
                </c:pt>
                <c:pt idx="3769">
                  <c:v>13.9</c:v>
                </c:pt>
                <c:pt idx="3770">
                  <c:v>13.7</c:v>
                </c:pt>
                <c:pt idx="3771">
                  <c:v>13.4</c:v>
                </c:pt>
                <c:pt idx="3772">
                  <c:v>13.4</c:v>
                </c:pt>
                <c:pt idx="3773">
                  <c:v>13.5</c:v>
                </c:pt>
                <c:pt idx="3774">
                  <c:v>13.5</c:v>
                </c:pt>
                <c:pt idx="3775">
                  <c:v>13.6</c:v>
                </c:pt>
                <c:pt idx="3776">
                  <c:v>13.6</c:v>
                </c:pt>
                <c:pt idx="3777">
                  <c:v>13.7</c:v>
                </c:pt>
                <c:pt idx="3778">
                  <c:v>13.7</c:v>
                </c:pt>
                <c:pt idx="3779">
                  <c:v>13.7</c:v>
                </c:pt>
                <c:pt idx="3780">
                  <c:v>13.6</c:v>
                </c:pt>
                <c:pt idx="3781">
                  <c:v>13.5</c:v>
                </c:pt>
                <c:pt idx="3782">
                  <c:v>13.6</c:v>
                </c:pt>
                <c:pt idx="3783">
                  <c:v>13.9</c:v>
                </c:pt>
                <c:pt idx="3784">
                  <c:v>14.2</c:v>
                </c:pt>
                <c:pt idx="3785">
                  <c:v>14.1</c:v>
                </c:pt>
                <c:pt idx="3786">
                  <c:v>13.6</c:v>
                </c:pt>
                <c:pt idx="3787">
                  <c:v>13.4</c:v>
                </c:pt>
                <c:pt idx="3788">
                  <c:v>13.7</c:v>
                </c:pt>
                <c:pt idx="3789">
                  <c:v>14.1</c:v>
                </c:pt>
                <c:pt idx="3790">
                  <c:v>14.2</c:v>
                </c:pt>
                <c:pt idx="3791">
                  <c:v>13.7</c:v>
                </c:pt>
                <c:pt idx="3792">
                  <c:v>13.5</c:v>
                </c:pt>
                <c:pt idx="3793">
                  <c:v>13.8</c:v>
                </c:pt>
                <c:pt idx="3794">
                  <c:v>13.9</c:v>
                </c:pt>
                <c:pt idx="3795">
                  <c:v>13.8</c:v>
                </c:pt>
                <c:pt idx="3796">
                  <c:v>13.7</c:v>
                </c:pt>
                <c:pt idx="3797">
                  <c:v>13.6</c:v>
                </c:pt>
                <c:pt idx="3798">
                  <c:v>13.7</c:v>
                </c:pt>
                <c:pt idx="3799">
                  <c:v>13.8</c:v>
                </c:pt>
                <c:pt idx="3800">
                  <c:v>13.9</c:v>
                </c:pt>
                <c:pt idx="3801">
                  <c:v>14.2</c:v>
                </c:pt>
                <c:pt idx="3802">
                  <c:v>14.3</c:v>
                </c:pt>
                <c:pt idx="3803">
                  <c:v>14</c:v>
                </c:pt>
                <c:pt idx="3804">
                  <c:v>13.9</c:v>
                </c:pt>
                <c:pt idx="3805">
                  <c:v>13.9</c:v>
                </c:pt>
                <c:pt idx="3806">
                  <c:v>14</c:v>
                </c:pt>
                <c:pt idx="3807">
                  <c:v>14</c:v>
                </c:pt>
                <c:pt idx="3808">
                  <c:v>13.8</c:v>
                </c:pt>
                <c:pt idx="3809">
                  <c:v>13.7</c:v>
                </c:pt>
                <c:pt idx="3810">
                  <c:v>13.9</c:v>
                </c:pt>
                <c:pt idx="3811">
                  <c:v>14</c:v>
                </c:pt>
                <c:pt idx="3812">
                  <c:v>13.9</c:v>
                </c:pt>
                <c:pt idx="3813">
                  <c:v>13.6</c:v>
                </c:pt>
                <c:pt idx="3814">
                  <c:v>13.6</c:v>
                </c:pt>
                <c:pt idx="3815">
                  <c:v>14.1</c:v>
                </c:pt>
                <c:pt idx="3816">
                  <c:v>14.2</c:v>
                </c:pt>
                <c:pt idx="3817">
                  <c:v>13.9</c:v>
                </c:pt>
                <c:pt idx="3818">
                  <c:v>13.5</c:v>
                </c:pt>
                <c:pt idx="3819">
                  <c:v>13.2</c:v>
                </c:pt>
                <c:pt idx="3820">
                  <c:v>13.4</c:v>
                </c:pt>
                <c:pt idx="3821">
                  <c:v>13.5</c:v>
                </c:pt>
                <c:pt idx="3822">
                  <c:v>13.5</c:v>
                </c:pt>
                <c:pt idx="3823">
                  <c:v>13.6</c:v>
                </c:pt>
                <c:pt idx="3824">
                  <c:v>13.7</c:v>
                </c:pt>
                <c:pt idx="3825">
                  <c:v>13.7</c:v>
                </c:pt>
                <c:pt idx="3826">
                  <c:v>13.6</c:v>
                </c:pt>
                <c:pt idx="3827">
                  <c:v>13.3</c:v>
                </c:pt>
                <c:pt idx="3828">
                  <c:v>12.9</c:v>
                </c:pt>
                <c:pt idx="3829">
                  <c:v>12.6</c:v>
                </c:pt>
                <c:pt idx="3830">
                  <c:v>13.3</c:v>
                </c:pt>
                <c:pt idx="3831">
                  <c:v>13.7</c:v>
                </c:pt>
                <c:pt idx="3832">
                  <c:v>13.8</c:v>
                </c:pt>
                <c:pt idx="3833">
                  <c:v>13.5</c:v>
                </c:pt>
                <c:pt idx="3834">
                  <c:v>13.1</c:v>
                </c:pt>
                <c:pt idx="3835">
                  <c:v>13.3</c:v>
                </c:pt>
                <c:pt idx="3836">
                  <c:v>13.7</c:v>
                </c:pt>
                <c:pt idx="3837">
                  <c:v>13.7</c:v>
                </c:pt>
                <c:pt idx="3838">
                  <c:v>13.8</c:v>
                </c:pt>
                <c:pt idx="3839">
                  <c:v>13.9</c:v>
                </c:pt>
                <c:pt idx="3840">
                  <c:v>13.5</c:v>
                </c:pt>
                <c:pt idx="3841">
                  <c:v>13.2</c:v>
                </c:pt>
                <c:pt idx="3842">
                  <c:v>13.5</c:v>
                </c:pt>
                <c:pt idx="3843">
                  <c:v>13.4</c:v>
                </c:pt>
                <c:pt idx="3844">
                  <c:v>13.1</c:v>
                </c:pt>
                <c:pt idx="3845">
                  <c:v>13.3</c:v>
                </c:pt>
                <c:pt idx="3846">
                  <c:v>13.6</c:v>
                </c:pt>
                <c:pt idx="3847">
                  <c:v>13.3</c:v>
                </c:pt>
                <c:pt idx="3848">
                  <c:v>13.2</c:v>
                </c:pt>
                <c:pt idx="3849">
                  <c:v>13.5</c:v>
                </c:pt>
                <c:pt idx="3850">
                  <c:v>13.5</c:v>
                </c:pt>
                <c:pt idx="3851">
                  <c:v>13.2</c:v>
                </c:pt>
                <c:pt idx="3852">
                  <c:v>13</c:v>
                </c:pt>
                <c:pt idx="3853">
                  <c:v>12.9</c:v>
                </c:pt>
                <c:pt idx="3854">
                  <c:v>13.2</c:v>
                </c:pt>
                <c:pt idx="3855">
                  <c:v>13.4</c:v>
                </c:pt>
                <c:pt idx="3856">
                  <c:v>13.5</c:v>
                </c:pt>
                <c:pt idx="3857">
                  <c:v>13.9</c:v>
                </c:pt>
                <c:pt idx="3858">
                  <c:v>14</c:v>
                </c:pt>
                <c:pt idx="3859">
                  <c:v>13.5</c:v>
                </c:pt>
                <c:pt idx="3860">
                  <c:v>13.2</c:v>
                </c:pt>
                <c:pt idx="3861">
                  <c:v>13.1</c:v>
                </c:pt>
                <c:pt idx="3862">
                  <c:v>13.4</c:v>
                </c:pt>
                <c:pt idx="3863">
                  <c:v>13.3</c:v>
                </c:pt>
                <c:pt idx="3864">
                  <c:v>12.8</c:v>
                </c:pt>
                <c:pt idx="3865">
                  <c:v>12.7</c:v>
                </c:pt>
                <c:pt idx="3866">
                  <c:v>13.1</c:v>
                </c:pt>
                <c:pt idx="3867">
                  <c:v>13.2</c:v>
                </c:pt>
                <c:pt idx="3868">
                  <c:v>13.2</c:v>
                </c:pt>
                <c:pt idx="3869">
                  <c:v>13.3</c:v>
                </c:pt>
                <c:pt idx="3870">
                  <c:v>13.3</c:v>
                </c:pt>
                <c:pt idx="3871">
                  <c:v>12.9</c:v>
                </c:pt>
                <c:pt idx="3872">
                  <c:v>12.7</c:v>
                </c:pt>
                <c:pt idx="3873">
                  <c:v>12.6</c:v>
                </c:pt>
                <c:pt idx="3874">
                  <c:v>12.9</c:v>
                </c:pt>
                <c:pt idx="3875">
                  <c:v>12.9</c:v>
                </c:pt>
                <c:pt idx="3876">
                  <c:v>12.6</c:v>
                </c:pt>
                <c:pt idx="3877">
                  <c:v>12.6</c:v>
                </c:pt>
                <c:pt idx="3878">
                  <c:v>12.7</c:v>
                </c:pt>
                <c:pt idx="3879">
                  <c:v>12.4</c:v>
                </c:pt>
                <c:pt idx="3880">
                  <c:v>12.4</c:v>
                </c:pt>
                <c:pt idx="3881">
                  <c:v>12.9</c:v>
                </c:pt>
                <c:pt idx="3882">
                  <c:v>12.9</c:v>
                </c:pt>
                <c:pt idx="3883">
                  <c:v>12.4</c:v>
                </c:pt>
                <c:pt idx="3884">
                  <c:v>12.4</c:v>
                </c:pt>
                <c:pt idx="3885">
                  <c:v>12.5</c:v>
                </c:pt>
                <c:pt idx="3886">
                  <c:v>12.8</c:v>
                </c:pt>
                <c:pt idx="3887">
                  <c:v>12.7</c:v>
                </c:pt>
                <c:pt idx="3888">
                  <c:v>12.4</c:v>
                </c:pt>
                <c:pt idx="3889">
                  <c:v>12.5</c:v>
                </c:pt>
                <c:pt idx="3890">
                  <c:v>12.6</c:v>
                </c:pt>
                <c:pt idx="3891">
                  <c:v>12.1</c:v>
                </c:pt>
                <c:pt idx="3892">
                  <c:v>12.2</c:v>
                </c:pt>
                <c:pt idx="3893">
                  <c:v>12.9</c:v>
                </c:pt>
                <c:pt idx="3894">
                  <c:v>12.9</c:v>
                </c:pt>
                <c:pt idx="3895">
                  <c:v>12.5</c:v>
                </c:pt>
                <c:pt idx="3896">
                  <c:v>12.2</c:v>
                </c:pt>
                <c:pt idx="3897">
                  <c:v>12</c:v>
                </c:pt>
                <c:pt idx="3898">
                  <c:v>11.8</c:v>
                </c:pt>
                <c:pt idx="3899">
                  <c:v>11.9</c:v>
                </c:pt>
                <c:pt idx="3900">
                  <c:v>12.1</c:v>
                </c:pt>
                <c:pt idx="3901">
                  <c:v>12.3</c:v>
                </c:pt>
                <c:pt idx="3902">
                  <c:v>12.3</c:v>
                </c:pt>
                <c:pt idx="3903">
                  <c:v>12.1</c:v>
                </c:pt>
                <c:pt idx="3904">
                  <c:v>12.1</c:v>
                </c:pt>
                <c:pt idx="3905">
                  <c:v>12.1</c:v>
                </c:pt>
                <c:pt idx="3906">
                  <c:v>12.3</c:v>
                </c:pt>
                <c:pt idx="3907">
                  <c:v>12.3</c:v>
                </c:pt>
                <c:pt idx="3908">
                  <c:v>12.2</c:v>
                </c:pt>
                <c:pt idx="3909">
                  <c:v>12.2</c:v>
                </c:pt>
                <c:pt idx="3910">
                  <c:v>12.3</c:v>
                </c:pt>
                <c:pt idx="3911">
                  <c:v>12.6</c:v>
                </c:pt>
                <c:pt idx="3912">
                  <c:v>12.6</c:v>
                </c:pt>
                <c:pt idx="3913">
                  <c:v>12.4</c:v>
                </c:pt>
                <c:pt idx="3914">
                  <c:v>12.2</c:v>
                </c:pt>
                <c:pt idx="3915">
                  <c:v>12</c:v>
                </c:pt>
                <c:pt idx="3916">
                  <c:v>11.9</c:v>
                </c:pt>
                <c:pt idx="3917">
                  <c:v>11.8</c:v>
                </c:pt>
                <c:pt idx="3918">
                  <c:v>11.6</c:v>
                </c:pt>
                <c:pt idx="3919">
                  <c:v>11.7</c:v>
                </c:pt>
                <c:pt idx="3920">
                  <c:v>12</c:v>
                </c:pt>
                <c:pt idx="3921">
                  <c:v>12.1</c:v>
                </c:pt>
                <c:pt idx="3922">
                  <c:v>12.1</c:v>
                </c:pt>
                <c:pt idx="3923">
                  <c:v>12</c:v>
                </c:pt>
                <c:pt idx="3924">
                  <c:v>12</c:v>
                </c:pt>
                <c:pt idx="3925">
                  <c:v>11.9</c:v>
                </c:pt>
                <c:pt idx="3926">
                  <c:v>11.9</c:v>
                </c:pt>
                <c:pt idx="3927">
                  <c:v>11.9</c:v>
                </c:pt>
                <c:pt idx="3928">
                  <c:v>11.9</c:v>
                </c:pt>
                <c:pt idx="3929">
                  <c:v>11.9</c:v>
                </c:pt>
                <c:pt idx="3930">
                  <c:v>11.8</c:v>
                </c:pt>
                <c:pt idx="3931">
                  <c:v>12.1</c:v>
                </c:pt>
                <c:pt idx="3932">
                  <c:v>12.2</c:v>
                </c:pt>
                <c:pt idx="3933">
                  <c:v>12</c:v>
                </c:pt>
                <c:pt idx="3934">
                  <c:v>11.9</c:v>
                </c:pt>
                <c:pt idx="3935">
                  <c:v>12.1</c:v>
                </c:pt>
                <c:pt idx="3936">
                  <c:v>11.9</c:v>
                </c:pt>
                <c:pt idx="3937">
                  <c:v>11.7</c:v>
                </c:pt>
                <c:pt idx="3938">
                  <c:v>11.9</c:v>
                </c:pt>
                <c:pt idx="3939">
                  <c:v>11.9</c:v>
                </c:pt>
                <c:pt idx="3940">
                  <c:v>11.8</c:v>
                </c:pt>
                <c:pt idx="3941">
                  <c:v>11.7</c:v>
                </c:pt>
              </c:numCache>
            </c:numRef>
          </c:val>
        </c:ser>
        <c:dLbls>
          <c:showLegendKey val="0"/>
          <c:showVal val="0"/>
          <c:showCatName val="0"/>
          <c:showSerName val="0"/>
          <c:showPercent val="0"/>
          <c:showBubbleSize val="0"/>
        </c:dLbls>
        <c:axId val="131765120"/>
        <c:axId val="131762768"/>
      </c:areaChart>
      <c:catAx>
        <c:axId val="131765120"/>
        <c:scaling>
          <c:orientation val="minMax"/>
        </c:scaling>
        <c:delete val="0"/>
        <c:axPos val="b"/>
        <c:majorGridlines>
          <c:spPr>
            <a:ln w="9525" cap="flat" cmpd="sng" algn="ctr">
              <a:solidFill>
                <a:schemeClr val="tx1">
                  <a:lumMod val="15000"/>
                  <a:lumOff val="85000"/>
                </a:schemeClr>
              </a:solidFill>
              <a:round/>
            </a:ln>
            <a:effectLst/>
          </c:spPr>
        </c:majorGridlines>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2768"/>
        <c:crosses val="autoZero"/>
        <c:auto val="1"/>
        <c:lblAlgn val="ctr"/>
        <c:lblOffset val="100"/>
        <c:noMultiLvlLbl val="0"/>
      </c:catAx>
      <c:valAx>
        <c:axId val="131762768"/>
        <c:scaling>
          <c:orientation val="minMax"/>
        </c:scaling>
        <c:delete val="0"/>
        <c:axPos val="l"/>
        <c:majorGridlines>
          <c:spPr>
            <a:ln w="9525" cap="flat" cmpd="sng" algn="ctr">
              <a:solidFill>
                <a:schemeClr val="tx1">
                  <a:lumMod val="15000"/>
                  <a:lumOff val="85000"/>
                </a:schemeClr>
              </a:solidFill>
              <a:round/>
            </a:ln>
            <a:effectLst/>
          </c:spPr>
        </c:majorGridlines>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512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sz="1400" b="0" i="0" baseline="0" dirty="0" smtClean="0">
                <a:effectLst/>
              </a:rPr>
              <a:t>Resistance in varying temperature and magnetic field</a:t>
            </a:r>
            <a:endParaRPr lang="en-CA" sz="1100" dirty="0">
              <a:effectLs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test!$C$1</c:f>
              <c:strCache>
                <c:ptCount val="1"/>
                <c:pt idx="0">
                  <c:v>14K</c:v>
                </c:pt>
              </c:strCache>
            </c:strRef>
          </c:tx>
          <c:spPr>
            <a:ln w="19050" cap="rnd">
              <a:solidFill>
                <a:srgbClr val="7030A0"/>
              </a:solidFill>
              <a:round/>
            </a:ln>
            <a:effectLst/>
          </c:spPr>
          <c:marker>
            <c:symbol val="none"/>
          </c:marker>
          <c:xVal>
            <c:numRef>
              <c:f>test!$B$2:$B$102</c:f>
              <c:numCache>
                <c:formatCode>General</c:formatCode>
                <c:ptCount val="101"/>
                <c:pt idx="0">
                  <c:v>12132.2</c:v>
                </c:pt>
                <c:pt idx="1">
                  <c:v>12136</c:v>
                </c:pt>
                <c:pt idx="2">
                  <c:v>11757.9</c:v>
                </c:pt>
                <c:pt idx="3">
                  <c:v>11357.1</c:v>
                </c:pt>
                <c:pt idx="4">
                  <c:v>10927.6</c:v>
                </c:pt>
                <c:pt idx="5">
                  <c:v>10476.799999999999</c:v>
                </c:pt>
                <c:pt idx="6">
                  <c:v>10009.799999999999</c:v>
                </c:pt>
                <c:pt idx="7">
                  <c:v>9537.5</c:v>
                </c:pt>
                <c:pt idx="8">
                  <c:v>9061</c:v>
                </c:pt>
                <c:pt idx="9">
                  <c:v>8580.1</c:v>
                </c:pt>
                <c:pt idx="10">
                  <c:v>8093.4</c:v>
                </c:pt>
                <c:pt idx="11">
                  <c:v>7605.6</c:v>
                </c:pt>
                <c:pt idx="12">
                  <c:v>7118.3</c:v>
                </c:pt>
                <c:pt idx="13">
                  <c:v>6621.8</c:v>
                </c:pt>
                <c:pt idx="14">
                  <c:v>6131</c:v>
                </c:pt>
                <c:pt idx="15">
                  <c:v>5632.4</c:v>
                </c:pt>
                <c:pt idx="16">
                  <c:v>5134.2</c:v>
                </c:pt>
                <c:pt idx="17">
                  <c:v>4631</c:v>
                </c:pt>
                <c:pt idx="18">
                  <c:v>4129</c:v>
                </c:pt>
                <c:pt idx="19">
                  <c:v>3625.3</c:v>
                </c:pt>
                <c:pt idx="20">
                  <c:v>3120.2</c:v>
                </c:pt>
                <c:pt idx="21">
                  <c:v>2613.8000000000002</c:v>
                </c:pt>
                <c:pt idx="22">
                  <c:v>2104.6</c:v>
                </c:pt>
                <c:pt idx="23">
                  <c:v>1597.69</c:v>
                </c:pt>
                <c:pt idx="24">
                  <c:v>1088.8499999999999</c:v>
                </c:pt>
                <c:pt idx="25">
                  <c:v>580.66</c:v>
                </c:pt>
                <c:pt idx="26">
                  <c:v>72.854999999999976</c:v>
                </c:pt>
                <c:pt idx="27">
                  <c:v>-435.89</c:v>
                </c:pt>
                <c:pt idx="28">
                  <c:v>-943.22</c:v>
                </c:pt>
                <c:pt idx="29">
                  <c:v>-1449.5</c:v>
                </c:pt>
                <c:pt idx="30">
                  <c:v>-1955.09</c:v>
                </c:pt>
                <c:pt idx="31">
                  <c:v>-2459.31</c:v>
                </c:pt>
                <c:pt idx="32">
                  <c:v>-2960.89</c:v>
                </c:pt>
                <c:pt idx="33">
                  <c:v>-3464.8</c:v>
                </c:pt>
                <c:pt idx="34">
                  <c:v>-3963.5</c:v>
                </c:pt>
                <c:pt idx="35">
                  <c:v>-4463.9000000000005</c:v>
                </c:pt>
                <c:pt idx="36">
                  <c:v>-4961.5</c:v>
                </c:pt>
                <c:pt idx="37">
                  <c:v>-5458</c:v>
                </c:pt>
                <c:pt idx="38">
                  <c:v>-5954.9</c:v>
                </c:pt>
                <c:pt idx="39">
                  <c:v>-6446.2</c:v>
                </c:pt>
                <c:pt idx="40">
                  <c:v>-6936.4</c:v>
                </c:pt>
                <c:pt idx="41">
                  <c:v>-7423.5</c:v>
                </c:pt>
                <c:pt idx="42">
                  <c:v>-7908.8</c:v>
                </c:pt>
                <c:pt idx="43">
                  <c:v>-8391.4</c:v>
                </c:pt>
                <c:pt idx="44">
                  <c:v>-8873.4</c:v>
                </c:pt>
                <c:pt idx="45">
                  <c:v>-9351.7999999999975</c:v>
                </c:pt>
                <c:pt idx="46">
                  <c:v>-9820.9</c:v>
                </c:pt>
                <c:pt idx="47">
                  <c:v>-10291.200000000001</c:v>
                </c:pt>
                <c:pt idx="48">
                  <c:v>-10748.7</c:v>
                </c:pt>
                <c:pt idx="49">
                  <c:v>-11198.2</c:v>
                </c:pt>
                <c:pt idx="50">
                  <c:v>-11635.8</c:v>
                </c:pt>
                <c:pt idx="51">
                  <c:v>-12054.1</c:v>
                </c:pt>
                <c:pt idx="52">
                  <c:v>-11697.6</c:v>
                </c:pt>
                <c:pt idx="53">
                  <c:v>-11294.8</c:v>
                </c:pt>
                <c:pt idx="54">
                  <c:v>-10868.9</c:v>
                </c:pt>
                <c:pt idx="55">
                  <c:v>-10420.299999999999</c:v>
                </c:pt>
                <c:pt idx="56">
                  <c:v>-9962.7999999999975</c:v>
                </c:pt>
                <c:pt idx="57">
                  <c:v>-9494.5</c:v>
                </c:pt>
                <c:pt idx="58">
                  <c:v>-9021.5</c:v>
                </c:pt>
                <c:pt idx="59">
                  <c:v>-8540.1</c:v>
                </c:pt>
                <c:pt idx="60">
                  <c:v>-8060.2</c:v>
                </c:pt>
                <c:pt idx="61">
                  <c:v>-7573</c:v>
                </c:pt>
                <c:pt idx="62">
                  <c:v>-7091.3</c:v>
                </c:pt>
                <c:pt idx="63">
                  <c:v>-6599.9</c:v>
                </c:pt>
                <c:pt idx="64">
                  <c:v>-6107.1</c:v>
                </c:pt>
                <c:pt idx="65">
                  <c:v>-5615.1</c:v>
                </c:pt>
                <c:pt idx="66">
                  <c:v>-5122.1000000000004</c:v>
                </c:pt>
                <c:pt idx="67">
                  <c:v>-4620.9000000000005</c:v>
                </c:pt>
                <c:pt idx="68">
                  <c:v>-4121.2</c:v>
                </c:pt>
                <c:pt idx="69">
                  <c:v>-3620.6</c:v>
                </c:pt>
                <c:pt idx="70">
                  <c:v>-3115.4</c:v>
                </c:pt>
                <c:pt idx="71">
                  <c:v>-2611.9</c:v>
                </c:pt>
                <c:pt idx="72">
                  <c:v>-2103.8000000000002</c:v>
                </c:pt>
                <c:pt idx="73">
                  <c:v>-1598.73</c:v>
                </c:pt>
                <c:pt idx="74">
                  <c:v>-1090.9000000000001</c:v>
                </c:pt>
                <c:pt idx="75">
                  <c:v>-582.29999999999995</c:v>
                </c:pt>
                <c:pt idx="76">
                  <c:v>-73.575999999999979</c:v>
                </c:pt>
                <c:pt idx="77">
                  <c:v>434.34</c:v>
                </c:pt>
                <c:pt idx="78">
                  <c:v>941.91</c:v>
                </c:pt>
                <c:pt idx="79">
                  <c:v>1450.01</c:v>
                </c:pt>
                <c:pt idx="80">
                  <c:v>1955.82</c:v>
                </c:pt>
                <c:pt idx="81">
                  <c:v>2463.1999999999998</c:v>
                </c:pt>
                <c:pt idx="82">
                  <c:v>2967.38</c:v>
                </c:pt>
                <c:pt idx="83">
                  <c:v>3472.7</c:v>
                </c:pt>
                <c:pt idx="84">
                  <c:v>3975.1</c:v>
                </c:pt>
                <c:pt idx="85">
                  <c:v>4478.6000000000004</c:v>
                </c:pt>
                <c:pt idx="86">
                  <c:v>4977.2</c:v>
                </c:pt>
                <c:pt idx="87">
                  <c:v>5478.3</c:v>
                </c:pt>
                <c:pt idx="88">
                  <c:v>5975.2</c:v>
                </c:pt>
                <c:pt idx="89">
                  <c:v>6476.1</c:v>
                </c:pt>
                <c:pt idx="90">
                  <c:v>6968.8</c:v>
                </c:pt>
                <c:pt idx="91">
                  <c:v>7458.8</c:v>
                </c:pt>
                <c:pt idx="92">
                  <c:v>7950.9</c:v>
                </c:pt>
                <c:pt idx="93">
                  <c:v>8437.7999999999975</c:v>
                </c:pt>
                <c:pt idx="94">
                  <c:v>8919.9</c:v>
                </c:pt>
                <c:pt idx="95">
                  <c:v>9400.5</c:v>
                </c:pt>
                <c:pt idx="96">
                  <c:v>9881.5</c:v>
                </c:pt>
                <c:pt idx="97">
                  <c:v>10347</c:v>
                </c:pt>
                <c:pt idx="98">
                  <c:v>10818.5</c:v>
                </c:pt>
                <c:pt idx="99">
                  <c:v>11262.9</c:v>
                </c:pt>
                <c:pt idx="100">
                  <c:v>11705.8</c:v>
                </c:pt>
              </c:numCache>
            </c:numRef>
          </c:xVal>
          <c:yVal>
            <c:numRef>
              <c:f>test!$C$2:$C$102</c:f>
              <c:numCache>
                <c:formatCode>General</c:formatCode>
                <c:ptCount val="101"/>
                <c:pt idx="0">
                  <c:v>71.976654999999994</c:v>
                </c:pt>
                <c:pt idx="1">
                  <c:v>71.728093000000001</c:v>
                </c:pt>
                <c:pt idx="2">
                  <c:v>71.440793999999997</c:v>
                </c:pt>
                <c:pt idx="3">
                  <c:v>71.19185899999998</c:v>
                </c:pt>
                <c:pt idx="4">
                  <c:v>70.855354999999989</c:v>
                </c:pt>
                <c:pt idx="5">
                  <c:v>70.544466</c:v>
                </c:pt>
                <c:pt idx="6">
                  <c:v>70.204063000000005</c:v>
                </c:pt>
                <c:pt idx="7">
                  <c:v>69.872798999999986</c:v>
                </c:pt>
                <c:pt idx="8">
                  <c:v>69.549060999999995</c:v>
                </c:pt>
                <c:pt idx="9">
                  <c:v>69.188096999999985</c:v>
                </c:pt>
                <c:pt idx="10">
                  <c:v>68.865380999999985</c:v>
                </c:pt>
                <c:pt idx="11">
                  <c:v>68.513902999999999</c:v>
                </c:pt>
                <c:pt idx="12">
                  <c:v>68.131021000000004</c:v>
                </c:pt>
                <c:pt idx="13">
                  <c:v>67.807818999999981</c:v>
                </c:pt>
                <c:pt idx="14">
                  <c:v>67.430522999999994</c:v>
                </c:pt>
                <c:pt idx="15">
                  <c:v>67.074234000000004</c:v>
                </c:pt>
                <c:pt idx="16">
                  <c:v>66.81863199999998</c:v>
                </c:pt>
                <c:pt idx="17">
                  <c:v>66.517194000000003</c:v>
                </c:pt>
                <c:pt idx="18">
                  <c:v>66.164259000000001</c:v>
                </c:pt>
                <c:pt idx="19">
                  <c:v>65.842297000000002</c:v>
                </c:pt>
                <c:pt idx="20">
                  <c:v>65.558423000000005</c:v>
                </c:pt>
                <c:pt idx="21">
                  <c:v>65.221630000000005</c:v>
                </c:pt>
                <c:pt idx="22">
                  <c:v>64.973242999999982</c:v>
                </c:pt>
                <c:pt idx="23">
                  <c:v>64.72449899999998</c:v>
                </c:pt>
                <c:pt idx="24">
                  <c:v>64.534558000000004</c:v>
                </c:pt>
                <c:pt idx="25">
                  <c:v>64.39779799999998</c:v>
                </c:pt>
                <c:pt idx="26">
                  <c:v>64.437963999999994</c:v>
                </c:pt>
                <c:pt idx="27">
                  <c:v>64.61871099999999</c:v>
                </c:pt>
                <c:pt idx="28">
                  <c:v>64.874117999999982</c:v>
                </c:pt>
                <c:pt idx="29">
                  <c:v>65.124467999999979</c:v>
                </c:pt>
                <c:pt idx="30">
                  <c:v>65.444712999999993</c:v>
                </c:pt>
                <c:pt idx="31">
                  <c:v>65.749104000000003</c:v>
                </c:pt>
                <c:pt idx="32">
                  <c:v>66.014848000000001</c:v>
                </c:pt>
                <c:pt idx="33">
                  <c:v>66.376941999999985</c:v>
                </c:pt>
                <c:pt idx="34">
                  <c:v>66.719380000000001</c:v>
                </c:pt>
                <c:pt idx="35">
                  <c:v>67.061154000000002</c:v>
                </c:pt>
                <c:pt idx="36">
                  <c:v>67.414957999999999</c:v>
                </c:pt>
                <c:pt idx="37">
                  <c:v>67.755324999999999</c:v>
                </c:pt>
                <c:pt idx="38">
                  <c:v>68.095949000000005</c:v>
                </c:pt>
                <c:pt idx="39">
                  <c:v>68.449668000000003</c:v>
                </c:pt>
                <c:pt idx="40">
                  <c:v>68.798797999999991</c:v>
                </c:pt>
                <c:pt idx="41">
                  <c:v>69.167693999999997</c:v>
                </c:pt>
                <c:pt idx="42">
                  <c:v>69.529061999999982</c:v>
                </c:pt>
                <c:pt idx="43">
                  <c:v>69.85199799999998</c:v>
                </c:pt>
                <c:pt idx="44">
                  <c:v>70.166019000000006</c:v>
                </c:pt>
                <c:pt idx="45">
                  <c:v>70.518251000000006</c:v>
                </c:pt>
                <c:pt idx="46">
                  <c:v>70.855535999999987</c:v>
                </c:pt>
                <c:pt idx="47">
                  <c:v>71.184389999999979</c:v>
                </c:pt>
                <c:pt idx="48">
                  <c:v>71.468755000000002</c:v>
                </c:pt>
                <c:pt idx="49">
                  <c:v>71.740818000000004</c:v>
                </c:pt>
                <c:pt idx="50">
                  <c:v>72.071969999999993</c:v>
                </c:pt>
                <c:pt idx="51">
                  <c:v>71.798847999999992</c:v>
                </c:pt>
                <c:pt idx="52">
                  <c:v>71.554191000000003</c:v>
                </c:pt>
                <c:pt idx="53">
                  <c:v>71.225702999999967</c:v>
                </c:pt>
                <c:pt idx="54">
                  <c:v>70.903814999999994</c:v>
                </c:pt>
                <c:pt idx="55">
                  <c:v>70.609847999999985</c:v>
                </c:pt>
                <c:pt idx="56">
                  <c:v>70.270228000000003</c:v>
                </c:pt>
                <c:pt idx="57">
                  <c:v>69.943950000000001</c:v>
                </c:pt>
                <c:pt idx="58">
                  <c:v>69.558050999999992</c:v>
                </c:pt>
                <c:pt idx="59">
                  <c:v>69.208110000000005</c:v>
                </c:pt>
                <c:pt idx="60">
                  <c:v>68.864420999999993</c:v>
                </c:pt>
                <c:pt idx="61">
                  <c:v>68.518694999999994</c:v>
                </c:pt>
                <c:pt idx="62">
                  <c:v>68.156025999999983</c:v>
                </c:pt>
                <c:pt idx="63">
                  <c:v>67.803165000000007</c:v>
                </c:pt>
                <c:pt idx="64">
                  <c:v>67.455927000000003</c:v>
                </c:pt>
                <c:pt idx="65">
                  <c:v>67.09393799999998</c:v>
                </c:pt>
                <c:pt idx="66">
                  <c:v>66.750921000000005</c:v>
                </c:pt>
                <c:pt idx="67">
                  <c:v>66.453180000000003</c:v>
                </c:pt>
                <c:pt idx="68">
                  <c:v>66.114052000000001</c:v>
                </c:pt>
                <c:pt idx="69">
                  <c:v>65.766059999999996</c:v>
                </c:pt>
                <c:pt idx="70">
                  <c:v>65.4602</c:v>
                </c:pt>
                <c:pt idx="71">
                  <c:v>65.176290999999992</c:v>
                </c:pt>
                <c:pt idx="72">
                  <c:v>64.875444999999985</c:v>
                </c:pt>
                <c:pt idx="73">
                  <c:v>64.686188999999985</c:v>
                </c:pt>
                <c:pt idx="74">
                  <c:v>64.487622000000002</c:v>
                </c:pt>
                <c:pt idx="75">
                  <c:v>64.365699000000006</c:v>
                </c:pt>
                <c:pt idx="76">
                  <c:v>64.38750899999998</c:v>
                </c:pt>
                <c:pt idx="77">
                  <c:v>64.596603999999999</c:v>
                </c:pt>
                <c:pt idx="78">
                  <c:v>64.82823599999999</c:v>
                </c:pt>
                <c:pt idx="79">
                  <c:v>65.073750999999987</c:v>
                </c:pt>
                <c:pt idx="80">
                  <c:v>65.345117000000002</c:v>
                </c:pt>
                <c:pt idx="81">
                  <c:v>65.656593000000001</c:v>
                </c:pt>
                <c:pt idx="82">
                  <c:v>66.01800799999998</c:v>
                </c:pt>
                <c:pt idx="83">
                  <c:v>66.339744999999979</c:v>
                </c:pt>
                <c:pt idx="84">
                  <c:v>66.668619000000007</c:v>
                </c:pt>
                <c:pt idx="85">
                  <c:v>67.008920000000003</c:v>
                </c:pt>
                <c:pt idx="86">
                  <c:v>67.36553499999998</c:v>
                </c:pt>
                <c:pt idx="87">
                  <c:v>67.718164000000002</c:v>
                </c:pt>
                <c:pt idx="88">
                  <c:v>68.058610000000002</c:v>
                </c:pt>
                <c:pt idx="89">
                  <c:v>68.400451000000004</c:v>
                </c:pt>
                <c:pt idx="90">
                  <c:v>68.743268</c:v>
                </c:pt>
                <c:pt idx="91">
                  <c:v>69.093245999999994</c:v>
                </c:pt>
                <c:pt idx="92">
                  <c:v>69.431014000000005</c:v>
                </c:pt>
                <c:pt idx="93">
                  <c:v>69.786558999999983</c:v>
                </c:pt>
                <c:pt idx="94">
                  <c:v>70.085352999999984</c:v>
                </c:pt>
                <c:pt idx="95">
                  <c:v>70.417258000000004</c:v>
                </c:pt>
                <c:pt idx="96">
                  <c:v>70.730500000000006</c:v>
                </c:pt>
                <c:pt idx="97">
                  <c:v>71.059110000000004</c:v>
                </c:pt>
                <c:pt idx="98">
                  <c:v>71.363234000000006</c:v>
                </c:pt>
                <c:pt idx="99">
                  <c:v>71.663822999999979</c:v>
                </c:pt>
                <c:pt idx="100">
                  <c:v>71.958253999999997</c:v>
                </c:pt>
              </c:numCache>
            </c:numRef>
          </c:yVal>
          <c:smooth val="1"/>
        </c:ser>
        <c:ser>
          <c:idx val="1"/>
          <c:order val="1"/>
          <c:tx>
            <c:strRef>
              <c:f>test!$D$1</c:f>
              <c:strCache>
                <c:ptCount val="1"/>
                <c:pt idx="0">
                  <c:v>20K</c:v>
                </c:pt>
              </c:strCache>
            </c:strRef>
          </c:tx>
          <c:spPr>
            <a:ln w="19050" cap="rnd">
              <a:solidFill>
                <a:schemeClr val="accent2"/>
              </a:solidFill>
              <a:round/>
            </a:ln>
            <a:effectLst/>
          </c:spPr>
          <c:marker>
            <c:symbol val="none"/>
          </c:marker>
          <c:xVal>
            <c:numRef>
              <c:f>test!$B$2:$B$102</c:f>
              <c:numCache>
                <c:formatCode>General</c:formatCode>
                <c:ptCount val="101"/>
                <c:pt idx="0">
                  <c:v>12132.2</c:v>
                </c:pt>
                <c:pt idx="1">
                  <c:v>12136</c:v>
                </c:pt>
                <c:pt idx="2">
                  <c:v>11757.9</c:v>
                </c:pt>
                <c:pt idx="3">
                  <c:v>11357.1</c:v>
                </c:pt>
                <c:pt idx="4">
                  <c:v>10927.6</c:v>
                </c:pt>
                <c:pt idx="5">
                  <c:v>10476.799999999999</c:v>
                </c:pt>
                <c:pt idx="6">
                  <c:v>10009.799999999999</c:v>
                </c:pt>
                <c:pt idx="7">
                  <c:v>9537.5</c:v>
                </c:pt>
                <c:pt idx="8">
                  <c:v>9061</c:v>
                </c:pt>
                <c:pt idx="9">
                  <c:v>8580.1</c:v>
                </c:pt>
                <c:pt idx="10">
                  <c:v>8093.4</c:v>
                </c:pt>
                <c:pt idx="11">
                  <c:v>7605.6</c:v>
                </c:pt>
                <c:pt idx="12">
                  <c:v>7118.3</c:v>
                </c:pt>
                <c:pt idx="13">
                  <c:v>6621.8</c:v>
                </c:pt>
                <c:pt idx="14">
                  <c:v>6131</c:v>
                </c:pt>
                <c:pt idx="15">
                  <c:v>5632.4</c:v>
                </c:pt>
                <c:pt idx="16">
                  <c:v>5134.2</c:v>
                </c:pt>
                <c:pt idx="17">
                  <c:v>4631</c:v>
                </c:pt>
                <c:pt idx="18">
                  <c:v>4129</c:v>
                </c:pt>
                <c:pt idx="19">
                  <c:v>3625.3</c:v>
                </c:pt>
                <c:pt idx="20">
                  <c:v>3120.2</c:v>
                </c:pt>
                <c:pt idx="21">
                  <c:v>2613.8000000000002</c:v>
                </c:pt>
                <c:pt idx="22">
                  <c:v>2104.6</c:v>
                </c:pt>
                <c:pt idx="23">
                  <c:v>1597.69</c:v>
                </c:pt>
                <c:pt idx="24">
                  <c:v>1088.8499999999999</c:v>
                </c:pt>
                <c:pt idx="25">
                  <c:v>580.66</c:v>
                </c:pt>
                <c:pt idx="26">
                  <c:v>72.854999999999976</c:v>
                </c:pt>
                <c:pt idx="27">
                  <c:v>-435.89</c:v>
                </c:pt>
                <c:pt idx="28">
                  <c:v>-943.22</c:v>
                </c:pt>
                <c:pt idx="29">
                  <c:v>-1449.5</c:v>
                </c:pt>
                <c:pt idx="30">
                  <c:v>-1955.09</c:v>
                </c:pt>
                <c:pt idx="31">
                  <c:v>-2459.31</c:v>
                </c:pt>
                <c:pt idx="32">
                  <c:v>-2960.89</c:v>
                </c:pt>
                <c:pt idx="33">
                  <c:v>-3464.8</c:v>
                </c:pt>
                <c:pt idx="34">
                  <c:v>-3963.5</c:v>
                </c:pt>
                <c:pt idx="35">
                  <c:v>-4463.9000000000005</c:v>
                </c:pt>
                <c:pt idx="36">
                  <c:v>-4961.5</c:v>
                </c:pt>
                <c:pt idx="37">
                  <c:v>-5458</c:v>
                </c:pt>
                <c:pt idx="38">
                  <c:v>-5954.9</c:v>
                </c:pt>
                <c:pt idx="39">
                  <c:v>-6446.2</c:v>
                </c:pt>
                <c:pt idx="40">
                  <c:v>-6936.4</c:v>
                </c:pt>
                <c:pt idx="41">
                  <c:v>-7423.5</c:v>
                </c:pt>
                <c:pt idx="42">
                  <c:v>-7908.8</c:v>
                </c:pt>
                <c:pt idx="43">
                  <c:v>-8391.4</c:v>
                </c:pt>
                <c:pt idx="44">
                  <c:v>-8873.4</c:v>
                </c:pt>
                <c:pt idx="45">
                  <c:v>-9351.7999999999975</c:v>
                </c:pt>
                <c:pt idx="46">
                  <c:v>-9820.9</c:v>
                </c:pt>
                <c:pt idx="47">
                  <c:v>-10291.200000000001</c:v>
                </c:pt>
                <c:pt idx="48">
                  <c:v>-10748.7</c:v>
                </c:pt>
                <c:pt idx="49">
                  <c:v>-11198.2</c:v>
                </c:pt>
                <c:pt idx="50">
                  <c:v>-11635.8</c:v>
                </c:pt>
                <c:pt idx="51">
                  <c:v>-12054.1</c:v>
                </c:pt>
                <c:pt idx="52">
                  <c:v>-11697.6</c:v>
                </c:pt>
                <c:pt idx="53">
                  <c:v>-11294.8</c:v>
                </c:pt>
                <c:pt idx="54">
                  <c:v>-10868.9</c:v>
                </c:pt>
                <c:pt idx="55">
                  <c:v>-10420.299999999999</c:v>
                </c:pt>
                <c:pt idx="56">
                  <c:v>-9962.7999999999975</c:v>
                </c:pt>
                <c:pt idx="57">
                  <c:v>-9494.5</c:v>
                </c:pt>
                <c:pt idx="58">
                  <c:v>-9021.5</c:v>
                </c:pt>
                <c:pt idx="59">
                  <c:v>-8540.1</c:v>
                </c:pt>
                <c:pt idx="60">
                  <c:v>-8060.2</c:v>
                </c:pt>
                <c:pt idx="61">
                  <c:v>-7573</c:v>
                </c:pt>
                <c:pt idx="62">
                  <c:v>-7091.3</c:v>
                </c:pt>
                <c:pt idx="63">
                  <c:v>-6599.9</c:v>
                </c:pt>
                <c:pt idx="64">
                  <c:v>-6107.1</c:v>
                </c:pt>
                <c:pt idx="65">
                  <c:v>-5615.1</c:v>
                </c:pt>
                <c:pt idx="66">
                  <c:v>-5122.1000000000004</c:v>
                </c:pt>
                <c:pt idx="67">
                  <c:v>-4620.9000000000005</c:v>
                </c:pt>
                <c:pt idx="68">
                  <c:v>-4121.2</c:v>
                </c:pt>
                <c:pt idx="69">
                  <c:v>-3620.6</c:v>
                </c:pt>
                <c:pt idx="70">
                  <c:v>-3115.4</c:v>
                </c:pt>
                <c:pt idx="71">
                  <c:v>-2611.9</c:v>
                </c:pt>
                <c:pt idx="72">
                  <c:v>-2103.8000000000002</c:v>
                </c:pt>
                <c:pt idx="73">
                  <c:v>-1598.73</c:v>
                </c:pt>
                <c:pt idx="74">
                  <c:v>-1090.9000000000001</c:v>
                </c:pt>
                <c:pt idx="75">
                  <c:v>-582.29999999999995</c:v>
                </c:pt>
                <c:pt idx="76">
                  <c:v>-73.575999999999979</c:v>
                </c:pt>
                <c:pt idx="77">
                  <c:v>434.34</c:v>
                </c:pt>
                <c:pt idx="78">
                  <c:v>941.91</c:v>
                </c:pt>
                <c:pt idx="79">
                  <c:v>1450.01</c:v>
                </c:pt>
                <c:pt idx="80">
                  <c:v>1955.82</c:v>
                </c:pt>
                <c:pt idx="81">
                  <c:v>2463.1999999999998</c:v>
                </c:pt>
                <c:pt idx="82">
                  <c:v>2967.38</c:v>
                </c:pt>
                <c:pt idx="83">
                  <c:v>3472.7</c:v>
                </c:pt>
                <c:pt idx="84">
                  <c:v>3975.1</c:v>
                </c:pt>
                <c:pt idx="85">
                  <c:v>4478.6000000000004</c:v>
                </c:pt>
                <c:pt idx="86">
                  <c:v>4977.2</c:v>
                </c:pt>
                <c:pt idx="87">
                  <c:v>5478.3</c:v>
                </c:pt>
                <c:pt idx="88">
                  <c:v>5975.2</c:v>
                </c:pt>
                <c:pt idx="89">
                  <c:v>6476.1</c:v>
                </c:pt>
                <c:pt idx="90">
                  <c:v>6968.8</c:v>
                </c:pt>
                <c:pt idx="91">
                  <c:v>7458.8</c:v>
                </c:pt>
                <c:pt idx="92">
                  <c:v>7950.9</c:v>
                </c:pt>
                <c:pt idx="93">
                  <c:v>8437.7999999999975</c:v>
                </c:pt>
                <c:pt idx="94">
                  <c:v>8919.9</c:v>
                </c:pt>
                <c:pt idx="95">
                  <c:v>9400.5</c:v>
                </c:pt>
                <c:pt idx="96">
                  <c:v>9881.5</c:v>
                </c:pt>
                <c:pt idx="97">
                  <c:v>10347</c:v>
                </c:pt>
                <c:pt idx="98">
                  <c:v>10818.5</c:v>
                </c:pt>
                <c:pt idx="99">
                  <c:v>11262.9</c:v>
                </c:pt>
                <c:pt idx="100">
                  <c:v>11705.8</c:v>
                </c:pt>
              </c:numCache>
            </c:numRef>
          </c:xVal>
          <c:yVal>
            <c:numRef>
              <c:f>test!$D$2:$D$102</c:f>
              <c:numCache>
                <c:formatCode>General</c:formatCode>
                <c:ptCount val="101"/>
                <c:pt idx="0">
                  <c:v>75.581669000000005</c:v>
                </c:pt>
                <c:pt idx="1">
                  <c:v>75.279001999999991</c:v>
                </c:pt>
                <c:pt idx="2">
                  <c:v>74.96705</c:v>
                </c:pt>
                <c:pt idx="3">
                  <c:v>74.633968999999979</c:v>
                </c:pt>
                <c:pt idx="4">
                  <c:v>74.307331999999988</c:v>
                </c:pt>
                <c:pt idx="5">
                  <c:v>73.946690000000004</c:v>
                </c:pt>
                <c:pt idx="6">
                  <c:v>73.565443000000002</c:v>
                </c:pt>
                <c:pt idx="7">
                  <c:v>73.19046299999998</c:v>
                </c:pt>
                <c:pt idx="8">
                  <c:v>72.804654999999997</c:v>
                </c:pt>
                <c:pt idx="9">
                  <c:v>72.418532999999982</c:v>
                </c:pt>
                <c:pt idx="10">
                  <c:v>72.028729999999982</c:v>
                </c:pt>
                <c:pt idx="11">
                  <c:v>71.645987999999988</c:v>
                </c:pt>
                <c:pt idx="12">
                  <c:v>71.255928999999981</c:v>
                </c:pt>
                <c:pt idx="13">
                  <c:v>70.858628999999979</c:v>
                </c:pt>
                <c:pt idx="14">
                  <c:v>70.470124999999996</c:v>
                </c:pt>
                <c:pt idx="15">
                  <c:v>70.083516000000003</c:v>
                </c:pt>
                <c:pt idx="16">
                  <c:v>69.705228000000005</c:v>
                </c:pt>
                <c:pt idx="17">
                  <c:v>69.329411999999991</c:v>
                </c:pt>
                <c:pt idx="18">
                  <c:v>68.960722000000004</c:v>
                </c:pt>
                <c:pt idx="19">
                  <c:v>68.604421000000002</c:v>
                </c:pt>
                <c:pt idx="20">
                  <c:v>68.267362000000006</c:v>
                </c:pt>
                <c:pt idx="21">
                  <c:v>67.942335</c:v>
                </c:pt>
                <c:pt idx="22">
                  <c:v>67.693573999999998</c:v>
                </c:pt>
                <c:pt idx="23">
                  <c:v>67.447470999999993</c:v>
                </c:pt>
                <c:pt idx="24">
                  <c:v>67.288956999999982</c:v>
                </c:pt>
                <c:pt idx="25">
                  <c:v>67.266688000000002</c:v>
                </c:pt>
                <c:pt idx="26">
                  <c:v>67.367986000000002</c:v>
                </c:pt>
                <c:pt idx="27">
                  <c:v>67.502467999999979</c:v>
                </c:pt>
                <c:pt idx="28">
                  <c:v>67.753011000000001</c:v>
                </c:pt>
                <c:pt idx="29">
                  <c:v>68.092141999999981</c:v>
                </c:pt>
                <c:pt idx="30">
                  <c:v>68.353055999999981</c:v>
                </c:pt>
                <c:pt idx="31">
                  <c:v>68.699581999999992</c:v>
                </c:pt>
                <c:pt idx="32">
                  <c:v>69.023013000000006</c:v>
                </c:pt>
                <c:pt idx="33">
                  <c:v>69.399009000000007</c:v>
                </c:pt>
                <c:pt idx="34">
                  <c:v>69.736019999999996</c:v>
                </c:pt>
                <c:pt idx="35">
                  <c:v>70.102098999999967</c:v>
                </c:pt>
                <c:pt idx="36">
                  <c:v>70.478300000000004</c:v>
                </c:pt>
                <c:pt idx="37">
                  <c:v>70.859442999999985</c:v>
                </c:pt>
                <c:pt idx="38">
                  <c:v>71.258657999999983</c:v>
                </c:pt>
                <c:pt idx="39">
                  <c:v>71.638954999999982</c:v>
                </c:pt>
                <c:pt idx="40">
                  <c:v>72.016914999999997</c:v>
                </c:pt>
                <c:pt idx="41">
                  <c:v>72.407093000000003</c:v>
                </c:pt>
                <c:pt idx="42">
                  <c:v>72.783725000000004</c:v>
                </c:pt>
                <c:pt idx="43">
                  <c:v>73.161135000000002</c:v>
                </c:pt>
                <c:pt idx="44">
                  <c:v>73.538116000000002</c:v>
                </c:pt>
                <c:pt idx="45">
                  <c:v>73.913532000000004</c:v>
                </c:pt>
                <c:pt idx="46">
                  <c:v>74.282087999999987</c:v>
                </c:pt>
                <c:pt idx="47">
                  <c:v>74.643862999999982</c:v>
                </c:pt>
                <c:pt idx="48">
                  <c:v>74.990505999999996</c:v>
                </c:pt>
                <c:pt idx="49">
                  <c:v>75.330391999999989</c:v>
                </c:pt>
                <c:pt idx="50">
                  <c:v>75.659216999999998</c:v>
                </c:pt>
                <c:pt idx="51">
                  <c:v>75.369799</c:v>
                </c:pt>
                <c:pt idx="52">
                  <c:v>75.061678999999998</c:v>
                </c:pt>
                <c:pt idx="53">
                  <c:v>74.728199000000004</c:v>
                </c:pt>
                <c:pt idx="54">
                  <c:v>74.376215000000002</c:v>
                </c:pt>
                <c:pt idx="55">
                  <c:v>74.020425000000003</c:v>
                </c:pt>
                <c:pt idx="56">
                  <c:v>73.639478999999966</c:v>
                </c:pt>
                <c:pt idx="57">
                  <c:v>73.266135000000006</c:v>
                </c:pt>
                <c:pt idx="58">
                  <c:v>72.87999099999999</c:v>
                </c:pt>
                <c:pt idx="59">
                  <c:v>72.489930000000001</c:v>
                </c:pt>
                <c:pt idx="60">
                  <c:v>72.100947999999988</c:v>
                </c:pt>
                <c:pt idx="61">
                  <c:v>71.713588000000001</c:v>
                </c:pt>
                <c:pt idx="62">
                  <c:v>71.324314000000001</c:v>
                </c:pt>
                <c:pt idx="63">
                  <c:v>70.930273</c:v>
                </c:pt>
                <c:pt idx="64">
                  <c:v>70.531487999999982</c:v>
                </c:pt>
                <c:pt idx="65">
                  <c:v>70.148770999999968</c:v>
                </c:pt>
                <c:pt idx="66">
                  <c:v>69.776177999999987</c:v>
                </c:pt>
                <c:pt idx="67">
                  <c:v>69.39081299999998</c:v>
                </c:pt>
                <c:pt idx="68">
                  <c:v>69.020694000000006</c:v>
                </c:pt>
                <c:pt idx="69">
                  <c:v>68.641176999999999</c:v>
                </c:pt>
                <c:pt idx="70">
                  <c:v>68.322278999999966</c:v>
                </c:pt>
                <c:pt idx="71">
                  <c:v>68.013862000000003</c:v>
                </c:pt>
                <c:pt idx="72">
                  <c:v>67.699046999999979</c:v>
                </c:pt>
                <c:pt idx="73">
                  <c:v>67.50088199999999</c:v>
                </c:pt>
                <c:pt idx="74">
                  <c:v>67.370376999999976</c:v>
                </c:pt>
                <c:pt idx="75">
                  <c:v>67.238050999999999</c:v>
                </c:pt>
                <c:pt idx="76">
                  <c:v>67.281606999999994</c:v>
                </c:pt>
                <c:pt idx="77">
                  <c:v>67.421142000000003</c:v>
                </c:pt>
                <c:pt idx="78">
                  <c:v>67.657865999999999</c:v>
                </c:pt>
                <c:pt idx="79">
                  <c:v>67.910972999999998</c:v>
                </c:pt>
                <c:pt idx="80">
                  <c:v>68.229900999999998</c:v>
                </c:pt>
                <c:pt idx="81">
                  <c:v>68.569982999999979</c:v>
                </c:pt>
                <c:pt idx="82">
                  <c:v>68.913013000000007</c:v>
                </c:pt>
                <c:pt idx="83">
                  <c:v>69.231713999999997</c:v>
                </c:pt>
                <c:pt idx="84">
                  <c:v>69.652817999999968</c:v>
                </c:pt>
                <c:pt idx="85">
                  <c:v>69.997524999999996</c:v>
                </c:pt>
                <c:pt idx="86">
                  <c:v>70.371218999999982</c:v>
                </c:pt>
                <c:pt idx="87">
                  <c:v>70.757317</c:v>
                </c:pt>
                <c:pt idx="88">
                  <c:v>71.137321</c:v>
                </c:pt>
                <c:pt idx="89">
                  <c:v>71.526218</c:v>
                </c:pt>
                <c:pt idx="90">
                  <c:v>71.918171999999998</c:v>
                </c:pt>
                <c:pt idx="91">
                  <c:v>72.305736999999965</c:v>
                </c:pt>
                <c:pt idx="92">
                  <c:v>72.687450999999982</c:v>
                </c:pt>
                <c:pt idx="93">
                  <c:v>73.072939999999988</c:v>
                </c:pt>
                <c:pt idx="94">
                  <c:v>73.455396999999991</c:v>
                </c:pt>
                <c:pt idx="95">
                  <c:v>73.828910999999991</c:v>
                </c:pt>
                <c:pt idx="96">
                  <c:v>74.196711999999991</c:v>
                </c:pt>
                <c:pt idx="97">
                  <c:v>74.561536000000004</c:v>
                </c:pt>
                <c:pt idx="98">
                  <c:v>74.910107999999994</c:v>
                </c:pt>
                <c:pt idx="99">
                  <c:v>75.242030999999983</c:v>
                </c:pt>
                <c:pt idx="100">
                  <c:v>75.576603000000006</c:v>
                </c:pt>
              </c:numCache>
            </c:numRef>
          </c:yVal>
          <c:smooth val="1"/>
        </c:ser>
        <c:ser>
          <c:idx val="2"/>
          <c:order val="2"/>
          <c:tx>
            <c:strRef>
              <c:f>test!$E$1</c:f>
              <c:strCache>
                <c:ptCount val="1"/>
                <c:pt idx="0">
                  <c:v>40K</c:v>
                </c:pt>
              </c:strCache>
            </c:strRef>
          </c:tx>
          <c:spPr>
            <a:ln w="19050" cap="rnd">
              <a:solidFill>
                <a:schemeClr val="accent3"/>
              </a:solidFill>
              <a:round/>
            </a:ln>
            <a:effectLst/>
          </c:spPr>
          <c:marker>
            <c:symbol val="none"/>
          </c:marker>
          <c:xVal>
            <c:numRef>
              <c:f>test!$B$2:$B$102</c:f>
              <c:numCache>
                <c:formatCode>General</c:formatCode>
                <c:ptCount val="101"/>
                <c:pt idx="0">
                  <c:v>12132.2</c:v>
                </c:pt>
                <c:pt idx="1">
                  <c:v>12136</c:v>
                </c:pt>
                <c:pt idx="2">
                  <c:v>11757.9</c:v>
                </c:pt>
                <c:pt idx="3">
                  <c:v>11357.1</c:v>
                </c:pt>
                <c:pt idx="4">
                  <c:v>10927.6</c:v>
                </c:pt>
                <c:pt idx="5">
                  <c:v>10476.799999999999</c:v>
                </c:pt>
                <c:pt idx="6">
                  <c:v>10009.799999999999</c:v>
                </c:pt>
                <c:pt idx="7">
                  <c:v>9537.5</c:v>
                </c:pt>
                <c:pt idx="8">
                  <c:v>9061</c:v>
                </c:pt>
                <c:pt idx="9">
                  <c:v>8580.1</c:v>
                </c:pt>
                <c:pt idx="10">
                  <c:v>8093.4</c:v>
                </c:pt>
                <c:pt idx="11">
                  <c:v>7605.6</c:v>
                </c:pt>
                <c:pt idx="12">
                  <c:v>7118.3</c:v>
                </c:pt>
                <c:pt idx="13">
                  <c:v>6621.8</c:v>
                </c:pt>
                <c:pt idx="14">
                  <c:v>6131</c:v>
                </c:pt>
                <c:pt idx="15">
                  <c:v>5632.4</c:v>
                </c:pt>
                <c:pt idx="16">
                  <c:v>5134.2</c:v>
                </c:pt>
                <c:pt idx="17">
                  <c:v>4631</c:v>
                </c:pt>
                <c:pt idx="18">
                  <c:v>4129</c:v>
                </c:pt>
                <c:pt idx="19">
                  <c:v>3625.3</c:v>
                </c:pt>
                <c:pt idx="20">
                  <c:v>3120.2</c:v>
                </c:pt>
                <c:pt idx="21">
                  <c:v>2613.8000000000002</c:v>
                </c:pt>
                <c:pt idx="22">
                  <c:v>2104.6</c:v>
                </c:pt>
                <c:pt idx="23">
                  <c:v>1597.69</c:v>
                </c:pt>
                <c:pt idx="24">
                  <c:v>1088.8499999999999</c:v>
                </c:pt>
                <c:pt idx="25">
                  <c:v>580.66</c:v>
                </c:pt>
                <c:pt idx="26">
                  <c:v>72.854999999999976</c:v>
                </c:pt>
                <c:pt idx="27">
                  <c:v>-435.89</c:v>
                </c:pt>
                <c:pt idx="28">
                  <c:v>-943.22</c:v>
                </c:pt>
                <c:pt idx="29">
                  <c:v>-1449.5</c:v>
                </c:pt>
                <c:pt idx="30">
                  <c:v>-1955.09</c:v>
                </c:pt>
                <c:pt idx="31">
                  <c:v>-2459.31</c:v>
                </c:pt>
                <c:pt idx="32">
                  <c:v>-2960.89</c:v>
                </c:pt>
                <c:pt idx="33">
                  <c:v>-3464.8</c:v>
                </c:pt>
                <c:pt idx="34">
                  <c:v>-3963.5</c:v>
                </c:pt>
                <c:pt idx="35">
                  <c:v>-4463.9000000000005</c:v>
                </c:pt>
                <c:pt idx="36">
                  <c:v>-4961.5</c:v>
                </c:pt>
                <c:pt idx="37">
                  <c:v>-5458</c:v>
                </c:pt>
                <c:pt idx="38">
                  <c:v>-5954.9</c:v>
                </c:pt>
                <c:pt idx="39">
                  <c:v>-6446.2</c:v>
                </c:pt>
                <c:pt idx="40">
                  <c:v>-6936.4</c:v>
                </c:pt>
                <c:pt idx="41">
                  <c:v>-7423.5</c:v>
                </c:pt>
                <c:pt idx="42">
                  <c:v>-7908.8</c:v>
                </c:pt>
                <c:pt idx="43">
                  <c:v>-8391.4</c:v>
                </c:pt>
                <c:pt idx="44">
                  <c:v>-8873.4</c:v>
                </c:pt>
                <c:pt idx="45">
                  <c:v>-9351.7999999999975</c:v>
                </c:pt>
                <c:pt idx="46">
                  <c:v>-9820.9</c:v>
                </c:pt>
                <c:pt idx="47">
                  <c:v>-10291.200000000001</c:v>
                </c:pt>
                <c:pt idx="48">
                  <c:v>-10748.7</c:v>
                </c:pt>
                <c:pt idx="49">
                  <c:v>-11198.2</c:v>
                </c:pt>
                <c:pt idx="50">
                  <c:v>-11635.8</c:v>
                </c:pt>
                <c:pt idx="51">
                  <c:v>-12054.1</c:v>
                </c:pt>
                <c:pt idx="52">
                  <c:v>-11697.6</c:v>
                </c:pt>
                <c:pt idx="53">
                  <c:v>-11294.8</c:v>
                </c:pt>
                <c:pt idx="54">
                  <c:v>-10868.9</c:v>
                </c:pt>
                <c:pt idx="55">
                  <c:v>-10420.299999999999</c:v>
                </c:pt>
                <c:pt idx="56">
                  <c:v>-9962.7999999999975</c:v>
                </c:pt>
                <c:pt idx="57">
                  <c:v>-9494.5</c:v>
                </c:pt>
                <c:pt idx="58">
                  <c:v>-9021.5</c:v>
                </c:pt>
                <c:pt idx="59">
                  <c:v>-8540.1</c:v>
                </c:pt>
                <c:pt idx="60">
                  <c:v>-8060.2</c:v>
                </c:pt>
                <c:pt idx="61">
                  <c:v>-7573</c:v>
                </c:pt>
                <c:pt idx="62">
                  <c:v>-7091.3</c:v>
                </c:pt>
                <c:pt idx="63">
                  <c:v>-6599.9</c:v>
                </c:pt>
                <c:pt idx="64">
                  <c:v>-6107.1</c:v>
                </c:pt>
                <c:pt idx="65">
                  <c:v>-5615.1</c:v>
                </c:pt>
                <c:pt idx="66">
                  <c:v>-5122.1000000000004</c:v>
                </c:pt>
                <c:pt idx="67">
                  <c:v>-4620.9000000000005</c:v>
                </c:pt>
                <c:pt idx="68">
                  <c:v>-4121.2</c:v>
                </c:pt>
                <c:pt idx="69">
                  <c:v>-3620.6</c:v>
                </c:pt>
                <c:pt idx="70">
                  <c:v>-3115.4</c:v>
                </c:pt>
                <c:pt idx="71">
                  <c:v>-2611.9</c:v>
                </c:pt>
                <c:pt idx="72">
                  <c:v>-2103.8000000000002</c:v>
                </c:pt>
                <c:pt idx="73">
                  <c:v>-1598.73</c:v>
                </c:pt>
                <c:pt idx="74">
                  <c:v>-1090.9000000000001</c:v>
                </c:pt>
                <c:pt idx="75">
                  <c:v>-582.29999999999995</c:v>
                </c:pt>
                <c:pt idx="76">
                  <c:v>-73.575999999999979</c:v>
                </c:pt>
                <c:pt idx="77">
                  <c:v>434.34</c:v>
                </c:pt>
                <c:pt idx="78">
                  <c:v>941.91</c:v>
                </c:pt>
                <c:pt idx="79">
                  <c:v>1450.01</c:v>
                </c:pt>
                <c:pt idx="80">
                  <c:v>1955.82</c:v>
                </c:pt>
                <c:pt idx="81">
                  <c:v>2463.1999999999998</c:v>
                </c:pt>
                <c:pt idx="82">
                  <c:v>2967.38</c:v>
                </c:pt>
                <c:pt idx="83">
                  <c:v>3472.7</c:v>
                </c:pt>
                <c:pt idx="84">
                  <c:v>3975.1</c:v>
                </c:pt>
                <c:pt idx="85">
                  <c:v>4478.6000000000004</c:v>
                </c:pt>
                <c:pt idx="86">
                  <c:v>4977.2</c:v>
                </c:pt>
                <c:pt idx="87">
                  <c:v>5478.3</c:v>
                </c:pt>
                <c:pt idx="88">
                  <c:v>5975.2</c:v>
                </c:pt>
                <c:pt idx="89">
                  <c:v>6476.1</c:v>
                </c:pt>
                <c:pt idx="90">
                  <c:v>6968.8</c:v>
                </c:pt>
                <c:pt idx="91">
                  <c:v>7458.8</c:v>
                </c:pt>
                <c:pt idx="92">
                  <c:v>7950.9</c:v>
                </c:pt>
                <c:pt idx="93">
                  <c:v>8437.7999999999975</c:v>
                </c:pt>
                <c:pt idx="94">
                  <c:v>8919.9</c:v>
                </c:pt>
                <c:pt idx="95">
                  <c:v>9400.5</c:v>
                </c:pt>
                <c:pt idx="96">
                  <c:v>9881.5</c:v>
                </c:pt>
                <c:pt idx="97">
                  <c:v>10347</c:v>
                </c:pt>
                <c:pt idx="98">
                  <c:v>10818.5</c:v>
                </c:pt>
                <c:pt idx="99">
                  <c:v>11262.9</c:v>
                </c:pt>
                <c:pt idx="100">
                  <c:v>11705.8</c:v>
                </c:pt>
              </c:numCache>
            </c:numRef>
          </c:xVal>
          <c:yVal>
            <c:numRef>
              <c:f>test!$E$2:$E$102</c:f>
              <c:numCache>
                <c:formatCode>General</c:formatCode>
                <c:ptCount val="101"/>
                <c:pt idx="0">
                  <c:v>73.467647999999997</c:v>
                </c:pt>
                <c:pt idx="1">
                  <c:v>73.204064000000002</c:v>
                </c:pt>
                <c:pt idx="2">
                  <c:v>72.915712999999982</c:v>
                </c:pt>
                <c:pt idx="3">
                  <c:v>72.605813999999981</c:v>
                </c:pt>
                <c:pt idx="4">
                  <c:v>72.293553000000003</c:v>
                </c:pt>
                <c:pt idx="5">
                  <c:v>71.961432000000002</c:v>
                </c:pt>
                <c:pt idx="6">
                  <c:v>71.633134999999982</c:v>
                </c:pt>
                <c:pt idx="7">
                  <c:v>71.291909000000004</c:v>
                </c:pt>
                <c:pt idx="8">
                  <c:v>70.953298000000004</c:v>
                </c:pt>
                <c:pt idx="9">
                  <c:v>70.616389999999981</c:v>
                </c:pt>
                <c:pt idx="10">
                  <c:v>70.268232999999981</c:v>
                </c:pt>
                <c:pt idx="11">
                  <c:v>69.924417000000005</c:v>
                </c:pt>
                <c:pt idx="12">
                  <c:v>69.592679000000004</c:v>
                </c:pt>
                <c:pt idx="13">
                  <c:v>69.249294000000006</c:v>
                </c:pt>
                <c:pt idx="14">
                  <c:v>68.932562000000004</c:v>
                </c:pt>
                <c:pt idx="15">
                  <c:v>68.589061999999998</c:v>
                </c:pt>
                <c:pt idx="16">
                  <c:v>68.284754000000007</c:v>
                </c:pt>
                <c:pt idx="17">
                  <c:v>67.965637999999998</c:v>
                </c:pt>
                <c:pt idx="18">
                  <c:v>67.682819999999992</c:v>
                </c:pt>
                <c:pt idx="19">
                  <c:v>67.400435999999999</c:v>
                </c:pt>
                <c:pt idx="20">
                  <c:v>67.114430999999982</c:v>
                </c:pt>
                <c:pt idx="21">
                  <c:v>66.858649999999983</c:v>
                </c:pt>
                <c:pt idx="22">
                  <c:v>66.639786999999984</c:v>
                </c:pt>
                <c:pt idx="23">
                  <c:v>66.461248999999995</c:v>
                </c:pt>
                <c:pt idx="24">
                  <c:v>66.321119999999993</c:v>
                </c:pt>
                <c:pt idx="25">
                  <c:v>66.252487999999985</c:v>
                </c:pt>
                <c:pt idx="26">
                  <c:v>66.286617000000007</c:v>
                </c:pt>
                <c:pt idx="27">
                  <c:v>66.408556000000004</c:v>
                </c:pt>
                <c:pt idx="28">
                  <c:v>66.592880999999991</c:v>
                </c:pt>
                <c:pt idx="29">
                  <c:v>66.791196999999997</c:v>
                </c:pt>
                <c:pt idx="30">
                  <c:v>67.031514000000001</c:v>
                </c:pt>
                <c:pt idx="31">
                  <c:v>67.290525000000002</c:v>
                </c:pt>
                <c:pt idx="32">
                  <c:v>67.568733999999992</c:v>
                </c:pt>
                <c:pt idx="33">
                  <c:v>67.860307999999989</c:v>
                </c:pt>
                <c:pt idx="34">
                  <c:v>68.16472899999998</c:v>
                </c:pt>
                <c:pt idx="35">
                  <c:v>68.486919999999998</c:v>
                </c:pt>
                <c:pt idx="36">
                  <c:v>68.810260999999997</c:v>
                </c:pt>
                <c:pt idx="37">
                  <c:v>69.155000999999984</c:v>
                </c:pt>
                <c:pt idx="38">
                  <c:v>69.488214999999997</c:v>
                </c:pt>
                <c:pt idx="39">
                  <c:v>69.819215999999997</c:v>
                </c:pt>
                <c:pt idx="40">
                  <c:v>70.176631999999984</c:v>
                </c:pt>
                <c:pt idx="41">
                  <c:v>70.517589999999998</c:v>
                </c:pt>
                <c:pt idx="42">
                  <c:v>70.857219000000001</c:v>
                </c:pt>
                <c:pt idx="43">
                  <c:v>71.200997999999998</c:v>
                </c:pt>
                <c:pt idx="44">
                  <c:v>71.542111000000006</c:v>
                </c:pt>
                <c:pt idx="45">
                  <c:v>71.880054000000001</c:v>
                </c:pt>
                <c:pt idx="46">
                  <c:v>72.212339999999998</c:v>
                </c:pt>
                <c:pt idx="47">
                  <c:v>72.545433000000003</c:v>
                </c:pt>
                <c:pt idx="48">
                  <c:v>72.868429999999975</c:v>
                </c:pt>
                <c:pt idx="49">
                  <c:v>73.187844999999982</c:v>
                </c:pt>
                <c:pt idx="50">
                  <c:v>73.495303000000007</c:v>
                </c:pt>
                <c:pt idx="51">
                  <c:v>73.225471999999968</c:v>
                </c:pt>
                <c:pt idx="52">
                  <c:v>72.936304000000007</c:v>
                </c:pt>
                <c:pt idx="53">
                  <c:v>72.624943999999999</c:v>
                </c:pt>
                <c:pt idx="54">
                  <c:v>72.300282999999979</c:v>
                </c:pt>
                <c:pt idx="55">
                  <c:v>71.967833999999996</c:v>
                </c:pt>
                <c:pt idx="56">
                  <c:v>71.632114000000001</c:v>
                </c:pt>
                <c:pt idx="57">
                  <c:v>71.292890999999983</c:v>
                </c:pt>
                <c:pt idx="58">
                  <c:v>70.957212999999996</c:v>
                </c:pt>
                <c:pt idx="59">
                  <c:v>70.609424000000004</c:v>
                </c:pt>
                <c:pt idx="60">
                  <c:v>70.272437999999966</c:v>
                </c:pt>
                <c:pt idx="61">
                  <c:v>69.925716999999992</c:v>
                </c:pt>
                <c:pt idx="62">
                  <c:v>69.590216999999996</c:v>
                </c:pt>
                <c:pt idx="63">
                  <c:v>69.253681999999998</c:v>
                </c:pt>
                <c:pt idx="64">
                  <c:v>68.917546000000002</c:v>
                </c:pt>
                <c:pt idx="65">
                  <c:v>68.591003999999998</c:v>
                </c:pt>
                <c:pt idx="66">
                  <c:v>68.275649999999999</c:v>
                </c:pt>
                <c:pt idx="67">
                  <c:v>67.966823000000005</c:v>
                </c:pt>
                <c:pt idx="68">
                  <c:v>67.664238999999981</c:v>
                </c:pt>
                <c:pt idx="69">
                  <c:v>67.382393999999991</c:v>
                </c:pt>
                <c:pt idx="70">
                  <c:v>67.110496999999981</c:v>
                </c:pt>
                <c:pt idx="71">
                  <c:v>66.859186999999991</c:v>
                </c:pt>
                <c:pt idx="72">
                  <c:v>66.641317000000001</c:v>
                </c:pt>
                <c:pt idx="73">
                  <c:v>66.441433000000004</c:v>
                </c:pt>
                <c:pt idx="74">
                  <c:v>66.309250000000006</c:v>
                </c:pt>
                <c:pt idx="75">
                  <c:v>66.243054000000001</c:v>
                </c:pt>
                <c:pt idx="76">
                  <c:v>66.283958999999982</c:v>
                </c:pt>
                <c:pt idx="77">
                  <c:v>66.401539999999997</c:v>
                </c:pt>
                <c:pt idx="78">
                  <c:v>66.574262000000004</c:v>
                </c:pt>
                <c:pt idx="79">
                  <c:v>66.791599000000005</c:v>
                </c:pt>
                <c:pt idx="80">
                  <c:v>67.029454999999999</c:v>
                </c:pt>
                <c:pt idx="81">
                  <c:v>67.290958000000003</c:v>
                </c:pt>
                <c:pt idx="82">
                  <c:v>67.577097999999992</c:v>
                </c:pt>
                <c:pt idx="83">
                  <c:v>67.865036999999987</c:v>
                </c:pt>
                <c:pt idx="84">
                  <c:v>68.171344999999988</c:v>
                </c:pt>
                <c:pt idx="85">
                  <c:v>68.490317000000005</c:v>
                </c:pt>
                <c:pt idx="86">
                  <c:v>68.816209999999998</c:v>
                </c:pt>
                <c:pt idx="87">
                  <c:v>69.152384999999967</c:v>
                </c:pt>
                <c:pt idx="88">
                  <c:v>69.488257000000004</c:v>
                </c:pt>
                <c:pt idx="89">
                  <c:v>69.823672999999985</c:v>
                </c:pt>
                <c:pt idx="90">
                  <c:v>70.166122000000001</c:v>
                </c:pt>
                <c:pt idx="91">
                  <c:v>70.504563000000005</c:v>
                </c:pt>
                <c:pt idx="92">
                  <c:v>70.84993799999998</c:v>
                </c:pt>
                <c:pt idx="93">
                  <c:v>71.185124999999999</c:v>
                </c:pt>
                <c:pt idx="94">
                  <c:v>71.530995000000004</c:v>
                </c:pt>
                <c:pt idx="95">
                  <c:v>71.874234999999999</c:v>
                </c:pt>
                <c:pt idx="96">
                  <c:v>72.211838</c:v>
                </c:pt>
                <c:pt idx="97">
                  <c:v>72.550587999999991</c:v>
                </c:pt>
                <c:pt idx="98">
                  <c:v>72.874520000000004</c:v>
                </c:pt>
                <c:pt idx="99">
                  <c:v>73.190235999999999</c:v>
                </c:pt>
                <c:pt idx="100">
                  <c:v>73.488107999999983</c:v>
                </c:pt>
              </c:numCache>
            </c:numRef>
          </c:yVal>
          <c:smooth val="1"/>
        </c:ser>
        <c:ser>
          <c:idx val="3"/>
          <c:order val="3"/>
          <c:tx>
            <c:strRef>
              <c:f>test!$F$1</c:f>
              <c:strCache>
                <c:ptCount val="1"/>
                <c:pt idx="0">
                  <c:v>60K</c:v>
                </c:pt>
              </c:strCache>
            </c:strRef>
          </c:tx>
          <c:spPr>
            <a:ln w="19050" cap="rnd">
              <a:solidFill>
                <a:schemeClr val="accent4"/>
              </a:solidFill>
              <a:round/>
            </a:ln>
            <a:effectLst/>
          </c:spPr>
          <c:marker>
            <c:symbol val="none"/>
          </c:marker>
          <c:xVal>
            <c:numRef>
              <c:f>test!$B$2:$B$102</c:f>
              <c:numCache>
                <c:formatCode>General</c:formatCode>
                <c:ptCount val="101"/>
                <c:pt idx="0">
                  <c:v>12132.2</c:v>
                </c:pt>
                <c:pt idx="1">
                  <c:v>12136</c:v>
                </c:pt>
                <c:pt idx="2">
                  <c:v>11757.9</c:v>
                </c:pt>
                <c:pt idx="3">
                  <c:v>11357.1</c:v>
                </c:pt>
                <c:pt idx="4">
                  <c:v>10927.6</c:v>
                </c:pt>
                <c:pt idx="5">
                  <c:v>10476.799999999999</c:v>
                </c:pt>
                <c:pt idx="6">
                  <c:v>10009.799999999999</c:v>
                </c:pt>
                <c:pt idx="7">
                  <c:v>9537.5</c:v>
                </c:pt>
                <c:pt idx="8">
                  <c:v>9061</c:v>
                </c:pt>
                <c:pt idx="9">
                  <c:v>8580.1</c:v>
                </c:pt>
                <c:pt idx="10">
                  <c:v>8093.4</c:v>
                </c:pt>
                <c:pt idx="11">
                  <c:v>7605.6</c:v>
                </c:pt>
                <c:pt idx="12">
                  <c:v>7118.3</c:v>
                </c:pt>
                <c:pt idx="13">
                  <c:v>6621.8</c:v>
                </c:pt>
                <c:pt idx="14">
                  <c:v>6131</c:v>
                </c:pt>
                <c:pt idx="15">
                  <c:v>5632.4</c:v>
                </c:pt>
                <c:pt idx="16">
                  <c:v>5134.2</c:v>
                </c:pt>
                <c:pt idx="17">
                  <c:v>4631</c:v>
                </c:pt>
                <c:pt idx="18">
                  <c:v>4129</c:v>
                </c:pt>
                <c:pt idx="19">
                  <c:v>3625.3</c:v>
                </c:pt>
                <c:pt idx="20">
                  <c:v>3120.2</c:v>
                </c:pt>
                <c:pt idx="21">
                  <c:v>2613.8000000000002</c:v>
                </c:pt>
                <c:pt idx="22">
                  <c:v>2104.6</c:v>
                </c:pt>
                <c:pt idx="23">
                  <c:v>1597.69</c:v>
                </c:pt>
                <c:pt idx="24">
                  <c:v>1088.8499999999999</c:v>
                </c:pt>
                <c:pt idx="25">
                  <c:v>580.66</c:v>
                </c:pt>
                <c:pt idx="26">
                  <c:v>72.854999999999976</c:v>
                </c:pt>
                <c:pt idx="27">
                  <c:v>-435.89</c:v>
                </c:pt>
                <c:pt idx="28">
                  <c:v>-943.22</c:v>
                </c:pt>
                <c:pt idx="29">
                  <c:v>-1449.5</c:v>
                </c:pt>
                <c:pt idx="30">
                  <c:v>-1955.09</c:v>
                </c:pt>
                <c:pt idx="31">
                  <c:v>-2459.31</c:v>
                </c:pt>
                <c:pt idx="32">
                  <c:v>-2960.89</c:v>
                </c:pt>
                <c:pt idx="33">
                  <c:v>-3464.8</c:v>
                </c:pt>
                <c:pt idx="34">
                  <c:v>-3963.5</c:v>
                </c:pt>
                <c:pt idx="35">
                  <c:v>-4463.9000000000005</c:v>
                </c:pt>
                <c:pt idx="36">
                  <c:v>-4961.5</c:v>
                </c:pt>
                <c:pt idx="37">
                  <c:v>-5458</c:v>
                </c:pt>
                <c:pt idx="38">
                  <c:v>-5954.9</c:v>
                </c:pt>
                <c:pt idx="39">
                  <c:v>-6446.2</c:v>
                </c:pt>
                <c:pt idx="40">
                  <c:v>-6936.4</c:v>
                </c:pt>
                <c:pt idx="41">
                  <c:v>-7423.5</c:v>
                </c:pt>
                <c:pt idx="42">
                  <c:v>-7908.8</c:v>
                </c:pt>
                <c:pt idx="43">
                  <c:v>-8391.4</c:v>
                </c:pt>
                <c:pt idx="44">
                  <c:v>-8873.4</c:v>
                </c:pt>
                <c:pt idx="45">
                  <c:v>-9351.7999999999975</c:v>
                </c:pt>
                <c:pt idx="46">
                  <c:v>-9820.9</c:v>
                </c:pt>
                <c:pt idx="47">
                  <c:v>-10291.200000000001</c:v>
                </c:pt>
                <c:pt idx="48">
                  <c:v>-10748.7</c:v>
                </c:pt>
                <c:pt idx="49">
                  <c:v>-11198.2</c:v>
                </c:pt>
                <c:pt idx="50">
                  <c:v>-11635.8</c:v>
                </c:pt>
                <c:pt idx="51">
                  <c:v>-12054.1</c:v>
                </c:pt>
                <c:pt idx="52">
                  <c:v>-11697.6</c:v>
                </c:pt>
                <c:pt idx="53">
                  <c:v>-11294.8</c:v>
                </c:pt>
                <c:pt idx="54">
                  <c:v>-10868.9</c:v>
                </c:pt>
                <c:pt idx="55">
                  <c:v>-10420.299999999999</c:v>
                </c:pt>
                <c:pt idx="56">
                  <c:v>-9962.7999999999975</c:v>
                </c:pt>
                <c:pt idx="57">
                  <c:v>-9494.5</c:v>
                </c:pt>
                <c:pt idx="58">
                  <c:v>-9021.5</c:v>
                </c:pt>
                <c:pt idx="59">
                  <c:v>-8540.1</c:v>
                </c:pt>
                <c:pt idx="60">
                  <c:v>-8060.2</c:v>
                </c:pt>
                <c:pt idx="61">
                  <c:v>-7573</c:v>
                </c:pt>
                <c:pt idx="62">
                  <c:v>-7091.3</c:v>
                </c:pt>
                <c:pt idx="63">
                  <c:v>-6599.9</c:v>
                </c:pt>
                <c:pt idx="64">
                  <c:v>-6107.1</c:v>
                </c:pt>
                <c:pt idx="65">
                  <c:v>-5615.1</c:v>
                </c:pt>
                <c:pt idx="66">
                  <c:v>-5122.1000000000004</c:v>
                </c:pt>
                <c:pt idx="67">
                  <c:v>-4620.9000000000005</c:v>
                </c:pt>
                <c:pt idx="68">
                  <c:v>-4121.2</c:v>
                </c:pt>
                <c:pt idx="69">
                  <c:v>-3620.6</c:v>
                </c:pt>
                <c:pt idx="70">
                  <c:v>-3115.4</c:v>
                </c:pt>
                <c:pt idx="71">
                  <c:v>-2611.9</c:v>
                </c:pt>
                <c:pt idx="72">
                  <c:v>-2103.8000000000002</c:v>
                </c:pt>
                <c:pt idx="73">
                  <c:v>-1598.73</c:v>
                </c:pt>
                <c:pt idx="74">
                  <c:v>-1090.9000000000001</c:v>
                </c:pt>
                <c:pt idx="75">
                  <c:v>-582.29999999999995</c:v>
                </c:pt>
                <c:pt idx="76">
                  <c:v>-73.575999999999979</c:v>
                </c:pt>
                <c:pt idx="77">
                  <c:v>434.34</c:v>
                </c:pt>
                <c:pt idx="78">
                  <c:v>941.91</c:v>
                </c:pt>
                <c:pt idx="79">
                  <c:v>1450.01</c:v>
                </c:pt>
                <c:pt idx="80">
                  <c:v>1955.82</c:v>
                </c:pt>
                <c:pt idx="81">
                  <c:v>2463.1999999999998</c:v>
                </c:pt>
                <c:pt idx="82">
                  <c:v>2967.38</c:v>
                </c:pt>
                <c:pt idx="83">
                  <c:v>3472.7</c:v>
                </c:pt>
                <c:pt idx="84">
                  <c:v>3975.1</c:v>
                </c:pt>
                <c:pt idx="85">
                  <c:v>4478.6000000000004</c:v>
                </c:pt>
                <c:pt idx="86">
                  <c:v>4977.2</c:v>
                </c:pt>
                <c:pt idx="87">
                  <c:v>5478.3</c:v>
                </c:pt>
                <c:pt idx="88">
                  <c:v>5975.2</c:v>
                </c:pt>
                <c:pt idx="89">
                  <c:v>6476.1</c:v>
                </c:pt>
                <c:pt idx="90">
                  <c:v>6968.8</c:v>
                </c:pt>
                <c:pt idx="91">
                  <c:v>7458.8</c:v>
                </c:pt>
                <c:pt idx="92">
                  <c:v>7950.9</c:v>
                </c:pt>
                <c:pt idx="93">
                  <c:v>8437.7999999999975</c:v>
                </c:pt>
                <c:pt idx="94">
                  <c:v>8919.9</c:v>
                </c:pt>
                <c:pt idx="95">
                  <c:v>9400.5</c:v>
                </c:pt>
                <c:pt idx="96">
                  <c:v>9881.5</c:v>
                </c:pt>
                <c:pt idx="97">
                  <c:v>10347</c:v>
                </c:pt>
                <c:pt idx="98">
                  <c:v>10818.5</c:v>
                </c:pt>
                <c:pt idx="99">
                  <c:v>11262.9</c:v>
                </c:pt>
                <c:pt idx="100">
                  <c:v>11705.8</c:v>
                </c:pt>
              </c:numCache>
            </c:numRef>
          </c:xVal>
          <c:yVal>
            <c:numRef>
              <c:f>test!$F$2:$F$102</c:f>
              <c:numCache>
                <c:formatCode>General</c:formatCode>
                <c:ptCount val="101"/>
                <c:pt idx="0">
                  <c:v>67.464828999999995</c:v>
                </c:pt>
                <c:pt idx="1">
                  <c:v>67.25007699999999</c:v>
                </c:pt>
                <c:pt idx="2">
                  <c:v>67.013463000000002</c:v>
                </c:pt>
                <c:pt idx="3">
                  <c:v>66.779506999999981</c:v>
                </c:pt>
                <c:pt idx="4">
                  <c:v>66.532949000000002</c:v>
                </c:pt>
                <c:pt idx="5">
                  <c:v>66.277089000000004</c:v>
                </c:pt>
                <c:pt idx="6">
                  <c:v>66.026984999999982</c:v>
                </c:pt>
                <c:pt idx="7">
                  <c:v>65.769667999999996</c:v>
                </c:pt>
                <c:pt idx="8">
                  <c:v>65.491344999999995</c:v>
                </c:pt>
                <c:pt idx="9">
                  <c:v>65.20308799999998</c:v>
                </c:pt>
                <c:pt idx="10">
                  <c:v>64.944603000000001</c:v>
                </c:pt>
                <c:pt idx="11">
                  <c:v>64.672546999999966</c:v>
                </c:pt>
                <c:pt idx="12">
                  <c:v>64.420013999999995</c:v>
                </c:pt>
                <c:pt idx="13">
                  <c:v>64.146461000000002</c:v>
                </c:pt>
                <c:pt idx="14">
                  <c:v>63.913128999999998</c:v>
                </c:pt>
                <c:pt idx="15">
                  <c:v>63.648325</c:v>
                </c:pt>
                <c:pt idx="16">
                  <c:v>63.442354999999999</c:v>
                </c:pt>
                <c:pt idx="17">
                  <c:v>63.217582</c:v>
                </c:pt>
                <c:pt idx="18">
                  <c:v>63.002721999999999</c:v>
                </c:pt>
                <c:pt idx="19">
                  <c:v>62.806557000000012</c:v>
                </c:pt>
                <c:pt idx="20">
                  <c:v>62.623396</c:v>
                </c:pt>
                <c:pt idx="21">
                  <c:v>62.448390000000003</c:v>
                </c:pt>
                <c:pt idx="22">
                  <c:v>62.284348000000001</c:v>
                </c:pt>
                <c:pt idx="23">
                  <c:v>62.146569999999997</c:v>
                </c:pt>
                <c:pt idx="24">
                  <c:v>62.062474999999999</c:v>
                </c:pt>
                <c:pt idx="25">
                  <c:v>62.012011999999999</c:v>
                </c:pt>
                <c:pt idx="26">
                  <c:v>62.032513000000002</c:v>
                </c:pt>
                <c:pt idx="27">
                  <c:v>62.094594000000001</c:v>
                </c:pt>
                <c:pt idx="28">
                  <c:v>62.206769000000001</c:v>
                </c:pt>
                <c:pt idx="29">
                  <c:v>62.318396999999997</c:v>
                </c:pt>
                <c:pt idx="30">
                  <c:v>62.465909000000003</c:v>
                </c:pt>
                <c:pt idx="31">
                  <c:v>62.629787999999998</c:v>
                </c:pt>
                <c:pt idx="32">
                  <c:v>62.820815000000003</c:v>
                </c:pt>
                <c:pt idx="33">
                  <c:v>63.013235000000002</c:v>
                </c:pt>
                <c:pt idx="34">
                  <c:v>63.202126</c:v>
                </c:pt>
                <c:pt idx="35">
                  <c:v>63.424563000000013</c:v>
                </c:pt>
                <c:pt idx="36">
                  <c:v>63.644663000000001</c:v>
                </c:pt>
                <c:pt idx="37">
                  <c:v>63.872434000000013</c:v>
                </c:pt>
                <c:pt idx="38">
                  <c:v>64.111169000000004</c:v>
                </c:pt>
                <c:pt idx="39">
                  <c:v>64.348641000000001</c:v>
                </c:pt>
                <c:pt idx="40">
                  <c:v>64.600300999999988</c:v>
                </c:pt>
                <c:pt idx="41">
                  <c:v>64.845480999999992</c:v>
                </c:pt>
                <c:pt idx="42">
                  <c:v>65.105502999999985</c:v>
                </c:pt>
                <c:pt idx="43">
                  <c:v>65.353620000000006</c:v>
                </c:pt>
                <c:pt idx="44">
                  <c:v>65.611255999999997</c:v>
                </c:pt>
                <c:pt idx="45">
                  <c:v>65.84734899999998</c:v>
                </c:pt>
                <c:pt idx="46">
                  <c:v>66.102185999999989</c:v>
                </c:pt>
                <c:pt idx="47">
                  <c:v>66.339444999999998</c:v>
                </c:pt>
                <c:pt idx="48">
                  <c:v>66.582953000000003</c:v>
                </c:pt>
                <c:pt idx="49">
                  <c:v>66.819370000000006</c:v>
                </c:pt>
                <c:pt idx="50">
                  <c:v>67.059263999999999</c:v>
                </c:pt>
                <c:pt idx="51">
                  <c:v>66.863435999999979</c:v>
                </c:pt>
                <c:pt idx="52">
                  <c:v>66.649294999999995</c:v>
                </c:pt>
                <c:pt idx="53">
                  <c:v>66.408726000000001</c:v>
                </c:pt>
                <c:pt idx="54">
                  <c:v>66.166101999999981</c:v>
                </c:pt>
                <c:pt idx="55">
                  <c:v>65.933400000000006</c:v>
                </c:pt>
                <c:pt idx="56">
                  <c:v>65.683569999999975</c:v>
                </c:pt>
                <c:pt idx="57">
                  <c:v>65.417447999999993</c:v>
                </c:pt>
                <c:pt idx="58">
                  <c:v>65.171475999999984</c:v>
                </c:pt>
                <c:pt idx="59">
                  <c:v>64.925136999999992</c:v>
                </c:pt>
                <c:pt idx="60">
                  <c:v>64.669028999999981</c:v>
                </c:pt>
                <c:pt idx="61">
                  <c:v>64.422067999999982</c:v>
                </c:pt>
                <c:pt idx="62">
                  <c:v>64.18009099999999</c:v>
                </c:pt>
                <c:pt idx="63">
                  <c:v>63.940016</c:v>
                </c:pt>
                <c:pt idx="64">
                  <c:v>63.710887</c:v>
                </c:pt>
                <c:pt idx="65">
                  <c:v>63.479923999999997</c:v>
                </c:pt>
                <c:pt idx="66">
                  <c:v>63.257949000000004</c:v>
                </c:pt>
                <c:pt idx="67">
                  <c:v>63.052107999999997</c:v>
                </c:pt>
                <c:pt idx="68">
                  <c:v>62.838634999999996</c:v>
                </c:pt>
                <c:pt idx="69">
                  <c:v>62.659683000000001</c:v>
                </c:pt>
                <c:pt idx="70">
                  <c:v>62.471640999999998</c:v>
                </c:pt>
                <c:pt idx="71">
                  <c:v>62.325130000000001</c:v>
                </c:pt>
                <c:pt idx="72">
                  <c:v>62.166246000000001</c:v>
                </c:pt>
                <c:pt idx="73">
                  <c:v>62.027607000000003</c:v>
                </c:pt>
                <c:pt idx="74">
                  <c:v>61.931983000000002</c:v>
                </c:pt>
                <c:pt idx="75">
                  <c:v>61.888997000000003</c:v>
                </c:pt>
                <c:pt idx="76">
                  <c:v>61.908234</c:v>
                </c:pt>
                <c:pt idx="77">
                  <c:v>61.978034000000001</c:v>
                </c:pt>
                <c:pt idx="78">
                  <c:v>62.084172000000002</c:v>
                </c:pt>
                <c:pt idx="79">
                  <c:v>62.220782</c:v>
                </c:pt>
                <c:pt idx="80">
                  <c:v>62.372109000000002</c:v>
                </c:pt>
                <c:pt idx="81">
                  <c:v>62.532473000000003</c:v>
                </c:pt>
                <c:pt idx="82">
                  <c:v>62.719217</c:v>
                </c:pt>
                <c:pt idx="83">
                  <c:v>62.916905</c:v>
                </c:pt>
                <c:pt idx="84">
                  <c:v>63.116173000000003</c:v>
                </c:pt>
                <c:pt idx="85">
                  <c:v>63.324129999999997</c:v>
                </c:pt>
                <c:pt idx="86">
                  <c:v>63.547761999999999</c:v>
                </c:pt>
                <c:pt idx="87">
                  <c:v>63.781974000000012</c:v>
                </c:pt>
                <c:pt idx="88">
                  <c:v>64.038271999999992</c:v>
                </c:pt>
                <c:pt idx="89">
                  <c:v>64.258257999999998</c:v>
                </c:pt>
                <c:pt idx="90">
                  <c:v>64.510013999999998</c:v>
                </c:pt>
                <c:pt idx="91">
                  <c:v>64.763824999999997</c:v>
                </c:pt>
                <c:pt idx="92">
                  <c:v>65.006501</c:v>
                </c:pt>
                <c:pt idx="93">
                  <c:v>65.264352000000002</c:v>
                </c:pt>
                <c:pt idx="94">
                  <c:v>65.511762000000004</c:v>
                </c:pt>
                <c:pt idx="95">
                  <c:v>65.764196999999996</c:v>
                </c:pt>
                <c:pt idx="96">
                  <c:v>66.010098999999983</c:v>
                </c:pt>
                <c:pt idx="97">
                  <c:v>66.258754999999979</c:v>
                </c:pt>
                <c:pt idx="98">
                  <c:v>66.504593999999997</c:v>
                </c:pt>
                <c:pt idx="99">
                  <c:v>66.733249000000001</c:v>
                </c:pt>
                <c:pt idx="100">
                  <c:v>66.957382999999979</c:v>
                </c:pt>
              </c:numCache>
            </c:numRef>
          </c:yVal>
          <c:smooth val="1"/>
        </c:ser>
        <c:ser>
          <c:idx val="4"/>
          <c:order val="4"/>
          <c:tx>
            <c:strRef>
              <c:f>test!$G$1</c:f>
              <c:strCache>
                <c:ptCount val="1"/>
                <c:pt idx="0">
                  <c:v>80K</c:v>
                </c:pt>
              </c:strCache>
            </c:strRef>
          </c:tx>
          <c:spPr>
            <a:ln w="19050" cap="rnd">
              <a:solidFill>
                <a:srgbClr val="00B0F0"/>
              </a:solidFill>
              <a:round/>
            </a:ln>
            <a:effectLst/>
          </c:spPr>
          <c:marker>
            <c:symbol val="none"/>
          </c:marker>
          <c:xVal>
            <c:numRef>
              <c:f>test!$B$2:$B$102</c:f>
              <c:numCache>
                <c:formatCode>General</c:formatCode>
                <c:ptCount val="101"/>
                <c:pt idx="0">
                  <c:v>12132.2</c:v>
                </c:pt>
                <c:pt idx="1">
                  <c:v>12136</c:v>
                </c:pt>
                <c:pt idx="2">
                  <c:v>11757.9</c:v>
                </c:pt>
                <c:pt idx="3">
                  <c:v>11357.1</c:v>
                </c:pt>
                <c:pt idx="4">
                  <c:v>10927.6</c:v>
                </c:pt>
                <c:pt idx="5">
                  <c:v>10476.799999999999</c:v>
                </c:pt>
                <c:pt idx="6">
                  <c:v>10009.799999999999</c:v>
                </c:pt>
                <c:pt idx="7">
                  <c:v>9537.5</c:v>
                </c:pt>
                <c:pt idx="8">
                  <c:v>9061</c:v>
                </c:pt>
                <c:pt idx="9">
                  <c:v>8580.1</c:v>
                </c:pt>
                <c:pt idx="10">
                  <c:v>8093.4</c:v>
                </c:pt>
                <c:pt idx="11">
                  <c:v>7605.6</c:v>
                </c:pt>
                <c:pt idx="12">
                  <c:v>7118.3</c:v>
                </c:pt>
                <c:pt idx="13">
                  <c:v>6621.8</c:v>
                </c:pt>
                <c:pt idx="14">
                  <c:v>6131</c:v>
                </c:pt>
                <c:pt idx="15">
                  <c:v>5632.4</c:v>
                </c:pt>
                <c:pt idx="16">
                  <c:v>5134.2</c:v>
                </c:pt>
                <c:pt idx="17">
                  <c:v>4631</c:v>
                </c:pt>
                <c:pt idx="18">
                  <c:v>4129</c:v>
                </c:pt>
                <c:pt idx="19">
                  <c:v>3625.3</c:v>
                </c:pt>
                <c:pt idx="20">
                  <c:v>3120.2</c:v>
                </c:pt>
                <c:pt idx="21">
                  <c:v>2613.8000000000002</c:v>
                </c:pt>
                <c:pt idx="22">
                  <c:v>2104.6</c:v>
                </c:pt>
                <c:pt idx="23">
                  <c:v>1597.69</c:v>
                </c:pt>
                <c:pt idx="24">
                  <c:v>1088.8499999999999</c:v>
                </c:pt>
                <c:pt idx="25">
                  <c:v>580.66</c:v>
                </c:pt>
                <c:pt idx="26">
                  <c:v>72.854999999999976</c:v>
                </c:pt>
                <c:pt idx="27">
                  <c:v>-435.89</c:v>
                </c:pt>
                <c:pt idx="28">
                  <c:v>-943.22</c:v>
                </c:pt>
                <c:pt idx="29">
                  <c:v>-1449.5</c:v>
                </c:pt>
                <c:pt idx="30">
                  <c:v>-1955.09</c:v>
                </c:pt>
                <c:pt idx="31">
                  <c:v>-2459.31</c:v>
                </c:pt>
                <c:pt idx="32">
                  <c:v>-2960.89</c:v>
                </c:pt>
                <c:pt idx="33">
                  <c:v>-3464.8</c:v>
                </c:pt>
                <c:pt idx="34">
                  <c:v>-3963.5</c:v>
                </c:pt>
                <c:pt idx="35">
                  <c:v>-4463.9000000000005</c:v>
                </c:pt>
                <c:pt idx="36">
                  <c:v>-4961.5</c:v>
                </c:pt>
                <c:pt idx="37">
                  <c:v>-5458</c:v>
                </c:pt>
                <c:pt idx="38">
                  <c:v>-5954.9</c:v>
                </c:pt>
                <c:pt idx="39">
                  <c:v>-6446.2</c:v>
                </c:pt>
                <c:pt idx="40">
                  <c:v>-6936.4</c:v>
                </c:pt>
                <c:pt idx="41">
                  <c:v>-7423.5</c:v>
                </c:pt>
                <c:pt idx="42">
                  <c:v>-7908.8</c:v>
                </c:pt>
                <c:pt idx="43">
                  <c:v>-8391.4</c:v>
                </c:pt>
                <c:pt idx="44">
                  <c:v>-8873.4</c:v>
                </c:pt>
                <c:pt idx="45">
                  <c:v>-9351.7999999999975</c:v>
                </c:pt>
                <c:pt idx="46">
                  <c:v>-9820.9</c:v>
                </c:pt>
                <c:pt idx="47">
                  <c:v>-10291.200000000001</c:v>
                </c:pt>
                <c:pt idx="48">
                  <c:v>-10748.7</c:v>
                </c:pt>
                <c:pt idx="49">
                  <c:v>-11198.2</c:v>
                </c:pt>
                <c:pt idx="50">
                  <c:v>-11635.8</c:v>
                </c:pt>
                <c:pt idx="51">
                  <c:v>-12054.1</c:v>
                </c:pt>
                <c:pt idx="52">
                  <c:v>-11697.6</c:v>
                </c:pt>
                <c:pt idx="53">
                  <c:v>-11294.8</c:v>
                </c:pt>
                <c:pt idx="54">
                  <c:v>-10868.9</c:v>
                </c:pt>
                <c:pt idx="55">
                  <c:v>-10420.299999999999</c:v>
                </c:pt>
                <c:pt idx="56">
                  <c:v>-9962.7999999999975</c:v>
                </c:pt>
                <c:pt idx="57">
                  <c:v>-9494.5</c:v>
                </c:pt>
                <c:pt idx="58">
                  <c:v>-9021.5</c:v>
                </c:pt>
                <c:pt idx="59">
                  <c:v>-8540.1</c:v>
                </c:pt>
                <c:pt idx="60">
                  <c:v>-8060.2</c:v>
                </c:pt>
                <c:pt idx="61">
                  <c:v>-7573</c:v>
                </c:pt>
                <c:pt idx="62">
                  <c:v>-7091.3</c:v>
                </c:pt>
                <c:pt idx="63">
                  <c:v>-6599.9</c:v>
                </c:pt>
                <c:pt idx="64">
                  <c:v>-6107.1</c:v>
                </c:pt>
                <c:pt idx="65">
                  <c:v>-5615.1</c:v>
                </c:pt>
                <c:pt idx="66">
                  <c:v>-5122.1000000000004</c:v>
                </c:pt>
                <c:pt idx="67">
                  <c:v>-4620.9000000000005</c:v>
                </c:pt>
                <c:pt idx="68">
                  <c:v>-4121.2</c:v>
                </c:pt>
                <c:pt idx="69">
                  <c:v>-3620.6</c:v>
                </c:pt>
                <c:pt idx="70">
                  <c:v>-3115.4</c:v>
                </c:pt>
                <c:pt idx="71">
                  <c:v>-2611.9</c:v>
                </c:pt>
                <c:pt idx="72">
                  <c:v>-2103.8000000000002</c:v>
                </c:pt>
                <c:pt idx="73">
                  <c:v>-1598.73</c:v>
                </c:pt>
                <c:pt idx="74">
                  <c:v>-1090.9000000000001</c:v>
                </c:pt>
                <c:pt idx="75">
                  <c:v>-582.29999999999995</c:v>
                </c:pt>
                <c:pt idx="76">
                  <c:v>-73.575999999999979</c:v>
                </c:pt>
                <c:pt idx="77">
                  <c:v>434.34</c:v>
                </c:pt>
                <c:pt idx="78">
                  <c:v>941.91</c:v>
                </c:pt>
                <c:pt idx="79">
                  <c:v>1450.01</c:v>
                </c:pt>
                <c:pt idx="80">
                  <c:v>1955.82</c:v>
                </c:pt>
                <c:pt idx="81">
                  <c:v>2463.1999999999998</c:v>
                </c:pt>
                <c:pt idx="82">
                  <c:v>2967.38</c:v>
                </c:pt>
                <c:pt idx="83">
                  <c:v>3472.7</c:v>
                </c:pt>
                <c:pt idx="84">
                  <c:v>3975.1</c:v>
                </c:pt>
                <c:pt idx="85">
                  <c:v>4478.6000000000004</c:v>
                </c:pt>
                <c:pt idx="86">
                  <c:v>4977.2</c:v>
                </c:pt>
                <c:pt idx="87">
                  <c:v>5478.3</c:v>
                </c:pt>
                <c:pt idx="88">
                  <c:v>5975.2</c:v>
                </c:pt>
                <c:pt idx="89">
                  <c:v>6476.1</c:v>
                </c:pt>
                <c:pt idx="90">
                  <c:v>6968.8</c:v>
                </c:pt>
                <c:pt idx="91">
                  <c:v>7458.8</c:v>
                </c:pt>
                <c:pt idx="92">
                  <c:v>7950.9</c:v>
                </c:pt>
                <c:pt idx="93">
                  <c:v>8437.7999999999975</c:v>
                </c:pt>
                <c:pt idx="94">
                  <c:v>8919.9</c:v>
                </c:pt>
                <c:pt idx="95">
                  <c:v>9400.5</c:v>
                </c:pt>
                <c:pt idx="96">
                  <c:v>9881.5</c:v>
                </c:pt>
                <c:pt idx="97">
                  <c:v>10347</c:v>
                </c:pt>
                <c:pt idx="98">
                  <c:v>10818.5</c:v>
                </c:pt>
                <c:pt idx="99">
                  <c:v>11262.9</c:v>
                </c:pt>
                <c:pt idx="100">
                  <c:v>11705.8</c:v>
                </c:pt>
              </c:numCache>
            </c:numRef>
          </c:xVal>
          <c:yVal>
            <c:numRef>
              <c:f>test!$G$2:$G$102</c:f>
              <c:numCache>
                <c:formatCode>General</c:formatCode>
                <c:ptCount val="101"/>
                <c:pt idx="0">
                  <c:v>84.691153999999997</c:v>
                </c:pt>
                <c:pt idx="1">
                  <c:v>84.623664000000005</c:v>
                </c:pt>
                <c:pt idx="2">
                  <c:v>78.121600999999998</c:v>
                </c:pt>
                <c:pt idx="3">
                  <c:v>77.890715999999998</c:v>
                </c:pt>
                <c:pt idx="4">
                  <c:v>77.592568999999983</c:v>
                </c:pt>
                <c:pt idx="5">
                  <c:v>77.415329</c:v>
                </c:pt>
                <c:pt idx="6">
                  <c:v>77.178943999999987</c:v>
                </c:pt>
                <c:pt idx="7">
                  <c:v>76.977406999999999</c:v>
                </c:pt>
                <c:pt idx="8">
                  <c:v>76.841712999999999</c:v>
                </c:pt>
                <c:pt idx="9">
                  <c:v>76.537441999999999</c:v>
                </c:pt>
                <c:pt idx="10">
                  <c:v>76.313107000000002</c:v>
                </c:pt>
                <c:pt idx="11">
                  <c:v>82.356705999999988</c:v>
                </c:pt>
                <c:pt idx="12">
                  <c:v>82.232641000000001</c:v>
                </c:pt>
                <c:pt idx="13">
                  <c:v>82.05085099999998</c:v>
                </c:pt>
                <c:pt idx="14">
                  <c:v>81.915604000000002</c:v>
                </c:pt>
                <c:pt idx="15">
                  <c:v>81.804022000000003</c:v>
                </c:pt>
                <c:pt idx="16">
                  <c:v>81.718810000000005</c:v>
                </c:pt>
                <c:pt idx="17">
                  <c:v>81.4876</c:v>
                </c:pt>
                <c:pt idx="18">
                  <c:v>81.364613000000006</c:v>
                </c:pt>
                <c:pt idx="19">
                  <c:v>81.247986999999995</c:v>
                </c:pt>
                <c:pt idx="20">
                  <c:v>81.118451999999991</c:v>
                </c:pt>
                <c:pt idx="21">
                  <c:v>80.971503999999996</c:v>
                </c:pt>
                <c:pt idx="22">
                  <c:v>80.872384999999966</c:v>
                </c:pt>
                <c:pt idx="23">
                  <c:v>80.807952</c:v>
                </c:pt>
                <c:pt idx="24">
                  <c:v>80.756028000000001</c:v>
                </c:pt>
                <c:pt idx="25">
                  <c:v>80.729893000000004</c:v>
                </c:pt>
                <c:pt idx="26">
                  <c:v>80.768101000000001</c:v>
                </c:pt>
                <c:pt idx="27">
                  <c:v>80.793227999999999</c:v>
                </c:pt>
                <c:pt idx="28">
                  <c:v>80.895589999999999</c:v>
                </c:pt>
                <c:pt idx="29">
                  <c:v>81.003576999999993</c:v>
                </c:pt>
                <c:pt idx="30">
                  <c:v>81.08981799999998</c:v>
                </c:pt>
                <c:pt idx="31">
                  <c:v>81.229215999999994</c:v>
                </c:pt>
                <c:pt idx="32">
                  <c:v>81.398922999999982</c:v>
                </c:pt>
                <c:pt idx="33">
                  <c:v>81.431421999999998</c:v>
                </c:pt>
                <c:pt idx="34">
                  <c:v>81.520454999999998</c:v>
                </c:pt>
                <c:pt idx="35">
                  <c:v>81.685129000000003</c:v>
                </c:pt>
                <c:pt idx="36">
                  <c:v>81.853675999999979</c:v>
                </c:pt>
                <c:pt idx="37">
                  <c:v>82.014921000000001</c:v>
                </c:pt>
                <c:pt idx="38">
                  <c:v>82.172014999999988</c:v>
                </c:pt>
                <c:pt idx="39">
                  <c:v>82.415998000000002</c:v>
                </c:pt>
                <c:pt idx="40">
                  <c:v>82.665235999999979</c:v>
                </c:pt>
                <c:pt idx="41">
                  <c:v>82.880664999999993</c:v>
                </c:pt>
                <c:pt idx="42">
                  <c:v>83.080889999999982</c:v>
                </c:pt>
                <c:pt idx="43">
                  <c:v>83.272591999999989</c:v>
                </c:pt>
                <c:pt idx="44">
                  <c:v>83.68289399999999</c:v>
                </c:pt>
                <c:pt idx="45">
                  <c:v>83.863714000000002</c:v>
                </c:pt>
                <c:pt idx="46">
                  <c:v>84.012673000000007</c:v>
                </c:pt>
                <c:pt idx="47">
                  <c:v>84.230052999999998</c:v>
                </c:pt>
                <c:pt idx="48">
                  <c:v>84.432592</c:v>
                </c:pt>
                <c:pt idx="49">
                  <c:v>84.653275999999991</c:v>
                </c:pt>
                <c:pt idx="50">
                  <c:v>84.860005999999998</c:v>
                </c:pt>
                <c:pt idx="51">
                  <c:v>84.678376999999969</c:v>
                </c:pt>
                <c:pt idx="52">
                  <c:v>84.530518999999998</c:v>
                </c:pt>
                <c:pt idx="53">
                  <c:v>84.32083999999999</c:v>
                </c:pt>
                <c:pt idx="54">
                  <c:v>84.13300599999998</c:v>
                </c:pt>
                <c:pt idx="55">
                  <c:v>83.904038</c:v>
                </c:pt>
                <c:pt idx="56">
                  <c:v>83.705605000000006</c:v>
                </c:pt>
                <c:pt idx="57">
                  <c:v>83.486630000000005</c:v>
                </c:pt>
                <c:pt idx="58">
                  <c:v>83.280070999999992</c:v>
                </c:pt>
                <c:pt idx="59">
                  <c:v>83.065357999999989</c:v>
                </c:pt>
                <c:pt idx="60">
                  <c:v>82.834469999999996</c:v>
                </c:pt>
                <c:pt idx="61">
                  <c:v>82.657039999999981</c:v>
                </c:pt>
                <c:pt idx="62">
                  <c:v>82.425123999999997</c:v>
                </c:pt>
                <c:pt idx="63">
                  <c:v>82.236044000000007</c:v>
                </c:pt>
                <c:pt idx="64">
                  <c:v>82.043672000000001</c:v>
                </c:pt>
                <c:pt idx="65">
                  <c:v>81.86487099999998</c:v>
                </c:pt>
                <c:pt idx="66">
                  <c:v>81.650164000000004</c:v>
                </c:pt>
                <c:pt idx="67">
                  <c:v>81.476139000000003</c:v>
                </c:pt>
                <c:pt idx="68">
                  <c:v>81.340869999999995</c:v>
                </c:pt>
                <c:pt idx="69">
                  <c:v>81.188601999999989</c:v>
                </c:pt>
                <c:pt idx="70">
                  <c:v>81.051362999999981</c:v>
                </c:pt>
                <c:pt idx="71">
                  <c:v>80.920670000000001</c:v>
                </c:pt>
                <c:pt idx="72">
                  <c:v>80.815145999999999</c:v>
                </c:pt>
                <c:pt idx="73">
                  <c:v>80.742887999999979</c:v>
                </c:pt>
                <c:pt idx="74">
                  <c:v>80.679031999999978</c:v>
                </c:pt>
                <c:pt idx="75">
                  <c:v>80.655024999999981</c:v>
                </c:pt>
                <c:pt idx="76">
                  <c:v>80.646660999999995</c:v>
                </c:pt>
                <c:pt idx="77">
                  <c:v>80.719046000000006</c:v>
                </c:pt>
                <c:pt idx="78">
                  <c:v>80.768805</c:v>
                </c:pt>
                <c:pt idx="79">
                  <c:v>80.841840000000005</c:v>
                </c:pt>
                <c:pt idx="80">
                  <c:v>80.965306999999981</c:v>
                </c:pt>
                <c:pt idx="81">
                  <c:v>81.093593999999996</c:v>
                </c:pt>
                <c:pt idx="82">
                  <c:v>81.229819000000006</c:v>
                </c:pt>
                <c:pt idx="83">
                  <c:v>81.368166000000002</c:v>
                </c:pt>
                <c:pt idx="84">
                  <c:v>81.526137999999989</c:v>
                </c:pt>
                <c:pt idx="85">
                  <c:v>81.719723000000002</c:v>
                </c:pt>
                <c:pt idx="86">
                  <c:v>81.877859000000001</c:v>
                </c:pt>
                <c:pt idx="87">
                  <c:v>82.079498999999984</c:v>
                </c:pt>
                <c:pt idx="88">
                  <c:v>82.236799000000005</c:v>
                </c:pt>
                <c:pt idx="89">
                  <c:v>82.458304999999982</c:v>
                </c:pt>
                <c:pt idx="90">
                  <c:v>82.657369999999986</c:v>
                </c:pt>
                <c:pt idx="91">
                  <c:v>82.871961999999982</c:v>
                </c:pt>
                <c:pt idx="92">
                  <c:v>83.112183000000002</c:v>
                </c:pt>
                <c:pt idx="93">
                  <c:v>83.287402</c:v>
                </c:pt>
                <c:pt idx="94">
                  <c:v>83.545516000000006</c:v>
                </c:pt>
                <c:pt idx="95">
                  <c:v>83.711164999999994</c:v>
                </c:pt>
                <c:pt idx="96">
                  <c:v>83.892612999999983</c:v>
                </c:pt>
                <c:pt idx="97">
                  <c:v>84.104870000000005</c:v>
                </c:pt>
                <c:pt idx="98">
                  <c:v>84.330629000000002</c:v>
                </c:pt>
                <c:pt idx="99">
                  <c:v>84.509590000000003</c:v>
                </c:pt>
                <c:pt idx="100">
                  <c:v>84.705112999999983</c:v>
                </c:pt>
              </c:numCache>
            </c:numRef>
          </c:yVal>
          <c:smooth val="1"/>
        </c:ser>
        <c:dLbls>
          <c:showLegendKey val="0"/>
          <c:showVal val="0"/>
          <c:showCatName val="0"/>
          <c:showSerName val="0"/>
          <c:showPercent val="0"/>
          <c:showBubbleSize val="0"/>
        </c:dLbls>
        <c:axId val="131760808"/>
        <c:axId val="131763944"/>
      </c:scatterChart>
      <c:valAx>
        <c:axId val="1317608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3944"/>
        <c:crosses val="autoZero"/>
        <c:crossBetween val="midCat"/>
      </c:valAx>
      <c:valAx>
        <c:axId val="131763944"/>
        <c:scaling>
          <c:orientation val="minMax"/>
          <c:min val="6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0808"/>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sz="1200" dirty="0"/>
              <a:t>Resistance in </a:t>
            </a:r>
            <a:r>
              <a:rPr lang="en-CA" sz="1200" dirty="0" smtClean="0"/>
              <a:t>varying temperature</a:t>
            </a:r>
            <a:r>
              <a:rPr lang="en-CA" sz="1200" baseline="0" dirty="0" smtClean="0"/>
              <a:t> </a:t>
            </a:r>
            <a:r>
              <a:rPr lang="en-CA" sz="1200" baseline="0" dirty="0"/>
              <a:t>and magnetic field</a:t>
            </a:r>
            <a:endParaRPr lang="en-CA" sz="1200"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test!$C$2</c:f>
              <c:strCache>
                <c:ptCount val="1"/>
                <c:pt idx="0">
                  <c:v>10K</c:v>
                </c:pt>
              </c:strCache>
            </c:strRef>
          </c:tx>
          <c:spPr>
            <a:ln w="19050" cap="rnd">
              <a:solidFill>
                <a:schemeClr val="tx1"/>
              </a:solidFill>
              <a:round/>
            </a:ln>
            <a:effectLst/>
          </c:spPr>
          <c:marker>
            <c:symbol val="none"/>
          </c:marker>
          <c:xVal>
            <c:numRef>
              <c:f>test!$B$3:$B$103</c:f>
              <c:numCache>
                <c:formatCode>General</c:formatCode>
                <c:ptCount val="101"/>
                <c:pt idx="0">
                  <c:v>12313.5</c:v>
                </c:pt>
                <c:pt idx="1">
                  <c:v>12315.9</c:v>
                </c:pt>
                <c:pt idx="2">
                  <c:v>11936.2</c:v>
                </c:pt>
                <c:pt idx="3">
                  <c:v>11525.4</c:v>
                </c:pt>
                <c:pt idx="4">
                  <c:v>11085.1</c:v>
                </c:pt>
                <c:pt idx="5">
                  <c:v>10626.7</c:v>
                </c:pt>
                <c:pt idx="6">
                  <c:v>10150.5</c:v>
                </c:pt>
                <c:pt idx="7">
                  <c:v>9677.2999999999975</c:v>
                </c:pt>
                <c:pt idx="8">
                  <c:v>9183.6</c:v>
                </c:pt>
                <c:pt idx="9">
                  <c:v>8695</c:v>
                </c:pt>
                <c:pt idx="10">
                  <c:v>8205.2999999999975</c:v>
                </c:pt>
                <c:pt idx="11">
                  <c:v>7706.3</c:v>
                </c:pt>
                <c:pt idx="12">
                  <c:v>7210.3</c:v>
                </c:pt>
                <c:pt idx="13">
                  <c:v>6710.3</c:v>
                </c:pt>
                <c:pt idx="14">
                  <c:v>6207.6</c:v>
                </c:pt>
                <c:pt idx="15">
                  <c:v>5699.6</c:v>
                </c:pt>
                <c:pt idx="16">
                  <c:v>5195.2</c:v>
                </c:pt>
                <c:pt idx="17">
                  <c:v>4686.6000000000004</c:v>
                </c:pt>
                <c:pt idx="18">
                  <c:v>4179</c:v>
                </c:pt>
                <c:pt idx="19">
                  <c:v>3669.4</c:v>
                </c:pt>
                <c:pt idx="20">
                  <c:v>3154.4</c:v>
                </c:pt>
                <c:pt idx="21">
                  <c:v>2645.1</c:v>
                </c:pt>
                <c:pt idx="22">
                  <c:v>2128.8000000000002</c:v>
                </c:pt>
                <c:pt idx="23">
                  <c:v>1616.54</c:v>
                </c:pt>
                <c:pt idx="24">
                  <c:v>1101.8699999999999</c:v>
                </c:pt>
                <c:pt idx="25">
                  <c:v>587.16</c:v>
                </c:pt>
                <c:pt idx="26">
                  <c:v>73.427999999999997</c:v>
                </c:pt>
                <c:pt idx="27">
                  <c:v>-440.67</c:v>
                </c:pt>
                <c:pt idx="28">
                  <c:v>-953.49</c:v>
                </c:pt>
                <c:pt idx="29">
                  <c:v>-1465.41</c:v>
                </c:pt>
                <c:pt idx="30">
                  <c:v>-1976.57</c:v>
                </c:pt>
                <c:pt idx="31">
                  <c:v>-2485.4</c:v>
                </c:pt>
                <c:pt idx="32">
                  <c:v>-2995.48</c:v>
                </c:pt>
                <c:pt idx="33">
                  <c:v>-3504.4</c:v>
                </c:pt>
                <c:pt idx="34">
                  <c:v>-4009.4</c:v>
                </c:pt>
                <c:pt idx="35">
                  <c:v>-4517.6000000000004</c:v>
                </c:pt>
                <c:pt idx="36">
                  <c:v>-5019.6000000000004</c:v>
                </c:pt>
                <c:pt idx="37">
                  <c:v>-5521.9</c:v>
                </c:pt>
                <c:pt idx="38">
                  <c:v>-6024.1</c:v>
                </c:pt>
                <c:pt idx="39">
                  <c:v>-6526.9</c:v>
                </c:pt>
                <c:pt idx="40">
                  <c:v>-7021.2</c:v>
                </c:pt>
                <c:pt idx="41">
                  <c:v>-7517.3</c:v>
                </c:pt>
                <c:pt idx="42">
                  <c:v>-8012.3</c:v>
                </c:pt>
                <c:pt idx="43">
                  <c:v>-8504.7999999999975</c:v>
                </c:pt>
                <c:pt idx="44">
                  <c:v>-8988.1</c:v>
                </c:pt>
                <c:pt idx="45">
                  <c:v>-9475.6</c:v>
                </c:pt>
                <c:pt idx="46">
                  <c:v>-9961.4</c:v>
                </c:pt>
                <c:pt idx="47">
                  <c:v>-10438.200000000001</c:v>
                </c:pt>
                <c:pt idx="48">
                  <c:v>-10906.6</c:v>
                </c:pt>
                <c:pt idx="49">
                  <c:v>-11361.1</c:v>
                </c:pt>
                <c:pt idx="50">
                  <c:v>-11813.9</c:v>
                </c:pt>
                <c:pt idx="51">
                  <c:v>-12240.8</c:v>
                </c:pt>
                <c:pt idx="52">
                  <c:v>-11873</c:v>
                </c:pt>
                <c:pt idx="53">
                  <c:v>-11462.7</c:v>
                </c:pt>
                <c:pt idx="54">
                  <c:v>-11024</c:v>
                </c:pt>
                <c:pt idx="55">
                  <c:v>-10572.8</c:v>
                </c:pt>
                <c:pt idx="56">
                  <c:v>-10110.5</c:v>
                </c:pt>
                <c:pt idx="57">
                  <c:v>-9626.1</c:v>
                </c:pt>
                <c:pt idx="58">
                  <c:v>-9144.9</c:v>
                </c:pt>
                <c:pt idx="59">
                  <c:v>-8661.1</c:v>
                </c:pt>
                <c:pt idx="60">
                  <c:v>-8171.8</c:v>
                </c:pt>
                <c:pt idx="61">
                  <c:v>-7675.4</c:v>
                </c:pt>
                <c:pt idx="62">
                  <c:v>-7180.4</c:v>
                </c:pt>
                <c:pt idx="63">
                  <c:v>-6683.6</c:v>
                </c:pt>
                <c:pt idx="64">
                  <c:v>-6188.4</c:v>
                </c:pt>
                <c:pt idx="65">
                  <c:v>-5683.3</c:v>
                </c:pt>
                <c:pt idx="66">
                  <c:v>-5184.2</c:v>
                </c:pt>
                <c:pt idx="67">
                  <c:v>-4678.5</c:v>
                </c:pt>
                <c:pt idx="68">
                  <c:v>-4172.2</c:v>
                </c:pt>
                <c:pt idx="69">
                  <c:v>-3661.1</c:v>
                </c:pt>
                <c:pt idx="70">
                  <c:v>-3152.2</c:v>
                </c:pt>
                <c:pt idx="71">
                  <c:v>-2641.9</c:v>
                </c:pt>
                <c:pt idx="72">
                  <c:v>-2128.3000000000002</c:v>
                </c:pt>
                <c:pt idx="73">
                  <c:v>-1616.66</c:v>
                </c:pt>
                <c:pt idx="74">
                  <c:v>-1103.05</c:v>
                </c:pt>
                <c:pt idx="75">
                  <c:v>-589.25</c:v>
                </c:pt>
                <c:pt idx="76">
                  <c:v>-74.882000000000005</c:v>
                </c:pt>
                <c:pt idx="77">
                  <c:v>439.15</c:v>
                </c:pt>
                <c:pt idx="78">
                  <c:v>953.11</c:v>
                </c:pt>
                <c:pt idx="79">
                  <c:v>1466.19</c:v>
                </c:pt>
                <c:pt idx="80">
                  <c:v>1978.34</c:v>
                </c:pt>
                <c:pt idx="81">
                  <c:v>2491.31</c:v>
                </c:pt>
                <c:pt idx="82">
                  <c:v>3002.1</c:v>
                </c:pt>
                <c:pt idx="83">
                  <c:v>3513.5</c:v>
                </c:pt>
                <c:pt idx="84">
                  <c:v>4022.8</c:v>
                </c:pt>
                <c:pt idx="85">
                  <c:v>4532.5</c:v>
                </c:pt>
                <c:pt idx="86">
                  <c:v>5039.1000000000004</c:v>
                </c:pt>
                <c:pt idx="87">
                  <c:v>5545.7</c:v>
                </c:pt>
                <c:pt idx="88">
                  <c:v>6050.8</c:v>
                </c:pt>
                <c:pt idx="89">
                  <c:v>6556.9</c:v>
                </c:pt>
                <c:pt idx="90">
                  <c:v>7057.7</c:v>
                </c:pt>
                <c:pt idx="91">
                  <c:v>7556</c:v>
                </c:pt>
                <c:pt idx="92">
                  <c:v>8056.8</c:v>
                </c:pt>
                <c:pt idx="93">
                  <c:v>8550</c:v>
                </c:pt>
                <c:pt idx="94">
                  <c:v>9044.2000000000007</c:v>
                </c:pt>
                <c:pt idx="95">
                  <c:v>9530.7000000000007</c:v>
                </c:pt>
                <c:pt idx="96">
                  <c:v>10018.799999999999</c:v>
                </c:pt>
                <c:pt idx="97">
                  <c:v>10500.1</c:v>
                </c:pt>
                <c:pt idx="98">
                  <c:v>10971.8</c:v>
                </c:pt>
                <c:pt idx="99">
                  <c:v>11431.9</c:v>
                </c:pt>
                <c:pt idx="100">
                  <c:v>11885.1</c:v>
                </c:pt>
              </c:numCache>
            </c:numRef>
          </c:xVal>
          <c:yVal>
            <c:numRef>
              <c:f>test!$C$3:$C$103</c:f>
              <c:numCache>
                <c:formatCode>General</c:formatCode>
                <c:ptCount val="101"/>
                <c:pt idx="0">
                  <c:v>36.174505000000003</c:v>
                </c:pt>
                <c:pt idx="1">
                  <c:v>35.990938</c:v>
                </c:pt>
                <c:pt idx="2">
                  <c:v>35.786146000000002</c:v>
                </c:pt>
                <c:pt idx="3">
                  <c:v>35.567321</c:v>
                </c:pt>
                <c:pt idx="4">
                  <c:v>35.346299000000002</c:v>
                </c:pt>
                <c:pt idx="5">
                  <c:v>35.113222999999998</c:v>
                </c:pt>
                <c:pt idx="6">
                  <c:v>34.871614000000001</c:v>
                </c:pt>
                <c:pt idx="7">
                  <c:v>34.625233000000001</c:v>
                </c:pt>
                <c:pt idx="8">
                  <c:v>34.379004000000002</c:v>
                </c:pt>
                <c:pt idx="9">
                  <c:v>34.133847000000003</c:v>
                </c:pt>
                <c:pt idx="10">
                  <c:v>33.881266999999987</c:v>
                </c:pt>
                <c:pt idx="11">
                  <c:v>33.641226000000003</c:v>
                </c:pt>
                <c:pt idx="12">
                  <c:v>33.384092000000003</c:v>
                </c:pt>
                <c:pt idx="13">
                  <c:v>33.137913000000012</c:v>
                </c:pt>
                <c:pt idx="14">
                  <c:v>32.88682</c:v>
                </c:pt>
                <c:pt idx="15">
                  <c:v>32.638726000000013</c:v>
                </c:pt>
                <c:pt idx="16">
                  <c:v>32.394250999999997</c:v>
                </c:pt>
                <c:pt idx="17">
                  <c:v>32.158566999999998</c:v>
                </c:pt>
                <c:pt idx="18">
                  <c:v>31.912960999999999</c:v>
                </c:pt>
                <c:pt idx="19">
                  <c:v>31.69913</c:v>
                </c:pt>
                <c:pt idx="20">
                  <c:v>31.472479</c:v>
                </c:pt>
                <c:pt idx="21">
                  <c:v>31.281206999999991</c:v>
                </c:pt>
                <c:pt idx="22">
                  <c:v>31.088677000000001</c:v>
                </c:pt>
                <c:pt idx="23">
                  <c:v>30.914062999999999</c:v>
                </c:pt>
                <c:pt idx="24">
                  <c:v>30.793272999999999</c:v>
                </c:pt>
                <c:pt idx="25">
                  <c:v>30.722332999999988</c:v>
                </c:pt>
                <c:pt idx="26">
                  <c:v>30.761168000000001</c:v>
                </c:pt>
                <c:pt idx="27">
                  <c:v>30.888887</c:v>
                </c:pt>
                <c:pt idx="28">
                  <c:v>31.016776</c:v>
                </c:pt>
                <c:pt idx="29">
                  <c:v>31.224620999999999</c:v>
                </c:pt>
                <c:pt idx="30">
                  <c:v>31.403756999999999</c:v>
                </c:pt>
                <c:pt idx="31">
                  <c:v>31.623801</c:v>
                </c:pt>
                <c:pt idx="32">
                  <c:v>31.843329000000001</c:v>
                </c:pt>
                <c:pt idx="33">
                  <c:v>32.074399</c:v>
                </c:pt>
                <c:pt idx="34">
                  <c:v>32.309327000000003</c:v>
                </c:pt>
                <c:pt idx="35">
                  <c:v>32.548470000000002</c:v>
                </c:pt>
                <c:pt idx="36">
                  <c:v>32.792014999999999</c:v>
                </c:pt>
                <c:pt idx="37">
                  <c:v>33.041831999999999</c:v>
                </c:pt>
                <c:pt idx="38">
                  <c:v>33.298901999999998</c:v>
                </c:pt>
                <c:pt idx="39">
                  <c:v>33.549722000000003</c:v>
                </c:pt>
                <c:pt idx="40">
                  <c:v>33.800766000000003</c:v>
                </c:pt>
                <c:pt idx="41">
                  <c:v>34.053569000000003</c:v>
                </c:pt>
                <c:pt idx="42">
                  <c:v>34.303599000000013</c:v>
                </c:pt>
                <c:pt idx="43">
                  <c:v>34.547469</c:v>
                </c:pt>
                <c:pt idx="44">
                  <c:v>34.790975000000003</c:v>
                </c:pt>
                <c:pt idx="45">
                  <c:v>35.039834000000013</c:v>
                </c:pt>
                <c:pt idx="46">
                  <c:v>35.283603000000006</c:v>
                </c:pt>
                <c:pt idx="47">
                  <c:v>35.518240000000013</c:v>
                </c:pt>
                <c:pt idx="48">
                  <c:v>35.747815000000003</c:v>
                </c:pt>
                <c:pt idx="49">
                  <c:v>35.966092000000003</c:v>
                </c:pt>
                <c:pt idx="50">
                  <c:v>36.176848</c:v>
                </c:pt>
                <c:pt idx="51">
                  <c:v>35.994011999999998</c:v>
                </c:pt>
                <c:pt idx="52">
                  <c:v>35.789721999999998</c:v>
                </c:pt>
                <c:pt idx="53">
                  <c:v>35.572559000000012</c:v>
                </c:pt>
                <c:pt idx="54">
                  <c:v>35.345927000000003</c:v>
                </c:pt>
                <c:pt idx="55">
                  <c:v>35.111901000000003</c:v>
                </c:pt>
                <c:pt idx="56">
                  <c:v>34.873083999999999</c:v>
                </c:pt>
                <c:pt idx="57">
                  <c:v>34.62482</c:v>
                </c:pt>
                <c:pt idx="58">
                  <c:v>34.386071000000001</c:v>
                </c:pt>
                <c:pt idx="59">
                  <c:v>34.137694000000003</c:v>
                </c:pt>
                <c:pt idx="60">
                  <c:v>33.886667999999993</c:v>
                </c:pt>
                <c:pt idx="61">
                  <c:v>33.632845000000003</c:v>
                </c:pt>
                <c:pt idx="62">
                  <c:v>33.379085000000003</c:v>
                </c:pt>
                <c:pt idx="63">
                  <c:v>33.130924999999998</c:v>
                </c:pt>
                <c:pt idx="64">
                  <c:v>32.879916000000001</c:v>
                </c:pt>
                <c:pt idx="65">
                  <c:v>32.628152</c:v>
                </c:pt>
                <c:pt idx="66">
                  <c:v>32.390048999999998</c:v>
                </c:pt>
                <c:pt idx="67">
                  <c:v>32.153370000000002</c:v>
                </c:pt>
                <c:pt idx="68">
                  <c:v>31.904337000000002</c:v>
                </c:pt>
                <c:pt idx="69">
                  <c:v>31.691576000000001</c:v>
                </c:pt>
                <c:pt idx="70">
                  <c:v>31.474349</c:v>
                </c:pt>
                <c:pt idx="71">
                  <c:v>31.262104999999991</c:v>
                </c:pt>
                <c:pt idx="72">
                  <c:v>31.085552</c:v>
                </c:pt>
                <c:pt idx="73">
                  <c:v>30.921225</c:v>
                </c:pt>
                <c:pt idx="74">
                  <c:v>30.803934000000009</c:v>
                </c:pt>
                <c:pt idx="75">
                  <c:v>30.737425000000009</c:v>
                </c:pt>
                <c:pt idx="76">
                  <c:v>30.761604999999999</c:v>
                </c:pt>
                <c:pt idx="77">
                  <c:v>30.888836000000001</c:v>
                </c:pt>
                <c:pt idx="78">
                  <c:v>31.023322</c:v>
                </c:pt>
                <c:pt idx="79">
                  <c:v>31.221776999999999</c:v>
                </c:pt>
                <c:pt idx="80">
                  <c:v>31.421413000000001</c:v>
                </c:pt>
                <c:pt idx="81">
                  <c:v>31.629524</c:v>
                </c:pt>
                <c:pt idx="82">
                  <c:v>31.838283000000001</c:v>
                </c:pt>
                <c:pt idx="83">
                  <c:v>32.079636000000001</c:v>
                </c:pt>
                <c:pt idx="84">
                  <c:v>32.336900999999997</c:v>
                </c:pt>
                <c:pt idx="85">
                  <c:v>32.588664000000001</c:v>
                </c:pt>
                <c:pt idx="86">
                  <c:v>32.822517000000012</c:v>
                </c:pt>
                <c:pt idx="87">
                  <c:v>33.072493000000001</c:v>
                </c:pt>
                <c:pt idx="88">
                  <c:v>33.324249000000002</c:v>
                </c:pt>
                <c:pt idx="89">
                  <c:v>33.574709000000013</c:v>
                </c:pt>
                <c:pt idx="90">
                  <c:v>33.827377000000013</c:v>
                </c:pt>
                <c:pt idx="91">
                  <c:v>34.074047999999998</c:v>
                </c:pt>
                <c:pt idx="92">
                  <c:v>34.321486999999998</c:v>
                </c:pt>
                <c:pt idx="93">
                  <c:v>34.570954999999998</c:v>
                </c:pt>
                <c:pt idx="94">
                  <c:v>34.813279999999999</c:v>
                </c:pt>
                <c:pt idx="95">
                  <c:v>35.055692000000001</c:v>
                </c:pt>
                <c:pt idx="96">
                  <c:v>35.292791999999999</c:v>
                </c:pt>
                <c:pt idx="97">
                  <c:v>35.527279</c:v>
                </c:pt>
                <c:pt idx="98">
                  <c:v>35.755201</c:v>
                </c:pt>
                <c:pt idx="99">
                  <c:v>35.97533</c:v>
                </c:pt>
                <c:pt idx="100">
                  <c:v>36.190088000000003</c:v>
                </c:pt>
              </c:numCache>
            </c:numRef>
          </c:yVal>
          <c:smooth val="1"/>
        </c:ser>
        <c:ser>
          <c:idx val="1"/>
          <c:order val="1"/>
          <c:tx>
            <c:strRef>
              <c:f>test!$D$2</c:f>
              <c:strCache>
                <c:ptCount val="1"/>
                <c:pt idx="0">
                  <c:v>30K</c:v>
                </c:pt>
              </c:strCache>
            </c:strRef>
          </c:tx>
          <c:spPr>
            <a:ln w="19050" cap="rnd">
              <a:solidFill>
                <a:schemeClr val="accent2"/>
              </a:solidFill>
              <a:round/>
            </a:ln>
            <a:effectLst/>
          </c:spPr>
          <c:marker>
            <c:symbol val="none"/>
          </c:marker>
          <c:xVal>
            <c:numRef>
              <c:f>test!$B$3:$B$103</c:f>
              <c:numCache>
                <c:formatCode>General</c:formatCode>
                <c:ptCount val="101"/>
                <c:pt idx="0">
                  <c:v>12313.5</c:v>
                </c:pt>
                <c:pt idx="1">
                  <c:v>12315.9</c:v>
                </c:pt>
                <c:pt idx="2">
                  <c:v>11936.2</c:v>
                </c:pt>
                <c:pt idx="3">
                  <c:v>11525.4</c:v>
                </c:pt>
                <c:pt idx="4">
                  <c:v>11085.1</c:v>
                </c:pt>
                <c:pt idx="5">
                  <c:v>10626.7</c:v>
                </c:pt>
                <c:pt idx="6">
                  <c:v>10150.5</c:v>
                </c:pt>
                <c:pt idx="7">
                  <c:v>9677.2999999999975</c:v>
                </c:pt>
                <c:pt idx="8">
                  <c:v>9183.6</c:v>
                </c:pt>
                <c:pt idx="9">
                  <c:v>8695</c:v>
                </c:pt>
                <c:pt idx="10">
                  <c:v>8205.2999999999975</c:v>
                </c:pt>
                <c:pt idx="11">
                  <c:v>7706.3</c:v>
                </c:pt>
                <c:pt idx="12">
                  <c:v>7210.3</c:v>
                </c:pt>
                <c:pt idx="13">
                  <c:v>6710.3</c:v>
                </c:pt>
                <c:pt idx="14">
                  <c:v>6207.6</c:v>
                </c:pt>
                <c:pt idx="15">
                  <c:v>5699.6</c:v>
                </c:pt>
                <c:pt idx="16">
                  <c:v>5195.2</c:v>
                </c:pt>
                <c:pt idx="17">
                  <c:v>4686.6000000000004</c:v>
                </c:pt>
                <c:pt idx="18">
                  <c:v>4179</c:v>
                </c:pt>
                <c:pt idx="19">
                  <c:v>3669.4</c:v>
                </c:pt>
                <c:pt idx="20">
                  <c:v>3154.4</c:v>
                </c:pt>
                <c:pt idx="21">
                  <c:v>2645.1</c:v>
                </c:pt>
                <c:pt idx="22">
                  <c:v>2128.8000000000002</c:v>
                </c:pt>
                <c:pt idx="23">
                  <c:v>1616.54</c:v>
                </c:pt>
                <c:pt idx="24">
                  <c:v>1101.8699999999999</c:v>
                </c:pt>
                <c:pt idx="25">
                  <c:v>587.16</c:v>
                </c:pt>
                <c:pt idx="26">
                  <c:v>73.427999999999997</c:v>
                </c:pt>
                <c:pt idx="27">
                  <c:v>-440.67</c:v>
                </c:pt>
                <c:pt idx="28">
                  <c:v>-953.49</c:v>
                </c:pt>
                <c:pt idx="29">
                  <c:v>-1465.41</c:v>
                </c:pt>
                <c:pt idx="30">
                  <c:v>-1976.57</c:v>
                </c:pt>
                <c:pt idx="31">
                  <c:v>-2485.4</c:v>
                </c:pt>
                <c:pt idx="32">
                  <c:v>-2995.48</c:v>
                </c:pt>
                <c:pt idx="33">
                  <c:v>-3504.4</c:v>
                </c:pt>
                <c:pt idx="34">
                  <c:v>-4009.4</c:v>
                </c:pt>
                <c:pt idx="35">
                  <c:v>-4517.6000000000004</c:v>
                </c:pt>
                <c:pt idx="36">
                  <c:v>-5019.6000000000004</c:v>
                </c:pt>
                <c:pt idx="37">
                  <c:v>-5521.9</c:v>
                </c:pt>
                <c:pt idx="38">
                  <c:v>-6024.1</c:v>
                </c:pt>
                <c:pt idx="39">
                  <c:v>-6526.9</c:v>
                </c:pt>
                <c:pt idx="40">
                  <c:v>-7021.2</c:v>
                </c:pt>
                <c:pt idx="41">
                  <c:v>-7517.3</c:v>
                </c:pt>
                <c:pt idx="42">
                  <c:v>-8012.3</c:v>
                </c:pt>
                <c:pt idx="43">
                  <c:v>-8504.7999999999975</c:v>
                </c:pt>
                <c:pt idx="44">
                  <c:v>-8988.1</c:v>
                </c:pt>
                <c:pt idx="45">
                  <c:v>-9475.6</c:v>
                </c:pt>
                <c:pt idx="46">
                  <c:v>-9961.4</c:v>
                </c:pt>
                <c:pt idx="47">
                  <c:v>-10438.200000000001</c:v>
                </c:pt>
                <c:pt idx="48">
                  <c:v>-10906.6</c:v>
                </c:pt>
                <c:pt idx="49">
                  <c:v>-11361.1</c:v>
                </c:pt>
                <c:pt idx="50">
                  <c:v>-11813.9</c:v>
                </c:pt>
                <c:pt idx="51">
                  <c:v>-12240.8</c:v>
                </c:pt>
                <c:pt idx="52">
                  <c:v>-11873</c:v>
                </c:pt>
                <c:pt idx="53">
                  <c:v>-11462.7</c:v>
                </c:pt>
                <c:pt idx="54">
                  <c:v>-11024</c:v>
                </c:pt>
                <c:pt idx="55">
                  <c:v>-10572.8</c:v>
                </c:pt>
                <c:pt idx="56">
                  <c:v>-10110.5</c:v>
                </c:pt>
                <c:pt idx="57">
                  <c:v>-9626.1</c:v>
                </c:pt>
                <c:pt idx="58">
                  <c:v>-9144.9</c:v>
                </c:pt>
                <c:pt idx="59">
                  <c:v>-8661.1</c:v>
                </c:pt>
                <c:pt idx="60">
                  <c:v>-8171.8</c:v>
                </c:pt>
                <c:pt idx="61">
                  <c:v>-7675.4</c:v>
                </c:pt>
                <c:pt idx="62">
                  <c:v>-7180.4</c:v>
                </c:pt>
                <c:pt idx="63">
                  <c:v>-6683.6</c:v>
                </c:pt>
                <c:pt idx="64">
                  <c:v>-6188.4</c:v>
                </c:pt>
                <c:pt idx="65">
                  <c:v>-5683.3</c:v>
                </c:pt>
                <c:pt idx="66">
                  <c:v>-5184.2</c:v>
                </c:pt>
                <c:pt idx="67">
                  <c:v>-4678.5</c:v>
                </c:pt>
                <c:pt idx="68">
                  <c:v>-4172.2</c:v>
                </c:pt>
                <c:pt idx="69">
                  <c:v>-3661.1</c:v>
                </c:pt>
                <c:pt idx="70">
                  <c:v>-3152.2</c:v>
                </c:pt>
                <c:pt idx="71">
                  <c:v>-2641.9</c:v>
                </c:pt>
                <c:pt idx="72">
                  <c:v>-2128.3000000000002</c:v>
                </c:pt>
                <c:pt idx="73">
                  <c:v>-1616.66</c:v>
                </c:pt>
                <c:pt idx="74">
                  <c:v>-1103.05</c:v>
                </c:pt>
                <c:pt idx="75">
                  <c:v>-589.25</c:v>
                </c:pt>
                <c:pt idx="76">
                  <c:v>-74.882000000000005</c:v>
                </c:pt>
                <c:pt idx="77">
                  <c:v>439.15</c:v>
                </c:pt>
                <c:pt idx="78">
                  <c:v>953.11</c:v>
                </c:pt>
                <c:pt idx="79">
                  <c:v>1466.19</c:v>
                </c:pt>
                <c:pt idx="80">
                  <c:v>1978.34</c:v>
                </c:pt>
                <c:pt idx="81">
                  <c:v>2491.31</c:v>
                </c:pt>
                <c:pt idx="82">
                  <c:v>3002.1</c:v>
                </c:pt>
                <c:pt idx="83">
                  <c:v>3513.5</c:v>
                </c:pt>
                <c:pt idx="84">
                  <c:v>4022.8</c:v>
                </c:pt>
                <c:pt idx="85">
                  <c:v>4532.5</c:v>
                </c:pt>
                <c:pt idx="86">
                  <c:v>5039.1000000000004</c:v>
                </c:pt>
                <c:pt idx="87">
                  <c:v>5545.7</c:v>
                </c:pt>
                <c:pt idx="88">
                  <c:v>6050.8</c:v>
                </c:pt>
                <c:pt idx="89">
                  <c:v>6556.9</c:v>
                </c:pt>
                <c:pt idx="90">
                  <c:v>7057.7</c:v>
                </c:pt>
                <c:pt idx="91">
                  <c:v>7556</c:v>
                </c:pt>
                <c:pt idx="92">
                  <c:v>8056.8</c:v>
                </c:pt>
                <c:pt idx="93">
                  <c:v>8550</c:v>
                </c:pt>
                <c:pt idx="94">
                  <c:v>9044.2000000000007</c:v>
                </c:pt>
                <c:pt idx="95">
                  <c:v>9530.7000000000007</c:v>
                </c:pt>
                <c:pt idx="96">
                  <c:v>10018.799999999999</c:v>
                </c:pt>
                <c:pt idx="97">
                  <c:v>10500.1</c:v>
                </c:pt>
                <c:pt idx="98">
                  <c:v>10971.8</c:v>
                </c:pt>
                <c:pt idx="99">
                  <c:v>11431.9</c:v>
                </c:pt>
                <c:pt idx="100">
                  <c:v>11885.1</c:v>
                </c:pt>
              </c:numCache>
            </c:numRef>
          </c:xVal>
          <c:yVal>
            <c:numRef>
              <c:f>test!$D$3:$D$103</c:f>
              <c:numCache>
                <c:formatCode>General</c:formatCode>
                <c:ptCount val="101"/>
                <c:pt idx="0">
                  <c:v>35.121267000000003</c:v>
                </c:pt>
                <c:pt idx="1">
                  <c:v>34.941166000000003</c:v>
                </c:pt>
                <c:pt idx="2">
                  <c:v>34.750551999999999</c:v>
                </c:pt>
                <c:pt idx="3">
                  <c:v>34.543089000000002</c:v>
                </c:pt>
                <c:pt idx="4">
                  <c:v>34.328540000000011</c:v>
                </c:pt>
                <c:pt idx="5">
                  <c:v>34.104993</c:v>
                </c:pt>
                <c:pt idx="6">
                  <c:v>33.881559000000003</c:v>
                </c:pt>
                <c:pt idx="7">
                  <c:v>33.656765</c:v>
                </c:pt>
                <c:pt idx="8">
                  <c:v>33.426949999999998</c:v>
                </c:pt>
                <c:pt idx="9">
                  <c:v>33.199124000000012</c:v>
                </c:pt>
                <c:pt idx="10">
                  <c:v>32.969923000000001</c:v>
                </c:pt>
                <c:pt idx="11">
                  <c:v>32.744788999999997</c:v>
                </c:pt>
                <c:pt idx="12">
                  <c:v>32.516742000000001</c:v>
                </c:pt>
                <c:pt idx="13">
                  <c:v>32.292247000000003</c:v>
                </c:pt>
                <c:pt idx="14">
                  <c:v>32.066274</c:v>
                </c:pt>
                <c:pt idx="15">
                  <c:v>31.846136999999999</c:v>
                </c:pt>
                <c:pt idx="16">
                  <c:v>31.629878999999999</c:v>
                </c:pt>
                <c:pt idx="17">
                  <c:v>31.42051</c:v>
                </c:pt>
                <c:pt idx="18">
                  <c:v>31.209209000000001</c:v>
                </c:pt>
                <c:pt idx="19">
                  <c:v>31.02093</c:v>
                </c:pt>
                <c:pt idx="20">
                  <c:v>30.851951</c:v>
                </c:pt>
                <c:pt idx="21">
                  <c:v>30.690325999999999</c:v>
                </c:pt>
                <c:pt idx="22">
                  <c:v>30.537751</c:v>
                </c:pt>
                <c:pt idx="23">
                  <c:v>30.410629</c:v>
                </c:pt>
                <c:pt idx="24">
                  <c:v>30.317298999999998</c:v>
                </c:pt>
                <c:pt idx="25">
                  <c:v>30.268421</c:v>
                </c:pt>
                <c:pt idx="26">
                  <c:v>30.297415000000001</c:v>
                </c:pt>
                <c:pt idx="27">
                  <c:v>30.374500999999999</c:v>
                </c:pt>
                <c:pt idx="28">
                  <c:v>30.489121999999991</c:v>
                </c:pt>
                <c:pt idx="29">
                  <c:v>30.631781</c:v>
                </c:pt>
                <c:pt idx="30">
                  <c:v>30.797063999999999</c:v>
                </c:pt>
                <c:pt idx="31">
                  <c:v>30.980954000000001</c:v>
                </c:pt>
                <c:pt idx="32">
                  <c:v>31.163066000000001</c:v>
                </c:pt>
                <c:pt idx="33">
                  <c:v>31.345167</c:v>
                </c:pt>
                <c:pt idx="34">
                  <c:v>31.550518</c:v>
                </c:pt>
                <c:pt idx="35">
                  <c:v>31.750706000000001</c:v>
                </c:pt>
                <c:pt idx="36">
                  <c:v>31.977900999999999</c:v>
                </c:pt>
                <c:pt idx="37">
                  <c:v>32.204915</c:v>
                </c:pt>
                <c:pt idx="38">
                  <c:v>32.432574000000002</c:v>
                </c:pt>
                <c:pt idx="39">
                  <c:v>32.651211000000004</c:v>
                </c:pt>
                <c:pt idx="40">
                  <c:v>32.87856</c:v>
                </c:pt>
                <c:pt idx="41">
                  <c:v>33.105727000000002</c:v>
                </c:pt>
                <c:pt idx="42">
                  <c:v>33.333086999999999</c:v>
                </c:pt>
                <c:pt idx="43">
                  <c:v>33.557380000000002</c:v>
                </c:pt>
                <c:pt idx="44">
                  <c:v>33.787042</c:v>
                </c:pt>
                <c:pt idx="45">
                  <c:v>34.005665</c:v>
                </c:pt>
                <c:pt idx="46">
                  <c:v>34.238185000000001</c:v>
                </c:pt>
                <c:pt idx="47">
                  <c:v>34.456468999999998</c:v>
                </c:pt>
                <c:pt idx="48">
                  <c:v>34.666201000000001</c:v>
                </c:pt>
                <c:pt idx="49">
                  <c:v>34.881262999999997</c:v>
                </c:pt>
                <c:pt idx="50">
                  <c:v>35.086177000000013</c:v>
                </c:pt>
                <c:pt idx="51">
                  <c:v>34.903526999999997</c:v>
                </c:pt>
                <c:pt idx="52">
                  <c:v>34.709260999999998</c:v>
                </c:pt>
                <c:pt idx="53">
                  <c:v>34.506160000000001</c:v>
                </c:pt>
                <c:pt idx="54">
                  <c:v>34.291591000000011</c:v>
                </c:pt>
                <c:pt idx="55">
                  <c:v>34.070031999999998</c:v>
                </c:pt>
                <c:pt idx="56">
                  <c:v>33.840649999999997</c:v>
                </c:pt>
                <c:pt idx="57">
                  <c:v>33.617052000000001</c:v>
                </c:pt>
                <c:pt idx="58">
                  <c:v>33.391970000000001</c:v>
                </c:pt>
                <c:pt idx="59">
                  <c:v>33.161254999999997</c:v>
                </c:pt>
                <c:pt idx="60">
                  <c:v>32.930978000000003</c:v>
                </c:pt>
                <c:pt idx="61">
                  <c:v>32.710569</c:v>
                </c:pt>
                <c:pt idx="62">
                  <c:v>32.492246000000002</c:v>
                </c:pt>
                <c:pt idx="63">
                  <c:v>32.264270000000003</c:v>
                </c:pt>
                <c:pt idx="64">
                  <c:v>32.046447999999998</c:v>
                </c:pt>
                <c:pt idx="65">
                  <c:v>31.816244999999999</c:v>
                </c:pt>
                <c:pt idx="66">
                  <c:v>31.605412000000001</c:v>
                </c:pt>
                <c:pt idx="67">
                  <c:v>31.403600999999991</c:v>
                </c:pt>
                <c:pt idx="68">
                  <c:v>31.193897</c:v>
                </c:pt>
                <c:pt idx="69">
                  <c:v>31.02826</c:v>
                </c:pt>
                <c:pt idx="70">
                  <c:v>30.854374</c:v>
                </c:pt>
                <c:pt idx="71">
                  <c:v>30.680951</c:v>
                </c:pt>
                <c:pt idx="72">
                  <c:v>30.540225</c:v>
                </c:pt>
                <c:pt idx="73">
                  <c:v>30.409237999999991</c:v>
                </c:pt>
                <c:pt idx="74">
                  <c:v>30.312477999999999</c:v>
                </c:pt>
                <c:pt idx="75">
                  <c:v>30.260408000000002</c:v>
                </c:pt>
                <c:pt idx="76">
                  <c:v>30.299544999999991</c:v>
                </c:pt>
                <c:pt idx="77">
                  <c:v>30.383220999999999</c:v>
                </c:pt>
                <c:pt idx="78">
                  <c:v>30.502293999999999</c:v>
                </c:pt>
                <c:pt idx="79">
                  <c:v>30.643456</c:v>
                </c:pt>
                <c:pt idx="80">
                  <c:v>30.810590000000001</c:v>
                </c:pt>
                <c:pt idx="81">
                  <c:v>30.979935000000001</c:v>
                </c:pt>
                <c:pt idx="82">
                  <c:v>31.164829000000001</c:v>
                </c:pt>
                <c:pt idx="83">
                  <c:v>31.368752000000001</c:v>
                </c:pt>
                <c:pt idx="84">
                  <c:v>31.556712999999991</c:v>
                </c:pt>
                <c:pt idx="85">
                  <c:v>31.773422</c:v>
                </c:pt>
                <c:pt idx="86">
                  <c:v>31.993565</c:v>
                </c:pt>
                <c:pt idx="87">
                  <c:v>32.211019999999998</c:v>
                </c:pt>
                <c:pt idx="88">
                  <c:v>32.440637000000002</c:v>
                </c:pt>
                <c:pt idx="89">
                  <c:v>32.664268</c:v>
                </c:pt>
                <c:pt idx="90">
                  <c:v>32.887340999999999</c:v>
                </c:pt>
                <c:pt idx="91">
                  <c:v>33.109654999999997</c:v>
                </c:pt>
                <c:pt idx="92">
                  <c:v>33.344419000000002</c:v>
                </c:pt>
                <c:pt idx="93">
                  <c:v>33.575446999999997</c:v>
                </c:pt>
                <c:pt idx="94">
                  <c:v>33.800881999999987</c:v>
                </c:pt>
                <c:pt idx="95">
                  <c:v>34.020424000000013</c:v>
                </c:pt>
                <c:pt idx="96">
                  <c:v>34.244903000000001</c:v>
                </c:pt>
                <c:pt idx="97">
                  <c:v>34.468756000000013</c:v>
                </c:pt>
                <c:pt idx="98">
                  <c:v>34.680427999999999</c:v>
                </c:pt>
                <c:pt idx="99">
                  <c:v>34.892377000000003</c:v>
                </c:pt>
                <c:pt idx="100">
                  <c:v>35.092889999999997</c:v>
                </c:pt>
              </c:numCache>
            </c:numRef>
          </c:yVal>
          <c:smooth val="1"/>
        </c:ser>
        <c:ser>
          <c:idx val="2"/>
          <c:order val="2"/>
          <c:tx>
            <c:strRef>
              <c:f>test!$E$2</c:f>
              <c:strCache>
                <c:ptCount val="1"/>
                <c:pt idx="0">
                  <c:v>60K</c:v>
                </c:pt>
              </c:strCache>
            </c:strRef>
          </c:tx>
          <c:spPr>
            <a:ln w="19050" cap="rnd">
              <a:solidFill>
                <a:schemeClr val="accent3"/>
              </a:solidFill>
              <a:round/>
            </a:ln>
            <a:effectLst/>
          </c:spPr>
          <c:marker>
            <c:symbol val="none"/>
          </c:marker>
          <c:xVal>
            <c:numRef>
              <c:f>test!$B$3:$B$103</c:f>
              <c:numCache>
                <c:formatCode>General</c:formatCode>
                <c:ptCount val="101"/>
                <c:pt idx="0">
                  <c:v>12313.5</c:v>
                </c:pt>
                <c:pt idx="1">
                  <c:v>12315.9</c:v>
                </c:pt>
                <c:pt idx="2">
                  <c:v>11936.2</c:v>
                </c:pt>
                <c:pt idx="3">
                  <c:v>11525.4</c:v>
                </c:pt>
                <c:pt idx="4">
                  <c:v>11085.1</c:v>
                </c:pt>
                <c:pt idx="5">
                  <c:v>10626.7</c:v>
                </c:pt>
                <c:pt idx="6">
                  <c:v>10150.5</c:v>
                </c:pt>
                <c:pt idx="7">
                  <c:v>9677.2999999999975</c:v>
                </c:pt>
                <c:pt idx="8">
                  <c:v>9183.6</c:v>
                </c:pt>
                <c:pt idx="9">
                  <c:v>8695</c:v>
                </c:pt>
                <c:pt idx="10">
                  <c:v>8205.2999999999975</c:v>
                </c:pt>
                <c:pt idx="11">
                  <c:v>7706.3</c:v>
                </c:pt>
                <c:pt idx="12">
                  <c:v>7210.3</c:v>
                </c:pt>
                <c:pt idx="13">
                  <c:v>6710.3</c:v>
                </c:pt>
                <c:pt idx="14">
                  <c:v>6207.6</c:v>
                </c:pt>
                <c:pt idx="15">
                  <c:v>5699.6</c:v>
                </c:pt>
                <c:pt idx="16">
                  <c:v>5195.2</c:v>
                </c:pt>
                <c:pt idx="17">
                  <c:v>4686.6000000000004</c:v>
                </c:pt>
                <c:pt idx="18">
                  <c:v>4179</c:v>
                </c:pt>
                <c:pt idx="19">
                  <c:v>3669.4</c:v>
                </c:pt>
                <c:pt idx="20">
                  <c:v>3154.4</c:v>
                </c:pt>
                <c:pt idx="21">
                  <c:v>2645.1</c:v>
                </c:pt>
                <c:pt idx="22">
                  <c:v>2128.8000000000002</c:v>
                </c:pt>
                <c:pt idx="23">
                  <c:v>1616.54</c:v>
                </c:pt>
                <c:pt idx="24">
                  <c:v>1101.8699999999999</c:v>
                </c:pt>
                <c:pt idx="25">
                  <c:v>587.16</c:v>
                </c:pt>
                <c:pt idx="26">
                  <c:v>73.427999999999997</c:v>
                </c:pt>
                <c:pt idx="27">
                  <c:v>-440.67</c:v>
                </c:pt>
                <c:pt idx="28">
                  <c:v>-953.49</c:v>
                </c:pt>
                <c:pt idx="29">
                  <c:v>-1465.41</c:v>
                </c:pt>
                <c:pt idx="30">
                  <c:v>-1976.57</c:v>
                </c:pt>
                <c:pt idx="31">
                  <c:v>-2485.4</c:v>
                </c:pt>
                <c:pt idx="32">
                  <c:v>-2995.48</c:v>
                </c:pt>
                <c:pt idx="33">
                  <c:v>-3504.4</c:v>
                </c:pt>
                <c:pt idx="34">
                  <c:v>-4009.4</c:v>
                </c:pt>
                <c:pt idx="35">
                  <c:v>-4517.6000000000004</c:v>
                </c:pt>
                <c:pt idx="36">
                  <c:v>-5019.6000000000004</c:v>
                </c:pt>
                <c:pt idx="37">
                  <c:v>-5521.9</c:v>
                </c:pt>
                <c:pt idx="38">
                  <c:v>-6024.1</c:v>
                </c:pt>
                <c:pt idx="39">
                  <c:v>-6526.9</c:v>
                </c:pt>
                <c:pt idx="40">
                  <c:v>-7021.2</c:v>
                </c:pt>
                <c:pt idx="41">
                  <c:v>-7517.3</c:v>
                </c:pt>
                <c:pt idx="42">
                  <c:v>-8012.3</c:v>
                </c:pt>
                <c:pt idx="43">
                  <c:v>-8504.7999999999975</c:v>
                </c:pt>
                <c:pt idx="44">
                  <c:v>-8988.1</c:v>
                </c:pt>
                <c:pt idx="45">
                  <c:v>-9475.6</c:v>
                </c:pt>
                <c:pt idx="46">
                  <c:v>-9961.4</c:v>
                </c:pt>
                <c:pt idx="47">
                  <c:v>-10438.200000000001</c:v>
                </c:pt>
                <c:pt idx="48">
                  <c:v>-10906.6</c:v>
                </c:pt>
                <c:pt idx="49">
                  <c:v>-11361.1</c:v>
                </c:pt>
                <c:pt idx="50">
                  <c:v>-11813.9</c:v>
                </c:pt>
                <c:pt idx="51">
                  <c:v>-12240.8</c:v>
                </c:pt>
                <c:pt idx="52">
                  <c:v>-11873</c:v>
                </c:pt>
                <c:pt idx="53">
                  <c:v>-11462.7</c:v>
                </c:pt>
                <c:pt idx="54">
                  <c:v>-11024</c:v>
                </c:pt>
                <c:pt idx="55">
                  <c:v>-10572.8</c:v>
                </c:pt>
                <c:pt idx="56">
                  <c:v>-10110.5</c:v>
                </c:pt>
                <c:pt idx="57">
                  <c:v>-9626.1</c:v>
                </c:pt>
                <c:pt idx="58">
                  <c:v>-9144.9</c:v>
                </c:pt>
                <c:pt idx="59">
                  <c:v>-8661.1</c:v>
                </c:pt>
                <c:pt idx="60">
                  <c:v>-8171.8</c:v>
                </c:pt>
                <c:pt idx="61">
                  <c:v>-7675.4</c:v>
                </c:pt>
                <c:pt idx="62">
                  <c:v>-7180.4</c:v>
                </c:pt>
                <c:pt idx="63">
                  <c:v>-6683.6</c:v>
                </c:pt>
                <c:pt idx="64">
                  <c:v>-6188.4</c:v>
                </c:pt>
                <c:pt idx="65">
                  <c:v>-5683.3</c:v>
                </c:pt>
                <c:pt idx="66">
                  <c:v>-5184.2</c:v>
                </c:pt>
                <c:pt idx="67">
                  <c:v>-4678.5</c:v>
                </c:pt>
                <c:pt idx="68">
                  <c:v>-4172.2</c:v>
                </c:pt>
                <c:pt idx="69">
                  <c:v>-3661.1</c:v>
                </c:pt>
                <c:pt idx="70">
                  <c:v>-3152.2</c:v>
                </c:pt>
                <c:pt idx="71">
                  <c:v>-2641.9</c:v>
                </c:pt>
                <c:pt idx="72">
                  <c:v>-2128.3000000000002</c:v>
                </c:pt>
                <c:pt idx="73">
                  <c:v>-1616.66</c:v>
                </c:pt>
                <c:pt idx="74">
                  <c:v>-1103.05</c:v>
                </c:pt>
                <c:pt idx="75">
                  <c:v>-589.25</c:v>
                </c:pt>
                <c:pt idx="76">
                  <c:v>-74.882000000000005</c:v>
                </c:pt>
                <c:pt idx="77">
                  <c:v>439.15</c:v>
                </c:pt>
                <c:pt idx="78">
                  <c:v>953.11</c:v>
                </c:pt>
                <c:pt idx="79">
                  <c:v>1466.19</c:v>
                </c:pt>
                <c:pt idx="80">
                  <c:v>1978.34</c:v>
                </c:pt>
                <c:pt idx="81">
                  <c:v>2491.31</c:v>
                </c:pt>
                <c:pt idx="82">
                  <c:v>3002.1</c:v>
                </c:pt>
                <c:pt idx="83">
                  <c:v>3513.5</c:v>
                </c:pt>
                <c:pt idx="84">
                  <c:v>4022.8</c:v>
                </c:pt>
                <c:pt idx="85">
                  <c:v>4532.5</c:v>
                </c:pt>
                <c:pt idx="86">
                  <c:v>5039.1000000000004</c:v>
                </c:pt>
                <c:pt idx="87">
                  <c:v>5545.7</c:v>
                </c:pt>
                <c:pt idx="88">
                  <c:v>6050.8</c:v>
                </c:pt>
                <c:pt idx="89">
                  <c:v>6556.9</c:v>
                </c:pt>
                <c:pt idx="90">
                  <c:v>7057.7</c:v>
                </c:pt>
                <c:pt idx="91">
                  <c:v>7556</c:v>
                </c:pt>
                <c:pt idx="92">
                  <c:v>8056.8</c:v>
                </c:pt>
                <c:pt idx="93">
                  <c:v>8550</c:v>
                </c:pt>
                <c:pt idx="94">
                  <c:v>9044.2000000000007</c:v>
                </c:pt>
                <c:pt idx="95">
                  <c:v>9530.7000000000007</c:v>
                </c:pt>
                <c:pt idx="96">
                  <c:v>10018.799999999999</c:v>
                </c:pt>
                <c:pt idx="97">
                  <c:v>10500.1</c:v>
                </c:pt>
                <c:pt idx="98">
                  <c:v>10971.8</c:v>
                </c:pt>
                <c:pt idx="99">
                  <c:v>11431.9</c:v>
                </c:pt>
                <c:pt idx="100">
                  <c:v>11885.1</c:v>
                </c:pt>
              </c:numCache>
            </c:numRef>
          </c:xVal>
          <c:yVal>
            <c:numRef>
              <c:f>test!$E$3:$E$103</c:f>
              <c:numCache>
                <c:formatCode>General</c:formatCode>
                <c:ptCount val="101"/>
                <c:pt idx="0">
                  <c:v>31.090992</c:v>
                </c:pt>
                <c:pt idx="1">
                  <c:v>32.768107000000001</c:v>
                </c:pt>
                <c:pt idx="2">
                  <c:v>32.596854999999998</c:v>
                </c:pt>
                <c:pt idx="3">
                  <c:v>32.436116000000013</c:v>
                </c:pt>
                <c:pt idx="4">
                  <c:v>32.250974999999997</c:v>
                </c:pt>
                <c:pt idx="5">
                  <c:v>32.064638000000002</c:v>
                </c:pt>
                <c:pt idx="6">
                  <c:v>31.876916000000001</c:v>
                </c:pt>
                <c:pt idx="7">
                  <c:v>31.687663000000001</c:v>
                </c:pt>
                <c:pt idx="8">
                  <c:v>31.458262000000001</c:v>
                </c:pt>
                <c:pt idx="9">
                  <c:v>31.266531000000001</c:v>
                </c:pt>
                <c:pt idx="10">
                  <c:v>31.076809999999991</c:v>
                </c:pt>
                <c:pt idx="11">
                  <c:v>30.890922</c:v>
                </c:pt>
                <c:pt idx="12">
                  <c:v>30.724923</c:v>
                </c:pt>
                <c:pt idx="13">
                  <c:v>30.530190000000001</c:v>
                </c:pt>
                <c:pt idx="14">
                  <c:v>30.356224999999991</c:v>
                </c:pt>
                <c:pt idx="15">
                  <c:v>30.189945999999999</c:v>
                </c:pt>
                <c:pt idx="16">
                  <c:v>30.034154000000001</c:v>
                </c:pt>
                <c:pt idx="17">
                  <c:v>29.891299</c:v>
                </c:pt>
                <c:pt idx="18">
                  <c:v>29.749462999999999</c:v>
                </c:pt>
                <c:pt idx="19">
                  <c:v>29.587624999999999</c:v>
                </c:pt>
                <c:pt idx="20">
                  <c:v>29.455068000000001</c:v>
                </c:pt>
                <c:pt idx="21">
                  <c:v>29.352967</c:v>
                </c:pt>
                <c:pt idx="22">
                  <c:v>29.239381000000009</c:v>
                </c:pt>
                <c:pt idx="23">
                  <c:v>29.171320999999999</c:v>
                </c:pt>
                <c:pt idx="24">
                  <c:v>29.119206999999999</c:v>
                </c:pt>
                <c:pt idx="25">
                  <c:v>29.219372</c:v>
                </c:pt>
                <c:pt idx="26">
                  <c:v>29.368580999999999</c:v>
                </c:pt>
                <c:pt idx="27">
                  <c:v>29.492459</c:v>
                </c:pt>
                <c:pt idx="28">
                  <c:v>29.564444999999999</c:v>
                </c:pt>
                <c:pt idx="29">
                  <c:v>29.462913</c:v>
                </c:pt>
                <c:pt idx="30">
                  <c:v>29.794322000000001</c:v>
                </c:pt>
                <c:pt idx="31">
                  <c:v>30.008355000000009</c:v>
                </c:pt>
                <c:pt idx="32">
                  <c:v>30.116622</c:v>
                </c:pt>
                <c:pt idx="33">
                  <c:v>30.325697000000002</c:v>
                </c:pt>
                <c:pt idx="34">
                  <c:v>30.454222999999999</c:v>
                </c:pt>
                <c:pt idx="35">
                  <c:v>30.525162999999999</c:v>
                </c:pt>
                <c:pt idx="36">
                  <c:v>30.611066000000001</c:v>
                </c:pt>
                <c:pt idx="37">
                  <c:v>30.801466999999999</c:v>
                </c:pt>
                <c:pt idx="38">
                  <c:v>30.876877</c:v>
                </c:pt>
                <c:pt idx="39">
                  <c:v>31.023558999999999</c:v>
                </c:pt>
                <c:pt idx="40">
                  <c:v>31.174835999999999</c:v>
                </c:pt>
                <c:pt idx="41">
                  <c:v>31.314406999999999</c:v>
                </c:pt>
                <c:pt idx="42">
                  <c:v>31.481591000000002</c:v>
                </c:pt>
                <c:pt idx="43">
                  <c:v>31.668106999999999</c:v>
                </c:pt>
                <c:pt idx="44">
                  <c:v>31.836912000000009</c:v>
                </c:pt>
                <c:pt idx="45">
                  <c:v>32.003933000000011</c:v>
                </c:pt>
                <c:pt idx="46">
                  <c:v>32.194156</c:v>
                </c:pt>
                <c:pt idx="47">
                  <c:v>32.381332</c:v>
                </c:pt>
                <c:pt idx="48">
                  <c:v>32.567659999999997</c:v>
                </c:pt>
                <c:pt idx="49">
                  <c:v>32.751314999999998</c:v>
                </c:pt>
                <c:pt idx="50">
                  <c:v>32.925041</c:v>
                </c:pt>
                <c:pt idx="51">
                  <c:v>32.772368</c:v>
                </c:pt>
                <c:pt idx="52">
                  <c:v>32.600830000000002</c:v>
                </c:pt>
                <c:pt idx="53">
                  <c:v>32.415353000000003</c:v>
                </c:pt>
                <c:pt idx="54">
                  <c:v>32.231884999999998</c:v>
                </c:pt>
                <c:pt idx="55">
                  <c:v>32.043259000000013</c:v>
                </c:pt>
                <c:pt idx="56">
                  <c:v>31.848868</c:v>
                </c:pt>
                <c:pt idx="57">
                  <c:v>31.655169999999991</c:v>
                </c:pt>
                <c:pt idx="58">
                  <c:v>31.450163</c:v>
                </c:pt>
                <c:pt idx="59">
                  <c:v>31.260745</c:v>
                </c:pt>
                <c:pt idx="60">
                  <c:v>31.073730000000001</c:v>
                </c:pt>
                <c:pt idx="61">
                  <c:v>30.889355999999999</c:v>
                </c:pt>
                <c:pt idx="62">
                  <c:v>30.721187</c:v>
                </c:pt>
                <c:pt idx="63">
                  <c:v>30.572547</c:v>
                </c:pt>
                <c:pt idx="64">
                  <c:v>30.387277999999991</c:v>
                </c:pt>
                <c:pt idx="65">
                  <c:v>30.225542999999991</c:v>
                </c:pt>
                <c:pt idx="66">
                  <c:v>30.054421999999999</c:v>
                </c:pt>
                <c:pt idx="67">
                  <c:v>29.937826000000001</c:v>
                </c:pt>
                <c:pt idx="68">
                  <c:v>29.802229000000001</c:v>
                </c:pt>
                <c:pt idx="69">
                  <c:v>29.714528000000001</c:v>
                </c:pt>
                <c:pt idx="70">
                  <c:v>29.629352000000001</c:v>
                </c:pt>
                <c:pt idx="71">
                  <c:v>29.529762000000002</c:v>
                </c:pt>
                <c:pt idx="72">
                  <c:v>29.404934000000001</c:v>
                </c:pt>
                <c:pt idx="73">
                  <c:v>29.313043</c:v>
                </c:pt>
                <c:pt idx="74">
                  <c:v>29.291938999999999</c:v>
                </c:pt>
                <c:pt idx="75">
                  <c:v>29.191655999999998</c:v>
                </c:pt>
                <c:pt idx="76">
                  <c:v>29.202107999999999</c:v>
                </c:pt>
                <c:pt idx="77">
                  <c:v>29.252419</c:v>
                </c:pt>
                <c:pt idx="78">
                  <c:v>29.302493999999999</c:v>
                </c:pt>
                <c:pt idx="79">
                  <c:v>29.360274</c:v>
                </c:pt>
                <c:pt idx="80">
                  <c:v>29.453050999999999</c:v>
                </c:pt>
                <c:pt idx="81">
                  <c:v>29.580544</c:v>
                </c:pt>
                <c:pt idx="82">
                  <c:v>29.673998999999998</c:v>
                </c:pt>
                <c:pt idx="83">
                  <c:v>29.805831000000001</c:v>
                </c:pt>
                <c:pt idx="84">
                  <c:v>29.961468</c:v>
                </c:pt>
                <c:pt idx="85">
                  <c:v>30.119503999999999</c:v>
                </c:pt>
                <c:pt idx="86">
                  <c:v>30.281849999999999</c:v>
                </c:pt>
                <c:pt idx="87">
                  <c:v>30.456040999999999</c:v>
                </c:pt>
                <c:pt idx="88">
                  <c:v>30.634217</c:v>
                </c:pt>
                <c:pt idx="89">
                  <c:v>30.817143000000009</c:v>
                </c:pt>
                <c:pt idx="90">
                  <c:v>31.000285999999999</c:v>
                </c:pt>
                <c:pt idx="91">
                  <c:v>31.188330000000001</c:v>
                </c:pt>
                <c:pt idx="92">
                  <c:v>31.384307</c:v>
                </c:pt>
                <c:pt idx="93">
                  <c:v>31.576899999999991</c:v>
                </c:pt>
                <c:pt idx="94">
                  <c:v>31.771917999999999</c:v>
                </c:pt>
                <c:pt idx="95">
                  <c:v>31.962011999999991</c:v>
                </c:pt>
                <c:pt idx="96">
                  <c:v>32.158574999999999</c:v>
                </c:pt>
                <c:pt idx="97">
                  <c:v>32.350566999999998</c:v>
                </c:pt>
                <c:pt idx="98">
                  <c:v>32.540063000000004</c:v>
                </c:pt>
                <c:pt idx="99">
                  <c:v>32.725693</c:v>
                </c:pt>
                <c:pt idx="100">
                  <c:v>32.904223000000002</c:v>
                </c:pt>
              </c:numCache>
            </c:numRef>
          </c:yVal>
          <c:smooth val="1"/>
        </c:ser>
        <c:ser>
          <c:idx val="3"/>
          <c:order val="3"/>
          <c:tx>
            <c:strRef>
              <c:f>test!$F$2</c:f>
              <c:strCache>
                <c:ptCount val="1"/>
                <c:pt idx="0">
                  <c:v>100K</c:v>
                </c:pt>
              </c:strCache>
            </c:strRef>
          </c:tx>
          <c:spPr>
            <a:ln w="19050" cap="rnd">
              <a:solidFill>
                <a:schemeClr val="accent4"/>
              </a:solidFill>
              <a:round/>
            </a:ln>
            <a:effectLst/>
          </c:spPr>
          <c:marker>
            <c:symbol val="none"/>
          </c:marker>
          <c:xVal>
            <c:numRef>
              <c:f>test!$B$3:$B$103</c:f>
              <c:numCache>
                <c:formatCode>General</c:formatCode>
                <c:ptCount val="101"/>
                <c:pt idx="0">
                  <c:v>12313.5</c:v>
                </c:pt>
                <c:pt idx="1">
                  <c:v>12315.9</c:v>
                </c:pt>
                <c:pt idx="2">
                  <c:v>11936.2</c:v>
                </c:pt>
                <c:pt idx="3">
                  <c:v>11525.4</c:v>
                </c:pt>
                <c:pt idx="4">
                  <c:v>11085.1</c:v>
                </c:pt>
                <c:pt idx="5">
                  <c:v>10626.7</c:v>
                </c:pt>
                <c:pt idx="6">
                  <c:v>10150.5</c:v>
                </c:pt>
                <c:pt idx="7">
                  <c:v>9677.2999999999975</c:v>
                </c:pt>
                <c:pt idx="8">
                  <c:v>9183.6</c:v>
                </c:pt>
                <c:pt idx="9">
                  <c:v>8695</c:v>
                </c:pt>
                <c:pt idx="10">
                  <c:v>8205.2999999999975</c:v>
                </c:pt>
                <c:pt idx="11">
                  <c:v>7706.3</c:v>
                </c:pt>
                <c:pt idx="12">
                  <c:v>7210.3</c:v>
                </c:pt>
                <c:pt idx="13">
                  <c:v>6710.3</c:v>
                </c:pt>
                <c:pt idx="14">
                  <c:v>6207.6</c:v>
                </c:pt>
                <c:pt idx="15">
                  <c:v>5699.6</c:v>
                </c:pt>
                <c:pt idx="16">
                  <c:v>5195.2</c:v>
                </c:pt>
                <c:pt idx="17">
                  <c:v>4686.6000000000004</c:v>
                </c:pt>
                <c:pt idx="18">
                  <c:v>4179</c:v>
                </c:pt>
                <c:pt idx="19">
                  <c:v>3669.4</c:v>
                </c:pt>
                <c:pt idx="20">
                  <c:v>3154.4</c:v>
                </c:pt>
                <c:pt idx="21">
                  <c:v>2645.1</c:v>
                </c:pt>
                <c:pt idx="22">
                  <c:v>2128.8000000000002</c:v>
                </c:pt>
                <c:pt idx="23">
                  <c:v>1616.54</c:v>
                </c:pt>
                <c:pt idx="24">
                  <c:v>1101.8699999999999</c:v>
                </c:pt>
                <c:pt idx="25">
                  <c:v>587.16</c:v>
                </c:pt>
                <c:pt idx="26">
                  <c:v>73.427999999999997</c:v>
                </c:pt>
                <c:pt idx="27">
                  <c:v>-440.67</c:v>
                </c:pt>
                <c:pt idx="28">
                  <c:v>-953.49</c:v>
                </c:pt>
                <c:pt idx="29">
                  <c:v>-1465.41</c:v>
                </c:pt>
                <c:pt idx="30">
                  <c:v>-1976.57</c:v>
                </c:pt>
                <c:pt idx="31">
                  <c:v>-2485.4</c:v>
                </c:pt>
                <c:pt idx="32">
                  <c:v>-2995.48</c:v>
                </c:pt>
                <c:pt idx="33">
                  <c:v>-3504.4</c:v>
                </c:pt>
                <c:pt idx="34">
                  <c:v>-4009.4</c:v>
                </c:pt>
                <c:pt idx="35">
                  <c:v>-4517.6000000000004</c:v>
                </c:pt>
                <c:pt idx="36">
                  <c:v>-5019.6000000000004</c:v>
                </c:pt>
                <c:pt idx="37">
                  <c:v>-5521.9</c:v>
                </c:pt>
                <c:pt idx="38">
                  <c:v>-6024.1</c:v>
                </c:pt>
                <c:pt idx="39">
                  <c:v>-6526.9</c:v>
                </c:pt>
                <c:pt idx="40">
                  <c:v>-7021.2</c:v>
                </c:pt>
                <c:pt idx="41">
                  <c:v>-7517.3</c:v>
                </c:pt>
                <c:pt idx="42">
                  <c:v>-8012.3</c:v>
                </c:pt>
                <c:pt idx="43">
                  <c:v>-8504.7999999999975</c:v>
                </c:pt>
                <c:pt idx="44">
                  <c:v>-8988.1</c:v>
                </c:pt>
                <c:pt idx="45">
                  <c:v>-9475.6</c:v>
                </c:pt>
                <c:pt idx="46">
                  <c:v>-9961.4</c:v>
                </c:pt>
                <c:pt idx="47">
                  <c:v>-10438.200000000001</c:v>
                </c:pt>
                <c:pt idx="48">
                  <c:v>-10906.6</c:v>
                </c:pt>
                <c:pt idx="49">
                  <c:v>-11361.1</c:v>
                </c:pt>
                <c:pt idx="50">
                  <c:v>-11813.9</c:v>
                </c:pt>
                <c:pt idx="51">
                  <c:v>-12240.8</c:v>
                </c:pt>
                <c:pt idx="52">
                  <c:v>-11873</c:v>
                </c:pt>
                <c:pt idx="53">
                  <c:v>-11462.7</c:v>
                </c:pt>
                <c:pt idx="54">
                  <c:v>-11024</c:v>
                </c:pt>
                <c:pt idx="55">
                  <c:v>-10572.8</c:v>
                </c:pt>
                <c:pt idx="56">
                  <c:v>-10110.5</c:v>
                </c:pt>
                <c:pt idx="57">
                  <c:v>-9626.1</c:v>
                </c:pt>
                <c:pt idx="58">
                  <c:v>-9144.9</c:v>
                </c:pt>
                <c:pt idx="59">
                  <c:v>-8661.1</c:v>
                </c:pt>
                <c:pt idx="60">
                  <c:v>-8171.8</c:v>
                </c:pt>
                <c:pt idx="61">
                  <c:v>-7675.4</c:v>
                </c:pt>
                <c:pt idx="62">
                  <c:v>-7180.4</c:v>
                </c:pt>
                <c:pt idx="63">
                  <c:v>-6683.6</c:v>
                </c:pt>
                <c:pt idx="64">
                  <c:v>-6188.4</c:v>
                </c:pt>
                <c:pt idx="65">
                  <c:v>-5683.3</c:v>
                </c:pt>
                <c:pt idx="66">
                  <c:v>-5184.2</c:v>
                </c:pt>
                <c:pt idx="67">
                  <c:v>-4678.5</c:v>
                </c:pt>
                <c:pt idx="68">
                  <c:v>-4172.2</c:v>
                </c:pt>
                <c:pt idx="69">
                  <c:v>-3661.1</c:v>
                </c:pt>
                <c:pt idx="70">
                  <c:v>-3152.2</c:v>
                </c:pt>
                <c:pt idx="71">
                  <c:v>-2641.9</c:v>
                </c:pt>
                <c:pt idx="72">
                  <c:v>-2128.3000000000002</c:v>
                </c:pt>
                <c:pt idx="73">
                  <c:v>-1616.66</c:v>
                </c:pt>
                <c:pt idx="74">
                  <c:v>-1103.05</c:v>
                </c:pt>
                <c:pt idx="75">
                  <c:v>-589.25</c:v>
                </c:pt>
                <c:pt idx="76">
                  <c:v>-74.882000000000005</c:v>
                </c:pt>
                <c:pt idx="77">
                  <c:v>439.15</c:v>
                </c:pt>
                <c:pt idx="78">
                  <c:v>953.11</c:v>
                </c:pt>
                <c:pt idx="79">
                  <c:v>1466.19</c:v>
                </c:pt>
                <c:pt idx="80">
                  <c:v>1978.34</c:v>
                </c:pt>
                <c:pt idx="81">
                  <c:v>2491.31</c:v>
                </c:pt>
                <c:pt idx="82">
                  <c:v>3002.1</c:v>
                </c:pt>
                <c:pt idx="83">
                  <c:v>3513.5</c:v>
                </c:pt>
                <c:pt idx="84">
                  <c:v>4022.8</c:v>
                </c:pt>
                <c:pt idx="85">
                  <c:v>4532.5</c:v>
                </c:pt>
                <c:pt idx="86">
                  <c:v>5039.1000000000004</c:v>
                </c:pt>
                <c:pt idx="87">
                  <c:v>5545.7</c:v>
                </c:pt>
                <c:pt idx="88">
                  <c:v>6050.8</c:v>
                </c:pt>
                <c:pt idx="89">
                  <c:v>6556.9</c:v>
                </c:pt>
                <c:pt idx="90">
                  <c:v>7057.7</c:v>
                </c:pt>
                <c:pt idx="91">
                  <c:v>7556</c:v>
                </c:pt>
                <c:pt idx="92">
                  <c:v>8056.8</c:v>
                </c:pt>
                <c:pt idx="93">
                  <c:v>8550</c:v>
                </c:pt>
                <c:pt idx="94">
                  <c:v>9044.2000000000007</c:v>
                </c:pt>
                <c:pt idx="95">
                  <c:v>9530.7000000000007</c:v>
                </c:pt>
                <c:pt idx="96">
                  <c:v>10018.799999999999</c:v>
                </c:pt>
                <c:pt idx="97">
                  <c:v>10500.1</c:v>
                </c:pt>
                <c:pt idx="98">
                  <c:v>10971.8</c:v>
                </c:pt>
                <c:pt idx="99">
                  <c:v>11431.9</c:v>
                </c:pt>
                <c:pt idx="100">
                  <c:v>11885.1</c:v>
                </c:pt>
              </c:numCache>
            </c:numRef>
          </c:xVal>
          <c:yVal>
            <c:numRef>
              <c:f>test!$F$3:$F$103</c:f>
              <c:numCache>
                <c:formatCode>General</c:formatCode>
                <c:ptCount val="101"/>
                <c:pt idx="0">
                  <c:v>29.240663999999999</c:v>
                </c:pt>
                <c:pt idx="1">
                  <c:v>29.112438999999991</c:v>
                </c:pt>
                <c:pt idx="2">
                  <c:v>28.972648</c:v>
                </c:pt>
                <c:pt idx="3">
                  <c:v>28.825776999999999</c:v>
                </c:pt>
                <c:pt idx="4">
                  <c:v>28.675013</c:v>
                </c:pt>
                <c:pt idx="5">
                  <c:v>28.519358</c:v>
                </c:pt>
                <c:pt idx="6">
                  <c:v>28.365047000000001</c:v>
                </c:pt>
                <c:pt idx="7">
                  <c:v>28.212897000000009</c:v>
                </c:pt>
                <c:pt idx="8">
                  <c:v>28.058440999999991</c:v>
                </c:pt>
                <c:pt idx="9">
                  <c:v>27.909865</c:v>
                </c:pt>
                <c:pt idx="10">
                  <c:v>27.762118999999991</c:v>
                </c:pt>
                <c:pt idx="11">
                  <c:v>27.617474999999999</c:v>
                </c:pt>
                <c:pt idx="12">
                  <c:v>27.476780000000002</c:v>
                </c:pt>
                <c:pt idx="13">
                  <c:v>27.339988000000009</c:v>
                </c:pt>
                <c:pt idx="14">
                  <c:v>27.208834</c:v>
                </c:pt>
                <c:pt idx="15">
                  <c:v>27.081551000000001</c:v>
                </c:pt>
                <c:pt idx="16">
                  <c:v>26.961492</c:v>
                </c:pt>
                <c:pt idx="17">
                  <c:v>26.845379000000001</c:v>
                </c:pt>
                <c:pt idx="18">
                  <c:v>26.739100000000001</c:v>
                </c:pt>
                <c:pt idx="19">
                  <c:v>26.639002999999999</c:v>
                </c:pt>
                <c:pt idx="20">
                  <c:v>26.549305</c:v>
                </c:pt>
                <c:pt idx="21">
                  <c:v>26.470666000000001</c:v>
                </c:pt>
                <c:pt idx="22">
                  <c:v>26.403725000000001</c:v>
                </c:pt>
                <c:pt idx="23">
                  <c:v>26.353846000000001</c:v>
                </c:pt>
                <c:pt idx="24">
                  <c:v>26.318028000000009</c:v>
                </c:pt>
                <c:pt idx="25">
                  <c:v>26.304714000000001</c:v>
                </c:pt>
                <c:pt idx="26">
                  <c:v>26.314374999999998</c:v>
                </c:pt>
                <c:pt idx="27">
                  <c:v>26.343719</c:v>
                </c:pt>
                <c:pt idx="28">
                  <c:v>26.394456000000009</c:v>
                </c:pt>
                <c:pt idx="29">
                  <c:v>26.458684999999999</c:v>
                </c:pt>
                <c:pt idx="30">
                  <c:v>26.533985000000001</c:v>
                </c:pt>
                <c:pt idx="31">
                  <c:v>26.623228000000001</c:v>
                </c:pt>
                <c:pt idx="32">
                  <c:v>26.718976000000001</c:v>
                </c:pt>
                <c:pt idx="33">
                  <c:v>26.823048</c:v>
                </c:pt>
                <c:pt idx="34">
                  <c:v>26.932860000000009</c:v>
                </c:pt>
                <c:pt idx="35">
                  <c:v>27.051359999999999</c:v>
                </c:pt>
                <c:pt idx="36">
                  <c:v>27.177219000000001</c:v>
                </c:pt>
                <c:pt idx="37">
                  <c:v>27.308385000000001</c:v>
                </c:pt>
                <c:pt idx="38">
                  <c:v>27.443512999999989</c:v>
                </c:pt>
                <c:pt idx="39">
                  <c:v>27.58389</c:v>
                </c:pt>
                <c:pt idx="40">
                  <c:v>27.726645000000001</c:v>
                </c:pt>
                <c:pt idx="41">
                  <c:v>27.871762</c:v>
                </c:pt>
                <c:pt idx="42">
                  <c:v>28.023243000000001</c:v>
                </c:pt>
                <c:pt idx="43">
                  <c:v>28.175937999999999</c:v>
                </c:pt>
                <c:pt idx="44">
                  <c:v>28.329813999999999</c:v>
                </c:pt>
                <c:pt idx="45">
                  <c:v>28.485408</c:v>
                </c:pt>
                <c:pt idx="46">
                  <c:v>28.640549</c:v>
                </c:pt>
                <c:pt idx="47">
                  <c:v>28.795528000000001</c:v>
                </c:pt>
                <c:pt idx="48">
                  <c:v>28.949659</c:v>
                </c:pt>
                <c:pt idx="49">
                  <c:v>29.102747999999991</c:v>
                </c:pt>
                <c:pt idx="50">
                  <c:v>29.252306999999991</c:v>
                </c:pt>
                <c:pt idx="51">
                  <c:v>29.122737999999991</c:v>
                </c:pt>
                <c:pt idx="52">
                  <c:v>28.984009</c:v>
                </c:pt>
                <c:pt idx="53">
                  <c:v>28.837817999999999</c:v>
                </c:pt>
                <c:pt idx="54">
                  <c:v>28.68496</c:v>
                </c:pt>
                <c:pt idx="55">
                  <c:v>28.530950000000001</c:v>
                </c:pt>
                <c:pt idx="56">
                  <c:v>28.375890999999999</c:v>
                </c:pt>
                <c:pt idx="57">
                  <c:v>28.222111999999999</c:v>
                </c:pt>
                <c:pt idx="58">
                  <c:v>28.070620999999999</c:v>
                </c:pt>
                <c:pt idx="59">
                  <c:v>27.92098</c:v>
                </c:pt>
                <c:pt idx="60">
                  <c:v>27.771554999999999</c:v>
                </c:pt>
                <c:pt idx="61">
                  <c:v>27.627880999999999</c:v>
                </c:pt>
                <c:pt idx="62">
                  <c:v>27.487112</c:v>
                </c:pt>
                <c:pt idx="63">
                  <c:v>27.351320999999999</c:v>
                </c:pt>
                <c:pt idx="64">
                  <c:v>27.219149000000002</c:v>
                </c:pt>
                <c:pt idx="65">
                  <c:v>27.093534999999999</c:v>
                </c:pt>
                <c:pt idx="66">
                  <c:v>26.972635999999991</c:v>
                </c:pt>
                <c:pt idx="67">
                  <c:v>26.856365</c:v>
                </c:pt>
                <c:pt idx="68">
                  <c:v>26.750527000000002</c:v>
                </c:pt>
                <c:pt idx="69">
                  <c:v>26.649059999999999</c:v>
                </c:pt>
                <c:pt idx="70">
                  <c:v>26.558658999999999</c:v>
                </c:pt>
                <c:pt idx="71">
                  <c:v>26.479565999999991</c:v>
                </c:pt>
                <c:pt idx="72">
                  <c:v>26.413777</c:v>
                </c:pt>
                <c:pt idx="73">
                  <c:v>26.358222999999999</c:v>
                </c:pt>
                <c:pt idx="74">
                  <c:v>26.322075000000009</c:v>
                </c:pt>
                <c:pt idx="75">
                  <c:v>26.310998999999999</c:v>
                </c:pt>
                <c:pt idx="76">
                  <c:v>26.316029</c:v>
                </c:pt>
                <c:pt idx="77">
                  <c:v>26.349513999999999</c:v>
                </c:pt>
                <c:pt idx="78">
                  <c:v>26.396263000000001</c:v>
                </c:pt>
                <c:pt idx="79">
                  <c:v>26.457263999999999</c:v>
                </c:pt>
                <c:pt idx="80">
                  <c:v>26.535710999999999</c:v>
                </c:pt>
                <c:pt idx="81">
                  <c:v>26.621359000000009</c:v>
                </c:pt>
                <c:pt idx="82">
                  <c:v>26.716795999999999</c:v>
                </c:pt>
                <c:pt idx="83">
                  <c:v>26.820436000000001</c:v>
                </c:pt>
                <c:pt idx="84">
                  <c:v>26.932124000000002</c:v>
                </c:pt>
                <c:pt idx="85">
                  <c:v>27.051615000000009</c:v>
                </c:pt>
                <c:pt idx="86">
                  <c:v>27.175674999999991</c:v>
                </c:pt>
                <c:pt idx="87">
                  <c:v>27.307141999999999</c:v>
                </c:pt>
                <c:pt idx="88">
                  <c:v>27.442153000000001</c:v>
                </c:pt>
                <c:pt idx="89">
                  <c:v>27.582111000000001</c:v>
                </c:pt>
                <c:pt idx="90">
                  <c:v>27.724636</c:v>
                </c:pt>
                <c:pt idx="91">
                  <c:v>27.871155999999999</c:v>
                </c:pt>
                <c:pt idx="92">
                  <c:v>28.021521</c:v>
                </c:pt>
                <c:pt idx="93">
                  <c:v>28.173850000000009</c:v>
                </c:pt>
                <c:pt idx="94">
                  <c:v>28.327327</c:v>
                </c:pt>
                <c:pt idx="95">
                  <c:v>28.481190999999999</c:v>
                </c:pt>
                <c:pt idx="96">
                  <c:v>28.635760000000001</c:v>
                </c:pt>
                <c:pt idx="97">
                  <c:v>28.794249000000001</c:v>
                </c:pt>
                <c:pt idx="98">
                  <c:v>28.949352000000001</c:v>
                </c:pt>
                <c:pt idx="99">
                  <c:v>29.099278000000009</c:v>
                </c:pt>
                <c:pt idx="100">
                  <c:v>29.24484</c:v>
                </c:pt>
              </c:numCache>
            </c:numRef>
          </c:yVal>
          <c:smooth val="1"/>
        </c:ser>
        <c:ser>
          <c:idx val="4"/>
          <c:order val="4"/>
          <c:tx>
            <c:strRef>
              <c:f>test!$G$2</c:f>
              <c:strCache>
                <c:ptCount val="1"/>
                <c:pt idx="0">
                  <c:v>150K</c:v>
                </c:pt>
              </c:strCache>
            </c:strRef>
          </c:tx>
          <c:spPr>
            <a:ln w="19050" cap="rnd">
              <a:solidFill>
                <a:schemeClr val="accent5"/>
              </a:solidFill>
              <a:round/>
            </a:ln>
            <a:effectLst/>
          </c:spPr>
          <c:marker>
            <c:symbol val="none"/>
          </c:marker>
          <c:xVal>
            <c:numRef>
              <c:f>test!$B$3:$B$103</c:f>
              <c:numCache>
                <c:formatCode>General</c:formatCode>
                <c:ptCount val="101"/>
                <c:pt idx="0">
                  <c:v>12313.5</c:v>
                </c:pt>
                <c:pt idx="1">
                  <c:v>12315.9</c:v>
                </c:pt>
                <c:pt idx="2">
                  <c:v>11936.2</c:v>
                </c:pt>
                <c:pt idx="3">
                  <c:v>11525.4</c:v>
                </c:pt>
                <c:pt idx="4">
                  <c:v>11085.1</c:v>
                </c:pt>
                <c:pt idx="5">
                  <c:v>10626.7</c:v>
                </c:pt>
                <c:pt idx="6">
                  <c:v>10150.5</c:v>
                </c:pt>
                <c:pt idx="7">
                  <c:v>9677.2999999999975</c:v>
                </c:pt>
                <c:pt idx="8">
                  <c:v>9183.6</c:v>
                </c:pt>
                <c:pt idx="9">
                  <c:v>8695</c:v>
                </c:pt>
                <c:pt idx="10">
                  <c:v>8205.2999999999975</c:v>
                </c:pt>
                <c:pt idx="11">
                  <c:v>7706.3</c:v>
                </c:pt>
                <c:pt idx="12">
                  <c:v>7210.3</c:v>
                </c:pt>
                <c:pt idx="13">
                  <c:v>6710.3</c:v>
                </c:pt>
                <c:pt idx="14">
                  <c:v>6207.6</c:v>
                </c:pt>
                <c:pt idx="15">
                  <c:v>5699.6</c:v>
                </c:pt>
                <c:pt idx="16">
                  <c:v>5195.2</c:v>
                </c:pt>
                <c:pt idx="17">
                  <c:v>4686.6000000000004</c:v>
                </c:pt>
                <c:pt idx="18">
                  <c:v>4179</c:v>
                </c:pt>
                <c:pt idx="19">
                  <c:v>3669.4</c:v>
                </c:pt>
                <c:pt idx="20">
                  <c:v>3154.4</c:v>
                </c:pt>
                <c:pt idx="21">
                  <c:v>2645.1</c:v>
                </c:pt>
                <c:pt idx="22">
                  <c:v>2128.8000000000002</c:v>
                </c:pt>
                <c:pt idx="23">
                  <c:v>1616.54</c:v>
                </c:pt>
                <c:pt idx="24">
                  <c:v>1101.8699999999999</c:v>
                </c:pt>
                <c:pt idx="25">
                  <c:v>587.16</c:v>
                </c:pt>
                <c:pt idx="26">
                  <c:v>73.427999999999997</c:v>
                </c:pt>
                <c:pt idx="27">
                  <c:v>-440.67</c:v>
                </c:pt>
                <c:pt idx="28">
                  <c:v>-953.49</c:v>
                </c:pt>
                <c:pt idx="29">
                  <c:v>-1465.41</c:v>
                </c:pt>
                <c:pt idx="30">
                  <c:v>-1976.57</c:v>
                </c:pt>
                <c:pt idx="31">
                  <c:v>-2485.4</c:v>
                </c:pt>
                <c:pt idx="32">
                  <c:v>-2995.48</c:v>
                </c:pt>
                <c:pt idx="33">
                  <c:v>-3504.4</c:v>
                </c:pt>
                <c:pt idx="34">
                  <c:v>-4009.4</c:v>
                </c:pt>
                <c:pt idx="35">
                  <c:v>-4517.6000000000004</c:v>
                </c:pt>
                <c:pt idx="36">
                  <c:v>-5019.6000000000004</c:v>
                </c:pt>
                <c:pt idx="37">
                  <c:v>-5521.9</c:v>
                </c:pt>
                <c:pt idx="38">
                  <c:v>-6024.1</c:v>
                </c:pt>
                <c:pt idx="39">
                  <c:v>-6526.9</c:v>
                </c:pt>
                <c:pt idx="40">
                  <c:v>-7021.2</c:v>
                </c:pt>
                <c:pt idx="41">
                  <c:v>-7517.3</c:v>
                </c:pt>
                <c:pt idx="42">
                  <c:v>-8012.3</c:v>
                </c:pt>
                <c:pt idx="43">
                  <c:v>-8504.7999999999975</c:v>
                </c:pt>
                <c:pt idx="44">
                  <c:v>-8988.1</c:v>
                </c:pt>
                <c:pt idx="45">
                  <c:v>-9475.6</c:v>
                </c:pt>
                <c:pt idx="46">
                  <c:v>-9961.4</c:v>
                </c:pt>
                <c:pt idx="47">
                  <c:v>-10438.200000000001</c:v>
                </c:pt>
                <c:pt idx="48">
                  <c:v>-10906.6</c:v>
                </c:pt>
                <c:pt idx="49">
                  <c:v>-11361.1</c:v>
                </c:pt>
                <c:pt idx="50">
                  <c:v>-11813.9</c:v>
                </c:pt>
                <c:pt idx="51">
                  <c:v>-12240.8</c:v>
                </c:pt>
                <c:pt idx="52">
                  <c:v>-11873</c:v>
                </c:pt>
                <c:pt idx="53">
                  <c:v>-11462.7</c:v>
                </c:pt>
                <c:pt idx="54">
                  <c:v>-11024</c:v>
                </c:pt>
                <c:pt idx="55">
                  <c:v>-10572.8</c:v>
                </c:pt>
                <c:pt idx="56">
                  <c:v>-10110.5</c:v>
                </c:pt>
                <c:pt idx="57">
                  <c:v>-9626.1</c:v>
                </c:pt>
                <c:pt idx="58">
                  <c:v>-9144.9</c:v>
                </c:pt>
                <c:pt idx="59">
                  <c:v>-8661.1</c:v>
                </c:pt>
                <c:pt idx="60">
                  <c:v>-8171.8</c:v>
                </c:pt>
                <c:pt idx="61">
                  <c:v>-7675.4</c:v>
                </c:pt>
                <c:pt idx="62">
                  <c:v>-7180.4</c:v>
                </c:pt>
                <c:pt idx="63">
                  <c:v>-6683.6</c:v>
                </c:pt>
                <c:pt idx="64">
                  <c:v>-6188.4</c:v>
                </c:pt>
                <c:pt idx="65">
                  <c:v>-5683.3</c:v>
                </c:pt>
                <c:pt idx="66">
                  <c:v>-5184.2</c:v>
                </c:pt>
                <c:pt idx="67">
                  <c:v>-4678.5</c:v>
                </c:pt>
                <c:pt idx="68">
                  <c:v>-4172.2</c:v>
                </c:pt>
                <c:pt idx="69">
                  <c:v>-3661.1</c:v>
                </c:pt>
                <c:pt idx="70">
                  <c:v>-3152.2</c:v>
                </c:pt>
                <c:pt idx="71">
                  <c:v>-2641.9</c:v>
                </c:pt>
                <c:pt idx="72">
                  <c:v>-2128.3000000000002</c:v>
                </c:pt>
                <c:pt idx="73">
                  <c:v>-1616.66</c:v>
                </c:pt>
                <c:pt idx="74">
                  <c:v>-1103.05</c:v>
                </c:pt>
                <c:pt idx="75">
                  <c:v>-589.25</c:v>
                </c:pt>
                <c:pt idx="76">
                  <c:v>-74.882000000000005</c:v>
                </c:pt>
                <c:pt idx="77">
                  <c:v>439.15</c:v>
                </c:pt>
                <c:pt idx="78">
                  <c:v>953.11</c:v>
                </c:pt>
                <c:pt idx="79">
                  <c:v>1466.19</c:v>
                </c:pt>
                <c:pt idx="80">
                  <c:v>1978.34</c:v>
                </c:pt>
                <c:pt idx="81">
                  <c:v>2491.31</c:v>
                </c:pt>
                <c:pt idx="82">
                  <c:v>3002.1</c:v>
                </c:pt>
                <c:pt idx="83">
                  <c:v>3513.5</c:v>
                </c:pt>
                <c:pt idx="84">
                  <c:v>4022.8</c:v>
                </c:pt>
                <c:pt idx="85">
                  <c:v>4532.5</c:v>
                </c:pt>
                <c:pt idx="86">
                  <c:v>5039.1000000000004</c:v>
                </c:pt>
                <c:pt idx="87">
                  <c:v>5545.7</c:v>
                </c:pt>
                <c:pt idx="88">
                  <c:v>6050.8</c:v>
                </c:pt>
                <c:pt idx="89">
                  <c:v>6556.9</c:v>
                </c:pt>
                <c:pt idx="90">
                  <c:v>7057.7</c:v>
                </c:pt>
                <c:pt idx="91">
                  <c:v>7556</c:v>
                </c:pt>
                <c:pt idx="92">
                  <c:v>8056.8</c:v>
                </c:pt>
                <c:pt idx="93">
                  <c:v>8550</c:v>
                </c:pt>
                <c:pt idx="94">
                  <c:v>9044.2000000000007</c:v>
                </c:pt>
                <c:pt idx="95">
                  <c:v>9530.7000000000007</c:v>
                </c:pt>
                <c:pt idx="96">
                  <c:v>10018.799999999999</c:v>
                </c:pt>
                <c:pt idx="97">
                  <c:v>10500.1</c:v>
                </c:pt>
                <c:pt idx="98">
                  <c:v>10971.8</c:v>
                </c:pt>
                <c:pt idx="99">
                  <c:v>11431.9</c:v>
                </c:pt>
                <c:pt idx="100">
                  <c:v>11885.1</c:v>
                </c:pt>
              </c:numCache>
            </c:numRef>
          </c:xVal>
          <c:yVal>
            <c:numRef>
              <c:f>test!$G$3:$G$103</c:f>
              <c:numCache>
                <c:formatCode>General</c:formatCode>
                <c:ptCount val="101"/>
                <c:pt idx="0">
                  <c:v>25.730915</c:v>
                </c:pt>
                <c:pt idx="1">
                  <c:v>25.625579999999999</c:v>
                </c:pt>
                <c:pt idx="2">
                  <c:v>25.516566000000001</c:v>
                </c:pt>
                <c:pt idx="3">
                  <c:v>25.40574599999999</c:v>
                </c:pt>
                <c:pt idx="4">
                  <c:v>25.291447999999999</c:v>
                </c:pt>
                <c:pt idx="5">
                  <c:v>25.170656000000001</c:v>
                </c:pt>
                <c:pt idx="6">
                  <c:v>25.057275000000001</c:v>
                </c:pt>
                <c:pt idx="7">
                  <c:v>24.936731000000002</c:v>
                </c:pt>
                <c:pt idx="8">
                  <c:v>24.825009999999999</c:v>
                </c:pt>
                <c:pt idx="9">
                  <c:v>24.715651000000001</c:v>
                </c:pt>
                <c:pt idx="10">
                  <c:v>24.610529</c:v>
                </c:pt>
                <c:pt idx="11">
                  <c:v>24.501013</c:v>
                </c:pt>
                <c:pt idx="12">
                  <c:v>24.403490000000001</c:v>
                </c:pt>
                <c:pt idx="13">
                  <c:v>24.301514000000001</c:v>
                </c:pt>
                <c:pt idx="14">
                  <c:v>24.204595999999999</c:v>
                </c:pt>
                <c:pt idx="15">
                  <c:v>24.118746999999999</c:v>
                </c:pt>
                <c:pt idx="16">
                  <c:v>24.033290999999991</c:v>
                </c:pt>
                <c:pt idx="17">
                  <c:v>23.966021000000001</c:v>
                </c:pt>
                <c:pt idx="18">
                  <c:v>23.888383999999991</c:v>
                </c:pt>
                <c:pt idx="19">
                  <c:v>23.831779000000001</c:v>
                </c:pt>
                <c:pt idx="20">
                  <c:v>23.770911000000009</c:v>
                </c:pt>
                <c:pt idx="21">
                  <c:v>23.723177</c:v>
                </c:pt>
                <c:pt idx="22">
                  <c:v>23.687021999999999</c:v>
                </c:pt>
                <c:pt idx="23">
                  <c:v>23.659762000000001</c:v>
                </c:pt>
                <c:pt idx="24">
                  <c:v>23.645797000000002</c:v>
                </c:pt>
                <c:pt idx="25">
                  <c:v>23.621397999999999</c:v>
                </c:pt>
                <c:pt idx="26">
                  <c:v>23.621741</c:v>
                </c:pt>
                <c:pt idx="27">
                  <c:v>23.637350000000001</c:v>
                </c:pt>
                <c:pt idx="28">
                  <c:v>23.663364999999999</c:v>
                </c:pt>
                <c:pt idx="29">
                  <c:v>23.701851000000001</c:v>
                </c:pt>
                <c:pt idx="30">
                  <c:v>23.749268000000001</c:v>
                </c:pt>
                <c:pt idx="31">
                  <c:v>23.804196999999991</c:v>
                </c:pt>
                <c:pt idx="32">
                  <c:v>23.870336999999999</c:v>
                </c:pt>
                <c:pt idx="33">
                  <c:v>23.937811</c:v>
                </c:pt>
                <c:pt idx="34">
                  <c:v>24.013390999999999</c:v>
                </c:pt>
                <c:pt idx="35">
                  <c:v>24.096416999999999</c:v>
                </c:pt>
                <c:pt idx="36">
                  <c:v>24.184529999999999</c:v>
                </c:pt>
                <c:pt idx="37">
                  <c:v>24.273685</c:v>
                </c:pt>
                <c:pt idx="38">
                  <c:v>24.370833999999999</c:v>
                </c:pt>
                <c:pt idx="39">
                  <c:v>24.473842000000001</c:v>
                </c:pt>
                <c:pt idx="40">
                  <c:v>24.579105999999999</c:v>
                </c:pt>
                <c:pt idx="41">
                  <c:v>24.683364000000001</c:v>
                </c:pt>
                <c:pt idx="42">
                  <c:v>24.796991999999999</c:v>
                </c:pt>
                <c:pt idx="43">
                  <c:v>24.906673000000001</c:v>
                </c:pt>
                <c:pt idx="44">
                  <c:v>25.022051999999999</c:v>
                </c:pt>
                <c:pt idx="45">
                  <c:v>25.143173999999991</c:v>
                </c:pt>
                <c:pt idx="46">
                  <c:v>25.26054199999999</c:v>
                </c:pt>
                <c:pt idx="47">
                  <c:v>25.376335999999991</c:v>
                </c:pt>
                <c:pt idx="48">
                  <c:v>25.4909</c:v>
                </c:pt>
                <c:pt idx="49">
                  <c:v>25.613094</c:v>
                </c:pt>
                <c:pt idx="50">
                  <c:v>25.726524999999999</c:v>
                </c:pt>
                <c:pt idx="51">
                  <c:v>25.625537999999999</c:v>
                </c:pt>
                <c:pt idx="52">
                  <c:v>25.510802000000009</c:v>
                </c:pt>
                <c:pt idx="53">
                  <c:v>25.395235</c:v>
                </c:pt>
                <c:pt idx="54">
                  <c:v>25.282503999999989</c:v>
                </c:pt>
                <c:pt idx="55">
                  <c:v>25.167261</c:v>
                </c:pt>
                <c:pt idx="56">
                  <c:v>25.055788</c:v>
                </c:pt>
                <c:pt idx="57">
                  <c:v>24.939961</c:v>
                </c:pt>
                <c:pt idx="58">
                  <c:v>24.823416999999999</c:v>
                </c:pt>
                <c:pt idx="59">
                  <c:v>24.710356000000001</c:v>
                </c:pt>
                <c:pt idx="60">
                  <c:v>24.604236</c:v>
                </c:pt>
                <c:pt idx="61">
                  <c:v>24.496653999999999</c:v>
                </c:pt>
                <c:pt idx="62">
                  <c:v>24.400189000000001</c:v>
                </c:pt>
                <c:pt idx="63">
                  <c:v>24.303189</c:v>
                </c:pt>
                <c:pt idx="64">
                  <c:v>24.205998000000001</c:v>
                </c:pt>
                <c:pt idx="65">
                  <c:v>24.120794</c:v>
                </c:pt>
                <c:pt idx="66">
                  <c:v>24.03482</c:v>
                </c:pt>
                <c:pt idx="67">
                  <c:v>23.956166</c:v>
                </c:pt>
                <c:pt idx="68">
                  <c:v>23.881346000000001</c:v>
                </c:pt>
                <c:pt idx="69">
                  <c:v>23.819013000000009</c:v>
                </c:pt>
                <c:pt idx="70">
                  <c:v>23.761130000000001</c:v>
                </c:pt>
                <c:pt idx="71">
                  <c:v>23.711867999999999</c:v>
                </c:pt>
                <c:pt idx="72">
                  <c:v>23.683892</c:v>
                </c:pt>
                <c:pt idx="73">
                  <c:v>23.652512999999999</c:v>
                </c:pt>
                <c:pt idx="74">
                  <c:v>23.629118999999999</c:v>
                </c:pt>
                <c:pt idx="75">
                  <c:v>23.623515999999999</c:v>
                </c:pt>
                <c:pt idx="76">
                  <c:v>23.631219000000002</c:v>
                </c:pt>
                <c:pt idx="77">
                  <c:v>23.634530000000009</c:v>
                </c:pt>
                <c:pt idx="78">
                  <c:v>23.661885000000009</c:v>
                </c:pt>
                <c:pt idx="79">
                  <c:v>23.702511999999999</c:v>
                </c:pt>
                <c:pt idx="80">
                  <c:v>23.753295999999999</c:v>
                </c:pt>
                <c:pt idx="81">
                  <c:v>23.808653</c:v>
                </c:pt>
                <c:pt idx="82">
                  <c:v>23.877789</c:v>
                </c:pt>
                <c:pt idx="83">
                  <c:v>23.938510000000001</c:v>
                </c:pt>
                <c:pt idx="84">
                  <c:v>24.019614000000001</c:v>
                </c:pt>
                <c:pt idx="85">
                  <c:v>24.095867999999999</c:v>
                </c:pt>
                <c:pt idx="86">
                  <c:v>24.179791999999999</c:v>
                </c:pt>
                <c:pt idx="87">
                  <c:v>24.276208</c:v>
                </c:pt>
                <c:pt idx="88">
                  <c:v>24.368912999999999</c:v>
                </c:pt>
                <c:pt idx="89">
                  <c:v>24.477049000000001</c:v>
                </c:pt>
                <c:pt idx="90">
                  <c:v>24.582567999999991</c:v>
                </c:pt>
                <c:pt idx="91">
                  <c:v>24.690386</c:v>
                </c:pt>
                <c:pt idx="92">
                  <c:v>24.788677</c:v>
                </c:pt>
                <c:pt idx="93">
                  <c:v>24.910377</c:v>
                </c:pt>
                <c:pt idx="94">
                  <c:v>25.022817</c:v>
                </c:pt>
                <c:pt idx="95">
                  <c:v>25.144292</c:v>
                </c:pt>
                <c:pt idx="96">
                  <c:v>25.261851</c:v>
                </c:pt>
                <c:pt idx="97">
                  <c:v>25.390405999999999</c:v>
                </c:pt>
                <c:pt idx="98">
                  <c:v>25.503233000000002</c:v>
                </c:pt>
                <c:pt idx="99">
                  <c:v>25.61713</c:v>
                </c:pt>
                <c:pt idx="100">
                  <c:v>25.735734999999991</c:v>
                </c:pt>
              </c:numCache>
            </c:numRef>
          </c:yVal>
          <c:smooth val="1"/>
        </c:ser>
        <c:dLbls>
          <c:showLegendKey val="0"/>
          <c:showVal val="0"/>
          <c:showCatName val="0"/>
          <c:showSerName val="0"/>
          <c:showPercent val="0"/>
          <c:showBubbleSize val="0"/>
        </c:dLbls>
        <c:axId val="131761200"/>
        <c:axId val="131758848"/>
      </c:scatterChart>
      <c:valAx>
        <c:axId val="1317612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CA" dirty="0"/>
                  <a:t>Magnetic </a:t>
                </a:r>
                <a:r>
                  <a:rPr lang="en-CA" dirty="0" smtClean="0"/>
                  <a:t>field </a:t>
                </a:r>
                <a:r>
                  <a:rPr lang="en-CA" dirty="0"/>
                  <a:t>(10^-4</a:t>
                </a:r>
                <a:r>
                  <a:rPr lang="en-CA" baseline="0" dirty="0"/>
                  <a:t> T)</a:t>
                </a:r>
                <a:endParaRPr lang="en-CA" dirty="0"/>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58848"/>
        <c:crosses val="autoZero"/>
        <c:crossBetween val="midCat"/>
      </c:valAx>
      <c:valAx>
        <c:axId val="131758848"/>
        <c:scaling>
          <c:orientation val="minMax"/>
          <c:max val="36"/>
          <c:min val="2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CA"/>
                  <a:t>Resistance (ohm)</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1200"/>
        <c:crosses val="autoZero"/>
        <c:crossBetween val="midCat"/>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dirty="0"/>
              <a:t>Resistance</a:t>
            </a:r>
            <a:r>
              <a:rPr lang="en-CA" baseline="0" dirty="0"/>
              <a:t> at </a:t>
            </a:r>
            <a:r>
              <a:rPr lang="en-CA" baseline="0" dirty="0" smtClean="0"/>
              <a:t>B=0T</a:t>
            </a:r>
            <a:endParaRPr lang="en-CA"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IV_10K_0T!$G$46</c:f>
              <c:strCache>
                <c:ptCount val="1"/>
                <c:pt idx="0">
                  <c:v>10K</c:v>
                </c:pt>
              </c:strCache>
            </c:strRef>
          </c:tx>
          <c:spPr>
            <a:ln w="19050" cap="rnd">
              <a:solidFill>
                <a:schemeClr val="accent1"/>
              </a:solidFill>
              <a:round/>
            </a:ln>
            <a:effectLst/>
          </c:spPr>
          <c:marker>
            <c:symbol val="none"/>
          </c:marker>
          <c:xVal>
            <c:numRef>
              <c:f>IV_10K_0T!$F$47:$F$107</c:f>
              <c:numCache>
                <c:formatCode>General</c:formatCode>
                <c:ptCount val="61"/>
                <c:pt idx="1">
                  <c:v>2</c:v>
                </c:pt>
                <c:pt idx="2">
                  <c:v>1.9322029999999999</c:v>
                </c:pt>
                <c:pt idx="3">
                  <c:v>1.8644069999999999</c:v>
                </c:pt>
                <c:pt idx="4">
                  <c:v>1.79661</c:v>
                </c:pt>
                <c:pt idx="5">
                  <c:v>1.7288140000000001</c:v>
                </c:pt>
                <c:pt idx="6">
                  <c:v>1.661017</c:v>
                </c:pt>
                <c:pt idx="7">
                  <c:v>1.5932200000000001</c:v>
                </c:pt>
                <c:pt idx="8">
                  <c:v>1.5254239999999999</c:v>
                </c:pt>
                <c:pt idx="9">
                  <c:v>1.457627</c:v>
                </c:pt>
                <c:pt idx="10">
                  <c:v>1.3898299999999999</c:v>
                </c:pt>
                <c:pt idx="11">
                  <c:v>1.3220339999999999</c:v>
                </c:pt>
                <c:pt idx="12">
                  <c:v>1.254237</c:v>
                </c:pt>
                <c:pt idx="13">
                  <c:v>1.1864410000000001</c:v>
                </c:pt>
                <c:pt idx="14">
                  <c:v>1.118644</c:v>
                </c:pt>
                <c:pt idx="15">
                  <c:v>1.0508470000000001</c:v>
                </c:pt>
                <c:pt idx="16">
                  <c:v>0.9830508</c:v>
                </c:pt>
                <c:pt idx="17">
                  <c:v>0.91525420000000002</c:v>
                </c:pt>
                <c:pt idx="18">
                  <c:v>0.84745760000000003</c:v>
                </c:pt>
                <c:pt idx="19">
                  <c:v>0.77966100000000005</c:v>
                </c:pt>
                <c:pt idx="20">
                  <c:v>0.71186439999999995</c:v>
                </c:pt>
                <c:pt idx="21">
                  <c:v>0.64406779999999997</c:v>
                </c:pt>
                <c:pt idx="22">
                  <c:v>0.57627119999999998</c:v>
                </c:pt>
                <c:pt idx="23">
                  <c:v>0.5084746</c:v>
                </c:pt>
                <c:pt idx="24">
                  <c:v>0.44067800000000001</c:v>
                </c:pt>
                <c:pt idx="25">
                  <c:v>0.37288139999999997</c:v>
                </c:pt>
                <c:pt idx="26">
                  <c:v>0.30508469999999999</c:v>
                </c:pt>
                <c:pt idx="27">
                  <c:v>0.2372881</c:v>
                </c:pt>
                <c:pt idx="28">
                  <c:v>0.16949149999999999</c:v>
                </c:pt>
                <c:pt idx="29">
                  <c:v>0.1016949</c:v>
                </c:pt>
                <c:pt idx="30">
                  <c:v>3.3898310000000001E-2</c:v>
                </c:pt>
                <c:pt idx="31">
                  <c:v>-3.3898310000000001E-2</c:v>
                </c:pt>
                <c:pt idx="32">
                  <c:v>-0.1016949</c:v>
                </c:pt>
                <c:pt idx="33">
                  <c:v>-0.16949149999999999</c:v>
                </c:pt>
                <c:pt idx="34">
                  <c:v>-0.2372881</c:v>
                </c:pt>
                <c:pt idx="35">
                  <c:v>-0.30508469999999999</c:v>
                </c:pt>
                <c:pt idx="36">
                  <c:v>-0.37288139999999997</c:v>
                </c:pt>
                <c:pt idx="37">
                  <c:v>-0.44067800000000001</c:v>
                </c:pt>
                <c:pt idx="38">
                  <c:v>-0.5084746</c:v>
                </c:pt>
                <c:pt idx="39">
                  <c:v>-0.57627119999999998</c:v>
                </c:pt>
                <c:pt idx="40">
                  <c:v>-0.64406779999999997</c:v>
                </c:pt>
                <c:pt idx="41">
                  <c:v>-0.71186439999999995</c:v>
                </c:pt>
                <c:pt idx="42">
                  <c:v>-0.77966100000000005</c:v>
                </c:pt>
                <c:pt idx="43">
                  <c:v>-0.84745760000000003</c:v>
                </c:pt>
                <c:pt idx="44">
                  <c:v>-0.91525420000000002</c:v>
                </c:pt>
                <c:pt idx="45">
                  <c:v>-0.9830508</c:v>
                </c:pt>
                <c:pt idx="46">
                  <c:v>-1.0508470000000001</c:v>
                </c:pt>
                <c:pt idx="47">
                  <c:v>-1.118644</c:v>
                </c:pt>
                <c:pt idx="48">
                  <c:v>-1.1864410000000001</c:v>
                </c:pt>
                <c:pt idx="49">
                  <c:v>-1.254237</c:v>
                </c:pt>
                <c:pt idx="50">
                  <c:v>-1.3220339999999999</c:v>
                </c:pt>
                <c:pt idx="51">
                  <c:v>-1.3898299999999999</c:v>
                </c:pt>
                <c:pt idx="52">
                  <c:v>-1.457627</c:v>
                </c:pt>
                <c:pt idx="53">
                  <c:v>-1.5254239999999999</c:v>
                </c:pt>
                <c:pt idx="54">
                  <c:v>-1.5932200000000001</c:v>
                </c:pt>
                <c:pt idx="55">
                  <c:v>-1.661017</c:v>
                </c:pt>
                <c:pt idx="56">
                  <c:v>-1.7288140000000001</c:v>
                </c:pt>
                <c:pt idx="57">
                  <c:v>-1.79661</c:v>
                </c:pt>
                <c:pt idx="58">
                  <c:v>-1.8644069999999999</c:v>
                </c:pt>
                <c:pt idx="59">
                  <c:v>-1.9322029999999999</c:v>
                </c:pt>
                <c:pt idx="60">
                  <c:v>-2</c:v>
                </c:pt>
              </c:numCache>
            </c:numRef>
          </c:xVal>
          <c:yVal>
            <c:numRef>
              <c:f>IV_10K_0T!$G$47:$G$107</c:f>
              <c:numCache>
                <c:formatCode>General</c:formatCode>
                <c:ptCount val="61"/>
                <c:pt idx="1">
                  <c:v>6.4716949999999995E-2</c:v>
                </c:pt>
                <c:pt idx="2">
                  <c:v>6.2380020000000001E-2</c:v>
                </c:pt>
                <c:pt idx="3">
                  <c:v>6.009337E-2</c:v>
                </c:pt>
                <c:pt idx="4">
                  <c:v>5.7844199999999998E-2</c:v>
                </c:pt>
                <c:pt idx="5">
                  <c:v>5.5597029999999999E-2</c:v>
                </c:pt>
                <c:pt idx="6">
                  <c:v>5.3373469999999999E-2</c:v>
                </c:pt>
                <c:pt idx="7">
                  <c:v>5.1134800000000001E-2</c:v>
                </c:pt>
                <c:pt idx="8">
                  <c:v>4.8901269999999997E-2</c:v>
                </c:pt>
                <c:pt idx="9">
                  <c:v>4.6673869999999999E-2</c:v>
                </c:pt>
                <c:pt idx="10">
                  <c:v>4.4518769999999999E-2</c:v>
                </c:pt>
                <c:pt idx="11">
                  <c:v>4.2201839999999997E-2</c:v>
                </c:pt>
                <c:pt idx="12">
                  <c:v>4.0010080000000003E-2</c:v>
                </c:pt>
                <c:pt idx="13">
                  <c:v>3.7787139999999997E-2</c:v>
                </c:pt>
                <c:pt idx="14">
                  <c:v>3.557929E-2</c:v>
                </c:pt>
                <c:pt idx="15">
                  <c:v>3.338791E-2</c:v>
                </c:pt>
                <c:pt idx="16">
                  <c:v>3.119632E-2</c:v>
                </c:pt>
                <c:pt idx="17">
                  <c:v>2.9000430000000001E-2</c:v>
                </c:pt>
                <c:pt idx="18">
                  <c:v>2.6824460000000001E-2</c:v>
                </c:pt>
                <c:pt idx="19">
                  <c:v>2.4691890000000001E-2</c:v>
                </c:pt>
                <c:pt idx="20">
                  <c:v>2.2459750000000001E-2</c:v>
                </c:pt>
                <c:pt idx="21">
                  <c:v>2.029458E-2</c:v>
                </c:pt>
                <c:pt idx="22">
                  <c:v>1.812683E-2</c:v>
                </c:pt>
                <c:pt idx="23">
                  <c:v>1.5967660000000002E-2</c:v>
                </c:pt>
                <c:pt idx="24">
                  <c:v>1.381775E-2</c:v>
                </c:pt>
                <c:pt idx="25">
                  <c:v>1.16726E-2</c:v>
                </c:pt>
                <c:pt idx="26">
                  <c:v>9.5306039999999998E-3</c:v>
                </c:pt>
                <c:pt idx="27">
                  <c:v>7.3998689999999999E-3</c:v>
                </c:pt>
                <c:pt idx="28">
                  <c:v>5.2833079999999996E-3</c:v>
                </c:pt>
                <c:pt idx="29">
                  <c:v>3.156257E-3</c:v>
                </c:pt>
                <c:pt idx="30">
                  <c:v>1.0465979999999999E-3</c:v>
                </c:pt>
                <c:pt idx="31">
                  <c:v>-1.0635379999999999E-3</c:v>
                </c:pt>
                <c:pt idx="32">
                  <c:v>-3.177965E-3</c:v>
                </c:pt>
                <c:pt idx="33">
                  <c:v>-5.3029540000000003E-3</c:v>
                </c:pt>
                <c:pt idx="34">
                  <c:v>-7.4378370000000001E-3</c:v>
                </c:pt>
                <c:pt idx="35">
                  <c:v>-9.5715639999999994E-3</c:v>
                </c:pt>
                <c:pt idx="36">
                  <c:v>-1.1718330000000001E-2</c:v>
                </c:pt>
                <c:pt idx="37">
                  <c:v>-1.3875510000000001E-2</c:v>
                </c:pt>
                <c:pt idx="38">
                  <c:v>-1.6038839999999999E-2</c:v>
                </c:pt>
                <c:pt idx="39">
                  <c:v>-1.8207810000000001E-2</c:v>
                </c:pt>
                <c:pt idx="40">
                  <c:v>-2.0384699999999999E-2</c:v>
                </c:pt>
                <c:pt idx="41">
                  <c:v>-2.256932E-2</c:v>
                </c:pt>
                <c:pt idx="42">
                  <c:v>-2.4751269999999999E-2</c:v>
                </c:pt>
                <c:pt idx="43">
                  <c:v>-2.6957740000000001E-2</c:v>
                </c:pt>
                <c:pt idx="44">
                  <c:v>-2.913547E-2</c:v>
                </c:pt>
                <c:pt idx="45">
                  <c:v>-3.1311970000000001E-2</c:v>
                </c:pt>
                <c:pt idx="46">
                  <c:v>-3.3501259999999998E-2</c:v>
                </c:pt>
                <c:pt idx="47">
                  <c:v>-3.5657059999999997E-2</c:v>
                </c:pt>
                <c:pt idx="48">
                  <c:v>-3.777163E-2</c:v>
                </c:pt>
                <c:pt idx="49">
                  <c:v>-3.991579E-2</c:v>
                </c:pt>
                <c:pt idx="50">
                  <c:v>-4.2034729999999999E-2</c:v>
                </c:pt>
                <c:pt idx="51">
                  <c:v>-4.416991E-2</c:v>
                </c:pt>
                <c:pt idx="52">
                  <c:v>-4.627858E-2</c:v>
                </c:pt>
                <c:pt idx="53">
                  <c:v>-4.8395229999999997E-2</c:v>
                </c:pt>
                <c:pt idx="54">
                  <c:v>-5.0531720000000002E-2</c:v>
                </c:pt>
                <c:pt idx="55">
                  <c:v>-5.2661609999999998E-2</c:v>
                </c:pt>
                <c:pt idx="56">
                  <c:v>-5.4796419999999998E-2</c:v>
                </c:pt>
                <c:pt idx="57">
                  <c:v>-5.6898120000000003E-2</c:v>
                </c:pt>
                <c:pt idx="58">
                  <c:v>-5.8999280000000001E-2</c:v>
                </c:pt>
                <c:pt idx="59">
                  <c:v>-6.113093E-2</c:v>
                </c:pt>
                <c:pt idx="60">
                  <c:v>-6.3170690000000002E-2</c:v>
                </c:pt>
              </c:numCache>
            </c:numRef>
          </c:yVal>
          <c:smooth val="1"/>
        </c:ser>
        <c:ser>
          <c:idx val="1"/>
          <c:order val="1"/>
          <c:tx>
            <c:strRef>
              <c:f>IV_10K_0T!$H$46</c:f>
              <c:strCache>
                <c:ptCount val="1"/>
                <c:pt idx="0">
                  <c:v>30K</c:v>
                </c:pt>
              </c:strCache>
            </c:strRef>
          </c:tx>
          <c:spPr>
            <a:ln w="19050" cap="rnd">
              <a:solidFill>
                <a:schemeClr val="accent2"/>
              </a:solidFill>
              <a:round/>
            </a:ln>
            <a:effectLst/>
          </c:spPr>
          <c:marker>
            <c:symbol val="none"/>
          </c:marker>
          <c:xVal>
            <c:numRef>
              <c:f>IV_10K_0T!$F$47:$F$107</c:f>
              <c:numCache>
                <c:formatCode>General</c:formatCode>
                <c:ptCount val="61"/>
                <c:pt idx="1">
                  <c:v>2</c:v>
                </c:pt>
                <c:pt idx="2">
                  <c:v>1.9322029999999999</c:v>
                </c:pt>
                <c:pt idx="3">
                  <c:v>1.8644069999999999</c:v>
                </c:pt>
                <c:pt idx="4">
                  <c:v>1.79661</c:v>
                </c:pt>
                <c:pt idx="5">
                  <c:v>1.7288140000000001</c:v>
                </c:pt>
                <c:pt idx="6">
                  <c:v>1.661017</c:v>
                </c:pt>
                <c:pt idx="7">
                  <c:v>1.5932200000000001</c:v>
                </c:pt>
                <c:pt idx="8">
                  <c:v>1.5254239999999999</c:v>
                </c:pt>
                <c:pt idx="9">
                  <c:v>1.457627</c:v>
                </c:pt>
                <c:pt idx="10">
                  <c:v>1.3898299999999999</c:v>
                </c:pt>
                <c:pt idx="11">
                  <c:v>1.3220339999999999</c:v>
                </c:pt>
                <c:pt idx="12">
                  <c:v>1.254237</c:v>
                </c:pt>
                <c:pt idx="13">
                  <c:v>1.1864410000000001</c:v>
                </c:pt>
                <c:pt idx="14">
                  <c:v>1.118644</c:v>
                </c:pt>
                <c:pt idx="15">
                  <c:v>1.0508470000000001</c:v>
                </c:pt>
                <c:pt idx="16">
                  <c:v>0.9830508</c:v>
                </c:pt>
                <c:pt idx="17">
                  <c:v>0.91525420000000002</c:v>
                </c:pt>
                <c:pt idx="18">
                  <c:v>0.84745760000000003</c:v>
                </c:pt>
                <c:pt idx="19">
                  <c:v>0.77966100000000005</c:v>
                </c:pt>
                <c:pt idx="20">
                  <c:v>0.71186439999999995</c:v>
                </c:pt>
                <c:pt idx="21">
                  <c:v>0.64406779999999997</c:v>
                </c:pt>
                <c:pt idx="22">
                  <c:v>0.57627119999999998</c:v>
                </c:pt>
                <c:pt idx="23">
                  <c:v>0.5084746</c:v>
                </c:pt>
                <c:pt idx="24">
                  <c:v>0.44067800000000001</c:v>
                </c:pt>
                <c:pt idx="25">
                  <c:v>0.37288139999999997</c:v>
                </c:pt>
                <c:pt idx="26">
                  <c:v>0.30508469999999999</c:v>
                </c:pt>
                <c:pt idx="27">
                  <c:v>0.2372881</c:v>
                </c:pt>
                <c:pt idx="28">
                  <c:v>0.16949149999999999</c:v>
                </c:pt>
                <c:pt idx="29">
                  <c:v>0.1016949</c:v>
                </c:pt>
                <c:pt idx="30">
                  <c:v>3.3898310000000001E-2</c:v>
                </c:pt>
                <c:pt idx="31">
                  <c:v>-3.3898310000000001E-2</c:v>
                </c:pt>
                <c:pt idx="32">
                  <c:v>-0.1016949</c:v>
                </c:pt>
                <c:pt idx="33">
                  <c:v>-0.16949149999999999</c:v>
                </c:pt>
                <c:pt idx="34">
                  <c:v>-0.2372881</c:v>
                </c:pt>
                <c:pt idx="35">
                  <c:v>-0.30508469999999999</c:v>
                </c:pt>
                <c:pt idx="36">
                  <c:v>-0.37288139999999997</c:v>
                </c:pt>
                <c:pt idx="37">
                  <c:v>-0.44067800000000001</c:v>
                </c:pt>
                <c:pt idx="38">
                  <c:v>-0.5084746</c:v>
                </c:pt>
                <c:pt idx="39">
                  <c:v>-0.57627119999999998</c:v>
                </c:pt>
                <c:pt idx="40">
                  <c:v>-0.64406779999999997</c:v>
                </c:pt>
                <c:pt idx="41">
                  <c:v>-0.71186439999999995</c:v>
                </c:pt>
                <c:pt idx="42">
                  <c:v>-0.77966100000000005</c:v>
                </c:pt>
                <c:pt idx="43">
                  <c:v>-0.84745760000000003</c:v>
                </c:pt>
                <c:pt idx="44">
                  <c:v>-0.91525420000000002</c:v>
                </c:pt>
                <c:pt idx="45">
                  <c:v>-0.9830508</c:v>
                </c:pt>
                <c:pt idx="46">
                  <c:v>-1.0508470000000001</c:v>
                </c:pt>
                <c:pt idx="47">
                  <c:v>-1.118644</c:v>
                </c:pt>
                <c:pt idx="48">
                  <c:v>-1.1864410000000001</c:v>
                </c:pt>
                <c:pt idx="49">
                  <c:v>-1.254237</c:v>
                </c:pt>
                <c:pt idx="50">
                  <c:v>-1.3220339999999999</c:v>
                </c:pt>
                <c:pt idx="51">
                  <c:v>-1.3898299999999999</c:v>
                </c:pt>
                <c:pt idx="52">
                  <c:v>-1.457627</c:v>
                </c:pt>
                <c:pt idx="53">
                  <c:v>-1.5254239999999999</c:v>
                </c:pt>
                <c:pt idx="54">
                  <c:v>-1.5932200000000001</c:v>
                </c:pt>
                <c:pt idx="55">
                  <c:v>-1.661017</c:v>
                </c:pt>
                <c:pt idx="56">
                  <c:v>-1.7288140000000001</c:v>
                </c:pt>
                <c:pt idx="57">
                  <c:v>-1.79661</c:v>
                </c:pt>
                <c:pt idx="58">
                  <c:v>-1.8644069999999999</c:v>
                </c:pt>
                <c:pt idx="59">
                  <c:v>-1.9322029999999999</c:v>
                </c:pt>
                <c:pt idx="60">
                  <c:v>-2</c:v>
                </c:pt>
              </c:numCache>
            </c:numRef>
          </c:xVal>
          <c:yVal>
            <c:numRef>
              <c:f>IV_10K_0T!$H$47:$H$107</c:f>
              <c:numCache>
                <c:formatCode>General</c:formatCode>
                <c:ptCount val="61"/>
                <c:pt idx="1">
                  <c:v>6.8226990000000001E-2</c:v>
                </c:pt>
                <c:pt idx="2">
                  <c:v>6.5630099999999997E-2</c:v>
                </c:pt>
                <c:pt idx="3">
                  <c:v>6.3201750000000001E-2</c:v>
                </c:pt>
                <c:pt idx="4">
                  <c:v>6.0815000000000001E-2</c:v>
                </c:pt>
                <c:pt idx="5">
                  <c:v>5.8453150000000002E-2</c:v>
                </c:pt>
                <c:pt idx="6">
                  <c:v>5.6110559999999997E-2</c:v>
                </c:pt>
                <c:pt idx="7">
                  <c:v>5.3727789999999997E-2</c:v>
                </c:pt>
                <c:pt idx="8">
                  <c:v>5.1394160000000001E-2</c:v>
                </c:pt>
                <c:pt idx="9">
                  <c:v>4.8993849999999999E-2</c:v>
                </c:pt>
                <c:pt idx="10">
                  <c:v>4.680989E-2</c:v>
                </c:pt>
                <c:pt idx="11">
                  <c:v>4.4326200000000003E-2</c:v>
                </c:pt>
                <c:pt idx="12">
                  <c:v>4.1972170000000003E-2</c:v>
                </c:pt>
                <c:pt idx="13">
                  <c:v>3.9648419999999997E-2</c:v>
                </c:pt>
                <c:pt idx="14">
                  <c:v>3.73823E-2</c:v>
                </c:pt>
                <c:pt idx="15">
                  <c:v>3.504637E-2</c:v>
                </c:pt>
                <c:pt idx="16">
                  <c:v>3.2677480000000002E-2</c:v>
                </c:pt>
                <c:pt idx="17">
                  <c:v>3.043473E-2</c:v>
                </c:pt>
                <c:pt idx="18">
                  <c:v>2.8145699999999999E-2</c:v>
                </c:pt>
                <c:pt idx="19">
                  <c:v>2.5912299999999999E-2</c:v>
                </c:pt>
                <c:pt idx="20">
                  <c:v>2.3564100000000001E-2</c:v>
                </c:pt>
                <c:pt idx="21">
                  <c:v>2.1287250000000001E-2</c:v>
                </c:pt>
                <c:pt idx="22">
                  <c:v>1.9015850000000001E-2</c:v>
                </c:pt>
                <c:pt idx="23">
                  <c:v>1.6755550000000001E-2</c:v>
                </c:pt>
                <c:pt idx="24">
                  <c:v>1.4483920000000001E-2</c:v>
                </c:pt>
                <c:pt idx="25">
                  <c:v>1.2223080000000001E-2</c:v>
                </c:pt>
                <c:pt idx="26">
                  <c:v>9.9946619999999996E-3</c:v>
                </c:pt>
                <c:pt idx="27">
                  <c:v>7.7641009999999998E-3</c:v>
                </c:pt>
                <c:pt idx="28">
                  <c:v>5.5382970000000002E-3</c:v>
                </c:pt>
                <c:pt idx="29">
                  <c:v>3.3094169999999998E-3</c:v>
                </c:pt>
                <c:pt idx="30">
                  <c:v>1.1000039999999999E-3</c:v>
                </c:pt>
                <c:pt idx="31">
                  <c:v>-1.1196139999999999E-3</c:v>
                </c:pt>
                <c:pt idx="32">
                  <c:v>-3.3361559999999998E-3</c:v>
                </c:pt>
                <c:pt idx="33">
                  <c:v>-5.5620310000000003E-3</c:v>
                </c:pt>
                <c:pt idx="34">
                  <c:v>-7.7944279999999999E-3</c:v>
                </c:pt>
                <c:pt idx="35">
                  <c:v>-1.0049580000000001E-2</c:v>
                </c:pt>
                <c:pt idx="36">
                  <c:v>-1.2303130000000001E-2</c:v>
                </c:pt>
                <c:pt idx="37">
                  <c:v>-1.4549940000000001E-2</c:v>
                </c:pt>
                <c:pt idx="38">
                  <c:v>-1.6816890000000001E-2</c:v>
                </c:pt>
                <c:pt idx="39">
                  <c:v>-1.91197E-2</c:v>
                </c:pt>
                <c:pt idx="40">
                  <c:v>-2.139624E-2</c:v>
                </c:pt>
                <c:pt idx="41">
                  <c:v>-2.3650319999999999E-2</c:v>
                </c:pt>
                <c:pt idx="42">
                  <c:v>-2.5981420000000002E-2</c:v>
                </c:pt>
                <c:pt idx="43">
                  <c:v>-2.829373E-2</c:v>
                </c:pt>
                <c:pt idx="44">
                  <c:v>-3.0601989999999999E-2</c:v>
                </c:pt>
                <c:pt idx="45">
                  <c:v>-3.2883500000000003E-2</c:v>
                </c:pt>
                <c:pt idx="46">
                  <c:v>-3.515161E-2</c:v>
                </c:pt>
                <c:pt idx="47">
                  <c:v>-3.741527E-2</c:v>
                </c:pt>
                <c:pt idx="48">
                  <c:v>-3.96718E-2</c:v>
                </c:pt>
                <c:pt idx="49">
                  <c:v>-4.1898919999999999E-2</c:v>
                </c:pt>
                <c:pt idx="50">
                  <c:v>-4.41048E-2</c:v>
                </c:pt>
                <c:pt idx="51">
                  <c:v>-4.6363250000000002E-2</c:v>
                </c:pt>
                <c:pt idx="52">
                  <c:v>-4.8672269999999997E-2</c:v>
                </c:pt>
                <c:pt idx="53">
                  <c:v>-5.0846589999999997E-2</c:v>
                </c:pt>
                <c:pt idx="54">
                  <c:v>-5.3121130000000003E-2</c:v>
                </c:pt>
                <c:pt idx="55">
                  <c:v>-5.5414060000000001E-2</c:v>
                </c:pt>
                <c:pt idx="56">
                  <c:v>-5.7658330000000001E-2</c:v>
                </c:pt>
                <c:pt idx="57">
                  <c:v>-5.9828350000000002E-2</c:v>
                </c:pt>
                <c:pt idx="58">
                  <c:v>-6.2136839999999999E-2</c:v>
                </c:pt>
                <c:pt idx="59">
                  <c:v>-6.4367469999999996E-2</c:v>
                </c:pt>
                <c:pt idx="60">
                  <c:v>-6.6679260000000004E-2</c:v>
                </c:pt>
              </c:numCache>
            </c:numRef>
          </c:yVal>
          <c:smooth val="1"/>
        </c:ser>
        <c:ser>
          <c:idx val="2"/>
          <c:order val="2"/>
          <c:tx>
            <c:strRef>
              <c:f>IV_10K_0T!$I$46</c:f>
              <c:strCache>
                <c:ptCount val="1"/>
                <c:pt idx="0">
                  <c:v>60K</c:v>
                </c:pt>
              </c:strCache>
            </c:strRef>
          </c:tx>
          <c:spPr>
            <a:ln w="19050" cap="rnd">
              <a:solidFill>
                <a:schemeClr val="accent3"/>
              </a:solidFill>
              <a:round/>
            </a:ln>
            <a:effectLst/>
          </c:spPr>
          <c:marker>
            <c:symbol val="none"/>
          </c:marker>
          <c:xVal>
            <c:numRef>
              <c:f>IV_10K_0T!$F$47:$F$107</c:f>
              <c:numCache>
                <c:formatCode>General</c:formatCode>
                <c:ptCount val="61"/>
                <c:pt idx="1">
                  <c:v>2</c:v>
                </c:pt>
                <c:pt idx="2">
                  <c:v>1.9322029999999999</c:v>
                </c:pt>
                <c:pt idx="3">
                  <c:v>1.8644069999999999</c:v>
                </c:pt>
                <c:pt idx="4">
                  <c:v>1.79661</c:v>
                </c:pt>
                <c:pt idx="5">
                  <c:v>1.7288140000000001</c:v>
                </c:pt>
                <c:pt idx="6">
                  <c:v>1.661017</c:v>
                </c:pt>
                <c:pt idx="7">
                  <c:v>1.5932200000000001</c:v>
                </c:pt>
                <c:pt idx="8">
                  <c:v>1.5254239999999999</c:v>
                </c:pt>
                <c:pt idx="9">
                  <c:v>1.457627</c:v>
                </c:pt>
                <c:pt idx="10">
                  <c:v>1.3898299999999999</c:v>
                </c:pt>
                <c:pt idx="11">
                  <c:v>1.3220339999999999</c:v>
                </c:pt>
                <c:pt idx="12">
                  <c:v>1.254237</c:v>
                </c:pt>
                <c:pt idx="13">
                  <c:v>1.1864410000000001</c:v>
                </c:pt>
                <c:pt idx="14">
                  <c:v>1.118644</c:v>
                </c:pt>
                <c:pt idx="15">
                  <c:v>1.0508470000000001</c:v>
                </c:pt>
                <c:pt idx="16">
                  <c:v>0.9830508</c:v>
                </c:pt>
                <c:pt idx="17">
                  <c:v>0.91525420000000002</c:v>
                </c:pt>
                <c:pt idx="18">
                  <c:v>0.84745760000000003</c:v>
                </c:pt>
                <c:pt idx="19">
                  <c:v>0.77966100000000005</c:v>
                </c:pt>
                <c:pt idx="20">
                  <c:v>0.71186439999999995</c:v>
                </c:pt>
                <c:pt idx="21">
                  <c:v>0.64406779999999997</c:v>
                </c:pt>
                <c:pt idx="22">
                  <c:v>0.57627119999999998</c:v>
                </c:pt>
                <c:pt idx="23">
                  <c:v>0.5084746</c:v>
                </c:pt>
                <c:pt idx="24">
                  <c:v>0.44067800000000001</c:v>
                </c:pt>
                <c:pt idx="25">
                  <c:v>0.37288139999999997</c:v>
                </c:pt>
                <c:pt idx="26">
                  <c:v>0.30508469999999999</c:v>
                </c:pt>
                <c:pt idx="27">
                  <c:v>0.2372881</c:v>
                </c:pt>
                <c:pt idx="28">
                  <c:v>0.16949149999999999</c:v>
                </c:pt>
                <c:pt idx="29">
                  <c:v>0.1016949</c:v>
                </c:pt>
                <c:pt idx="30">
                  <c:v>3.3898310000000001E-2</c:v>
                </c:pt>
                <c:pt idx="31">
                  <c:v>-3.3898310000000001E-2</c:v>
                </c:pt>
                <c:pt idx="32">
                  <c:v>-0.1016949</c:v>
                </c:pt>
                <c:pt idx="33">
                  <c:v>-0.16949149999999999</c:v>
                </c:pt>
                <c:pt idx="34">
                  <c:v>-0.2372881</c:v>
                </c:pt>
                <c:pt idx="35">
                  <c:v>-0.30508469999999999</c:v>
                </c:pt>
                <c:pt idx="36">
                  <c:v>-0.37288139999999997</c:v>
                </c:pt>
                <c:pt idx="37">
                  <c:v>-0.44067800000000001</c:v>
                </c:pt>
                <c:pt idx="38">
                  <c:v>-0.5084746</c:v>
                </c:pt>
                <c:pt idx="39">
                  <c:v>-0.57627119999999998</c:v>
                </c:pt>
                <c:pt idx="40">
                  <c:v>-0.64406779999999997</c:v>
                </c:pt>
                <c:pt idx="41">
                  <c:v>-0.71186439999999995</c:v>
                </c:pt>
                <c:pt idx="42">
                  <c:v>-0.77966100000000005</c:v>
                </c:pt>
                <c:pt idx="43">
                  <c:v>-0.84745760000000003</c:v>
                </c:pt>
                <c:pt idx="44">
                  <c:v>-0.91525420000000002</c:v>
                </c:pt>
                <c:pt idx="45">
                  <c:v>-0.9830508</c:v>
                </c:pt>
                <c:pt idx="46">
                  <c:v>-1.0508470000000001</c:v>
                </c:pt>
                <c:pt idx="47">
                  <c:v>-1.118644</c:v>
                </c:pt>
                <c:pt idx="48">
                  <c:v>-1.1864410000000001</c:v>
                </c:pt>
                <c:pt idx="49">
                  <c:v>-1.254237</c:v>
                </c:pt>
                <c:pt idx="50">
                  <c:v>-1.3220339999999999</c:v>
                </c:pt>
                <c:pt idx="51">
                  <c:v>-1.3898299999999999</c:v>
                </c:pt>
                <c:pt idx="52">
                  <c:v>-1.457627</c:v>
                </c:pt>
                <c:pt idx="53">
                  <c:v>-1.5254239999999999</c:v>
                </c:pt>
                <c:pt idx="54">
                  <c:v>-1.5932200000000001</c:v>
                </c:pt>
                <c:pt idx="55">
                  <c:v>-1.661017</c:v>
                </c:pt>
                <c:pt idx="56">
                  <c:v>-1.7288140000000001</c:v>
                </c:pt>
                <c:pt idx="57">
                  <c:v>-1.79661</c:v>
                </c:pt>
                <c:pt idx="58">
                  <c:v>-1.8644069999999999</c:v>
                </c:pt>
                <c:pt idx="59">
                  <c:v>-1.9322029999999999</c:v>
                </c:pt>
                <c:pt idx="60">
                  <c:v>-2</c:v>
                </c:pt>
              </c:numCache>
            </c:numRef>
          </c:xVal>
          <c:yVal>
            <c:numRef>
              <c:f>IV_10K_0T!$I$47:$I$107</c:f>
              <c:numCache>
                <c:formatCode>General</c:formatCode>
                <c:ptCount val="61"/>
                <c:pt idx="1">
                  <c:v>7.0426520000000006E-2</c:v>
                </c:pt>
                <c:pt idx="2">
                  <c:v>6.7802390000000004E-2</c:v>
                </c:pt>
                <c:pt idx="3">
                  <c:v>6.5343579999999998E-2</c:v>
                </c:pt>
                <c:pt idx="4">
                  <c:v>6.2859620000000005E-2</c:v>
                </c:pt>
                <c:pt idx="5">
                  <c:v>6.0431459999999999E-2</c:v>
                </c:pt>
                <c:pt idx="6">
                  <c:v>5.7986580000000003E-2</c:v>
                </c:pt>
                <c:pt idx="7">
                  <c:v>5.5558259999999998E-2</c:v>
                </c:pt>
                <c:pt idx="8">
                  <c:v>5.3142889999999998E-2</c:v>
                </c:pt>
                <c:pt idx="9">
                  <c:v>5.07581E-2</c:v>
                </c:pt>
                <c:pt idx="10">
                  <c:v>4.8452710000000003E-2</c:v>
                </c:pt>
                <c:pt idx="11">
                  <c:v>4.5917640000000003E-2</c:v>
                </c:pt>
                <c:pt idx="12">
                  <c:v>4.3452070000000002E-2</c:v>
                </c:pt>
                <c:pt idx="13">
                  <c:v>4.1030419999999998E-2</c:v>
                </c:pt>
                <c:pt idx="14">
                  <c:v>3.86477E-2</c:v>
                </c:pt>
                <c:pt idx="15">
                  <c:v>3.6303830000000002E-2</c:v>
                </c:pt>
                <c:pt idx="16">
                  <c:v>3.3890690000000001E-2</c:v>
                </c:pt>
                <c:pt idx="17">
                  <c:v>3.1519999999999999E-2</c:v>
                </c:pt>
                <c:pt idx="18">
                  <c:v>2.91556E-2</c:v>
                </c:pt>
                <c:pt idx="19">
                  <c:v>2.6856029999999999E-2</c:v>
                </c:pt>
                <c:pt idx="20">
                  <c:v>2.439904E-2</c:v>
                </c:pt>
                <c:pt idx="21">
                  <c:v>2.2047819999999999E-2</c:v>
                </c:pt>
                <c:pt idx="22">
                  <c:v>1.969361E-2</c:v>
                </c:pt>
                <c:pt idx="23">
                  <c:v>1.735772E-2</c:v>
                </c:pt>
                <c:pt idx="24">
                  <c:v>1.502558E-2</c:v>
                </c:pt>
                <c:pt idx="25">
                  <c:v>1.2707009999999999E-2</c:v>
                </c:pt>
                <c:pt idx="26">
                  <c:v>1.038413E-2</c:v>
                </c:pt>
                <c:pt idx="27">
                  <c:v>8.0618860000000007E-3</c:v>
                </c:pt>
                <c:pt idx="28">
                  <c:v>5.7531120000000003E-3</c:v>
                </c:pt>
                <c:pt idx="29">
                  <c:v>3.436911E-3</c:v>
                </c:pt>
                <c:pt idx="30">
                  <c:v>1.1428709999999999E-3</c:v>
                </c:pt>
                <c:pt idx="31">
                  <c:v>-1.1630060000000001E-3</c:v>
                </c:pt>
                <c:pt idx="32">
                  <c:v>-3.4638640000000001E-3</c:v>
                </c:pt>
                <c:pt idx="33">
                  <c:v>-5.7749990000000003E-3</c:v>
                </c:pt>
                <c:pt idx="34">
                  <c:v>-8.0976959999999997E-3</c:v>
                </c:pt>
                <c:pt idx="35">
                  <c:v>-1.042591E-2</c:v>
                </c:pt>
                <c:pt idx="36">
                  <c:v>-1.275574E-2</c:v>
                </c:pt>
                <c:pt idx="37">
                  <c:v>-1.5086260000000001E-2</c:v>
                </c:pt>
                <c:pt idx="38">
                  <c:v>-1.7427499999999999E-2</c:v>
                </c:pt>
                <c:pt idx="39">
                  <c:v>-1.9780160000000001E-2</c:v>
                </c:pt>
                <c:pt idx="40">
                  <c:v>-2.2170220000000001E-2</c:v>
                </c:pt>
                <c:pt idx="41">
                  <c:v>-2.4522269999999999E-2</c:v>
                </c:pt>
                <c:pt idx="42">
                  <c:v>-2.6904580000000001E-2</c:v>
                </c:pt>
                <c:pt idx="43">
                  <c:v>-2.9293420000000001E-2</c:v>
                </c:pt>
                <c:pt idx="44">
                  <c:v>-3.1687449999999999E-2</c:v>
                </c:pt>
                <c:pt idx="45">
                  <c:v>-3.3976279999999998E-2</c:v>
                </c:pt>
                <c:pt idx="46">
                  <c:v>-3.6316000000000001E-2</c:v>
                </c:pt>
                <c:pt idx="47">
                  <c:v>-3.8628889999999999E-2</c:v>
                </c:pt>
                <c:pt idx="48">
                  <c:v>-4.0971130000000001E-2</c:v>
                </c:pt>
                <c:pt idx="49">
                  <c:v>-4.3280569999999997E-2</c:v>
                </c:pt>
                <c:pt idx="50">
                  <c:v>-4.564182E-2</c:v>
                </c:pt>
                <c:pt idx="51">
                  <c:v>-4.7961450000000003E-2</c:v>
                </c:pt>
                <c:pt idx="52">
                  <c:v>-5.0266369999999998E-2</c:v>
                </c:pt>
                <c:pt idx="53">
                  <c:v>-5.2585779999999999E-2</c:v>
                </c:pt>
                <c:pt idx="54">
                  <c:v>-5.4839119999999998E-2</c:v>
                </c:pt>
                <c:pt idx="55">
                  <c:v>-5.7177079999999998E-2</c:v>
                </c:pt>
                <c:pt idx="56">
                  <c:v>-5.9496559999999997E-2</c:v>
                </c:pt>
                <c:pt idx="57">
                  <c:v>-6.1817490000000003E-2</c:v>
                </c:pt>
                <c:pt idx="58">
                  <c:v>-6.4158889999999996E-2</c:v>
                </c:pt>
                <c:pt idx="59">
                  <c:v>-6.6533629999999996E-2</c:v>
                </c:pt>
                <c:pt idx="60">
                  <c:v>-6.8828280000000006E-2</c:v>
                </c:pt>
              </c:numCache>
            </c:numRef>
          </c:yVal>
          <c:smooth val="1"/>
        </c:ser>
        <c:ser>
          <c:idx val="3"/>
          <c:order val="3"/>
          <c:tx>
            <c:strRef>
              <c:f>IV_10K_0T!$J$46</c:f>
              <c:strCache>
                <c:ptCount val="1"/>
                <c:pt idx="0">
                  <c:v>100K</c:v>
                </c:pt>
              </c:strCache>
            </c:strRef>
          </c:tx>
          <c:spPr>
            <a:ln w="19050" cap="rnd">
              <a:solidFill>
                <a:schemeClr val="accent4"/>
              </a:solidFill>
              <a:round/>
            </a:ln>
            <a:effectLst/>
          </c:spPr>
          <c:marker>
            <c:symbol val="none"/>
          </c:marker>
          <c:xVal>
            <c:numRef>
              <c:f>IV_10K_0T!$F$47:$F$107</c:f>
              <c:numCache>
                <c:formatCode>General</c:formatCode>
                <c:ptCount val="61"/>
                <c:pt idx="1">
                  <c:v>2</c:v>
                </c:pt>
                <c:pt idx="2">
                  <c:v>1.9322029999999999</c:v>
                </c:pt>
                <c:pt idx="3">
                  <c:v>1.8644069999999999</c:v>
                </c:pt>
                <c:pt idx="4">
                  <c:v>1.79661</c:v>
                </c:pt>
                <c:pt idx="5">
                  <c:v>1.7288140000000001</c:v>
                </c:pt>
                <c:pt idx="6">
                  <c:v>1.661017</c:v>
                </c:pt>
                <c:pt idx="7">
                  <c:v>1.5932200000000001</c:v>
                </c:pt>
                <c:pt idx="8">
                  <c:v>1.5254239999999999</c:v>
                </c:pt>
                <c:pt idx="9">
                  <c:v>1.457627</c:v>
                </c:pt>
                <c:pt idx="10">
                  <c:v>1.3898299999999999</c:v>
                </c:pt>
                <c:pt idx="11">
                  <c:v>1.3220339999999999</c:v>
                </c:pt>
                <c:pt idx="12">
                  <c:v>1.254237</c:v>
                </c:pt>
                <c:pt idx="13">
                  <c:v>1.1864410000000001</c:v>
                </c:pt>
                <c:pt idx="14">
                  <c:v>1.118644</c:v>
                </c:pt>
                <c:pt idx="15">
                  <c:v>1.0508470000000001</c:v>
                </c:pt>
                <c:pt idx="16">
                  <c:v>0.9830508</c:v>
                </c:pt>
                <c:pt idx="17">
                  <c:v>0.91525420000000002</c:v>
                </c:pt>
                <c:pt idx="18">
                  <c:v>0.84745760000000003</c:v>
                </c:pt>
                <c:pt idx="19">
                  <c:v>0.77966100000000005</c:v>
                </c:pt>
                <c:pt idx="20">
                  <c:v>0.71186439999999995</c:v>
                </c:pt>
                <c:pt idx="21">
                  <c:v>0.64406779999999997</c:v>
                </c:pt>
                <c:pt idx="22">
                  <c:v>0.57627119999999998</c:v>
                </c:pt>
                <c:pt idx="23">
                  <c:v>0.5084746</c:v>
                </c:pt>
                <c:pt idx="24">
                  <c:v>0.44067800000000001</c:v>
                </c:pt>
                <c:pt idx="25">
                  <c:v>0.37288139999999997</c:v>
                </c:pt>
                <c:pt idx="26">
                  <c:v>0.30508469999999999</c:v>
                </c:pt>
                <c:pt idx="27">
                  <c:v>0.2372881</c:v>
                </c:pt>
                <c:pt idx="28">
                  <c:v>0.16949149999999999</c:v>
                </c:pt>
                <c:pt idx="29">
                  <c:v>0.1016949</c:v>
                </c:pt>
                <c:pt idx="30">
                  <c:v>3.3898310000000001E-2</c:v>
                </c:pt>
                <c:pt idx="31">
                  <c:v>-3.3898310000000001E-2</c:v>
                </c:pt>
                <c:pt idx="32">
                  <c:v>-0.1016949</c:v>
                </c:pt>
                <c:pt idx="33">
                  <c:v>-0.16949149999999999</c:v>
                </c:pt>
                <c:pt idx="34">
                  <c:v>-0.2372881</c:v>
                </c:pt>
                <c:pt idx="35">
                  <c:v>-0.30508469999999999</c:v>
                </c:pt>
                <c:pt idx="36">
                  <c:v>-0.37288139999999997</c:v>
                </c:pt>
                <c:pt idx="37">
                  <c:v>-0.44067800000000001</c:v>
                </c:pt>
                <c:pt idx="38">
                  <c:v>-0.5084746</c:v>
                </c:pt>
                <c:pt idx="39">
                  <c:v>-0.57627119999999998</c:v>
                </c:pt>
                <c:pt idx="40">
                  <c:v>-0.64406779999999997</c:v>
                </c:pt>
                <c:pt idx="41">
                  <c:v>-0.71186439999999995</c:v>
                </c:pt>
                <c:pt idx="42">
                  <c:v>-0.77966100000000005</c:v>
                </c:pt>
                <c:pt idx="43">
                  <c:v>-0.84745760000000003</c:v>
                </c:pt>
                <c:pt idx="44">
                  <c:v>-0.91525420000000002</c:v>
                </c:pt>
                <c:pt idx="45">
                  <c:v>-0.9830508</c:v>
                </c:pt>
                <c:pt idx="46">
                  <c:v>-1.0508470000000001</c:v>
                </c:pt>
                <c:pt idx="47">
                  <c:v>-1.118644</c:v>
                </c:pt>
                <c:pt idx="48">
                  <c:v>-1.1864410000000001</c:v>
                </c:pt>
                <c:pt idx="49">
                  <c:v>-1.254237</c:v>
                </c:pt>
                <c:pt idx="50">
                  <c:v>-1.3220339999999999</c:v>
                </c:pt>
                <c:pt idx="51">
                  <c:v>-1.3898299999999999</c:v>
                </c:pt>
                <c:pt idx="52">
                  <c:v>-1.457627</c:v>
                </c:pt>
                <c:pt idx="53">
                  <c:v>-1.5254239999999999</c:v>
                </c:pt>
                <c:pt idx="54">
                  <c:v>-1.5932200000000001</c:v>
                </c:pt>
                <c:pt idx="55">
                  <c:v>-1.661017</c:v>
                </c:pt>
                <c:pt idx="56">
                  <c:v>-1.7288140000000001</c:v>
                </c:pt>
                <c:pt idx="57">
                  <c:v>-1.79661</c:v>
                </c:pt>
                <c:pt idx="58">
                  <c:v>-1.8644069999999999</c:v>
                </c:pt>
                <c:pt idx="59">
                  <c:v>-1.9322029999999999</c:v>
                </c:pt>
                <c:pt idx="60">
                  <c:v>-2</c:v>
                </c:pt>
              </c:numCache>
            </c:numRef>
          </c:xVal>
          <c:yVal>
            <c:numRef>
              <c:f>IV_10K_0T!$J$47:$J$107</c:f>
              <c:numCache>
                <c:formatCode>General</c:formatCode>
                <c:ptCount val="61"/>
                <c:pt idx="1">
                  <c:v>7.7169769999999999E-2</c:v>
                </c:pt>
                <c:pt idx="2">
                  <c:v>7.4330229999999997E-2</c:v>
                </c:pt>
                <c:pt idx="3">
                  <c:v>7.1656540000000005E-2</c:v>
                </c:pt>
                <c:pt idx="4">
                  <c:v>6.8969959999999997E-2</c:v>
                </c:pt>
                <c:pt idx="5">
                  <c:v>6.6293669999999999E-2</c:v>
                </c:pt>
                <c:pt idx="6">
                  <c:v>6.3628400000000002E-2</c:v>
                </c:pt>
                <c:pt idx="7">
                  <c:v>6.0965289999999998E-2</c:v>
                </c:pt>
                <c:pt idx="8">
                  <c:v>5.8308909999999999E-2</c:v>
                </c:pt>
                <c:pt idx="9">
                  <c:v>5.5663419999999998E-2</c:v>
                </c:pt>
                <c:pt idx="10">
                  <c:v>5.3135179999999997E-2</c:v>
                </c:pt>
                <c:pt idx="11">
                  <c:v>5.0381170000000003E-2</c:v>
                </c:pt>
                <c:pt idx="12">
                  <c:v>4.7735840000000002E-2</c:v>
                </c:pt>
                <c:pt idx="13">
                  <c:v>4.5103369999999997E-2</c:v>
                </c:pt>
                <c:pt idx="14">
                  <c:v>4.2477279999999999E-2</c:v>
                </c:pt>
                <c:pt idx="15">
                  <c:v>3.9855389999999997E-2</c:v>
                </c:pt>
                <c:pt idx="16">
                  <c:v>3.7242230000000001E-2</c:v>
                </c:pt>
                <c:pt idx="17">
                  <c:v>3.4631229999999999E-2</c:v>
                </c:pt>
                <c:pt idx="18">
                  <c:v>3.2032020000000001E-2</c:v>
                </c:pt>
                <c:pt idx="19">
                  <c:v>2.9497209999999999E-2</c:v>
                </c:pt>
                <c:pt idx="20">
                  <c:v>2.6839979999999999E-2</c:v>
                </c:pt>
                <c:pt idx="21">
                  <c:v>2.4251129999999999E-2</c:v>
                </c:pt>
                <c:pt idx="22">
                  <c:v>2.1674300000000001E-2</c:v>
                </c:pt>
                <c:pt idx="23">
                  <c:v>1.910077E-2</c:v>
                </c:pt>
                <c:pt idx="24">
                  <c:v>1.6534449999999999E-2</c:v>
                </c:pt>
                <c:pt idx="25">
                  <c:v>1.397586E-2</c:v>
                </c:pt>
                <c:pt idx="26">
                  <c:v>1.141996E-2</c:v>
                </c:pt>
                <c:pt idx="27">
                  <c:v>8.8772420000000005E-3</c:v>
                </c:pt>
                <c:pt idx="28">
                  <c:v>6.3450929999999996E-3</c:v>
                </c:pt>
                <c:pt idx="29">
                  <c:v>3.7950869999999999E-3</c:v>
                </c:pt>
                <c:pt idx="30">
                  <c:v>1.261723E-3</c:v>
                </c:pt>
                <c:pt idx="31">
                  <c:v>-1.284075E-3</c:v>
                </c:pt>
                <c:pt idx="32">
                  <c:v>-3.8213969999999998E-3</c:v>
                </c:pt>
                <c:pt idx="33">
                  <c:v>-6.3643099999999998E-3</c:v>
                </c:pt>
                <c:pt idx="34">
                  <c:v>-8.9128860000000001E-3</c:v>
                </c:pt>
                <c:pt idx="35">
                  <c:v>-1.146791E-2</c:v>
                </c:pt>
                <c:pt idx="36">
                  <c:v>-1.403282E-2</c:v>
                </c:pt>
                <c:pt idx="37">
                  <c:v>-1.659834E-2</c:v>
                </c:pt>
                <c:pt idx="38">
                  <c:v>-1.9174429999999999E-2</c:v>
                </c:pt>
                <c:pt idx="39">
                  <c:v>-2.1755590000000002E-2</c:v>
                </c:pt>
                <c:pt idx="40">
                  <c:v>-2.4342180000000001E-2</c:v>
                </c:pt>
                <c:pt idx="41">
                  <c:v>-2.6935830000000001E-2</c:v>
                </c:pt>
                <c:pt idx="42">
                  <c:v>-2.9537049999999999E-2</c:v>
                </c:pt>
                <c:pt idx="43">
                  <c:v>-3.2140500000000002E-2</c:v>
                </c:pt>
                <c:pt idx="44">
                  <c:v>-3.4696989999999997E-2</c:v>
                </c:pt>
                <c:pt idx="45">
                  <c:v>-3.7249930000000001E-2</c:v>
                </c:pt>
                <c:pt idx="46">
                  <c:v>-3.9779509999999997E-2</c:v>
                </c:pt>
                <c:pt idx="47">
                  <c:v>-4.2310250000000001E-2</c:v>
                </c:pt>
                <c:pt idx="48">
                  <c:v>-4.482473E-2</c:v>
                </c:pt>
                <c:pt idx="49">
                  <c:v>-4.7360670000000001E-2</c:v>
                </c:pt>
                <c:pt idx="50">
                  <c:v>-4.9887040000000001E-2</c:v>
                </c:pt>
                <c:pt idx="51">
                  <c:v>-5.241386E-2</c:v>
                </c:pt>
                <c:pt idx="52">
                  <c:v>-5.4931870000000001E-2</c:v>
                </c:pt>
                <c:pt idx="53">
                  <c:v>-5.7459150000000001E-2</c:v>
                </c:pt>
                <c:pt idx="54">
                  <c:v>-5.9961380000000002E-2</c:v>
                </c:pt>
                <c:pt idx="55">
                  <c:v>-6.2507199999999999E-2</c:v>
                </c:pt>
                <c:pt idx="56">
                  <c:v>-6.5005519999999997E-2</c:v>
                </c:pt>
                <c:pt idx="57">
                  <c:v>-6.7513879999999998E-2</c:v>
                </c:pt>
                <c:pt idx="58">
                  <c:v>-7.0033269999999995E-2</c:v>
                </c:pt>
                <c:pt idx="59">
                  <c:v>-7.2567220000000002E-2</c:v>
                </c:pt>
                <c:pt idx="60">
                  <c:v>-7.507664E-2</c:v>
                </c:pt>
              </c:numCache>
            </c:numRef>
          </c:yVal>
          <c:smooth val="1"/>
        </c:ser>
        <c:ser>
          <c:idx val="4"/>
          <c:order val="4"/>
          <c:tx>
            <c:strRef>
              <c:f>IV_10K_0T!$K$46</c:f>
              <c:strCache>
                <c:ptCount val="1"/>
                <c:pt idx="0">
                  <c:v>150K</c:v>
                </c:pt>
              </c:strCache>
            </c:strRef>
          </c:tx>
          <c:spPr>
            <a:ln w="19050" cap="rnd">
              <a:solidFill>
                <a:schemeClr val="accent5"/>
              </a:solidFill>
              <a:round/>
            </a:ln>
            <a:effectLst/>
          </c:spPr>
          <c:marker>
            <c:symbol val="none"/>
          </c:marker>
          <c:xVal>
            <c:numRef>
              <c:f>IV_10K_0T!$F$47:$F$107</c:f>
              <c:numCache>
                <c:formatCode>General</c:formatCode>
                <c:ptCount val="61"/>
                <c:pt idx="1">
                  <c:v>2</c:v>
                </c:pt>
                <c:pt idx="2">
                  <c:v>1.9322029999999999</c:v>
                </c:pt>
                <c:pt idx="3">
                  <c:v>1.8644069999999999</c:v>
                </c:pt>
                <c:pt idx="4">
                  <c:v>1.79661</c:v>
                </c:pt>
                <c:pt idx="5">
                  <c:v>1.7288140000000001</c:v>
                </c:pt>
                <c:pt idx="6">
                  <c:v>1.661017</c:v>
                </c:pt>
                <c:pt idx="7">
                  <c:v>1.5932200000000001</c:v>
                </c:pt>
                <c:pt idx="8">
                  <c:v>1.5254239999999999</c:v>
                </c:pt>
                <c:pt idx="9">
                  <c:v>1.457627</c:v>
                </c:pt>
                <c:pt idx="10">
                  <c:v>1.3898299999999999</c:v>
                </c:pt>
                <c:pt idx="11">
                  <c:v>1.3220339999999999</c:v>
                </c:pt>
                <c:pt idx="12">
                  <c:v>1.254237</c:v>
                </c:pt>
                <c:pt idx="13">
                  <c:v>1.1864410000000001</c:v>
                </c:pt>
                <c:pt idx="14">
                  <c:v>1.118644</c:v>
                </c:pt>
                <c:pt idx="15">
                  <c:v>1.0508470000000001</c:v>
                </c:pt>
                <c:pt idx="16">
                  <c:v>0.9830508</c:v>
                </c:pt>
                <c:pt idx="17">
                  <c:v>0.91525420000000002</c:v>
                </c:pt>
                <c:pt idx="18">
                  <c:v>0.84745760000000003</c:v>
                </c:pt>
                <c:pt idx="19">
                  <c:v>0.77966100000000005</c:v>
                </c:pt>
                <c:pt idx="20">
                  <c:v>0.71186439999999995</c:v>
                </c:pt>
                <c:pt idx="21">
                  <c:v>0.64406779999999997</c:v>
                </c:pt>
                <c:pt idx="22">
                  <c:v>0.57627119999999998</c:v>
                </c:pt>
                <c:pt idx="23">
                  <c:v>0.5084746</c:v>
                </c:pt>
                <c:pt idx="24">
                  <c:v>0.44067800000000001</c:v>
                </c:pt>
                <c:pt idx="25">
                  <c:v>0.37288139999999997</c:v>
                </c:pt>
                <c:pt idx="26">
                  <c:v>0.30508469999999999</c:v>
                </c:pt>
                <c:pt idx="27">
                  <c:v>0.2372881</c:v>
                </c:pt>
                <c:pt idx="28">
                  <c:v>0.16949149999999999</c:v>
                </c:pt>
                <c:pt idx="29">
                  <c:v>0.1016949</c:v>
                </c:pt>
                <c:pt idx="30">
                  <c:v>3.3898310000000001E-2</c:v>
                </c:pt>
                <c:pt idx="31">
                  <c:v>-3.3898310000000001E-2</c:v>
                </c:pt>
                <c:pt idx="32">
                  <c:v>-0.1016949</c:v>
                </c:pt>
                <c:pt idx="33">
                  <c:v>-0.16949149999999999</c:v>
                </c:pt>
                <c:pt idx="34">
                  <c:v>-0.2372881</c:v>
                </c:pt>
                <c:pt idx="35">
                  <c:v>-0.30508469999999999</c:v>
                </c:pt>
                <c:pt idx="36">
                  <c:v>-0.37288139999999997</c:v>
                </c:pt>
                <c:pt idx="37">
                  <c:v>-0.44067800000000001</c:v>
                </c:pt>
                <c:pt idx="38">
                  <c:v>-0.5084746</c:v>
                </c:pt>
                <c:pt idx="39">
                  <c:v>-0.57627119999999998</c:v>
                </c:pt>
                <c:pt idx="40">
                  <c:v>-0.64406779999999997</c:v>
                </c:pt>
                <c:pt idx="41">
                  <c:v>-0.71186439999999995</c:v>
                </c:pt>
                <c:pt idx="42">
                  <c:v>-0.77966100000000005</c:v>
                </c:pt>
                <c:pt idx="43">
                  <c:v>-0.84745760000000003</c:v>
                </c:pt>
                <c:pt idx="44">
                  <c:v>-0.91525420000000002</c:v>
                </c:pt>
                <c:pt idx="45">
                  <c:v>-0.9830508</c:v>
                </c:pt>
                <c:pt idx="46">
                  <c:v>-1.0508470000000001</c:v>
                </c:pt>
                <c:pt idx="47">
                  <c:v>-1.118644</c:v>
                </c:pt>
                <c:pt idx="48">
                  <c:v>-1.1864410000000001</c:v>
                </c:pt>
                <c:pt idx="49">
                  <c:v>-1.254237</c:v>
                </c:pt>
                <c:pt idx="50">
                  <c:v>-1.3220339999999999</c:v>
                </c:pt>
                <c:pt idx="51">
                  <c:v>-1.3898299999999999</c:v>
                </c:pt>
                <c:pt idx="52">
                  <c:v>-1.457627</c:v>
                </c:pt>
                <c:pt idx="53">
                  <c:v>-1.5254239999999999</c:v>
                </c:pt>
                <c:pt idx="54">
                  <c:v>-1.5932200000000001</c:v>
                </c:pt>
                <c:pt idx="55">
                  <c:v>-1.661017</c:v>
                </c:pt>
                <c:pt idx="56">
                  <c:v>-1.7288140000000001</c:v>
                </c:pt>
                <c:pt idx="57">
                  <c:v>-1.79661</c:v>
                </c:pt>
                <c:pt idx="58">
                  <c:v>-1.8644069999999999</c:v>
                </c:pt>
                <c:pt idx="59">
                  <c:v>-1.9322029999999999</c:v>
                </c:pt>
                <c:pt idx="60">
                  <c:v>-2</c:v>
                </c:pt>
              </c:numCache>
            </c:numRef>
          </c:xVal>
          <c:yVal>
            <c:numRef>
              <c:f>IV_10K_0T!$K$47:$K$107</c:f>
              <c:numCache>
                <c:formatCode>General</c:formatCode>
                <c:ptCount val="61"/>
                <c:pt idx="1">
                  <c:v>7.8290040000000005E-2</c:v>
                </c:pt>
                <c:pt idx="2">
                  <c:v>7.5428270000000006E-2</c:v>
                </c:pt>
                <c:pt idx="3">
                  <c:v>7.2718870000000005E-2</c:v>
                </c:pt>
                <c:pt idx="4">
                  <c:v>7.0016819999999994E-2</c:v>
                </c:pt>
                <c:pt idx="5">
                  <c:v>6.7325579999999996E-2</c:v>
                </c:pt>
                <c:pt idx="6">
                  <c:v>6.4629199999999998E-2</c:v>
                </c:pt>
                <c:pt idx="7">
                  <c:v>6.1941709999999997E-2</c:v>
                </c:pt>
                <c:pt idx="8">
                  <c:v>5.9254220000000003E-2</c:v>
                </c:pt>
                <c:pt idx="9">
                  <c:v>5.6573329999999998E-2</c:v>
                </c:pt>
                <c:pt idx="10">
                  <c:v>5.4019190000000002E-2</c:v>
                </c:pt>
                <c:pt idx="11">
                  <c:v>5.1219969999999997E-2</c:v>
                </c:pt>
                <c:pt idx="12">
                  <c:v>4.8548029999999999E-2</c:v>
                </c:pt>
                <c:pt idx="13">
                  <c:v>4.5856559999999998E-2</c:v>
                </c:pt>
                <c:pt idx="14">
                  <c:v>4.3215669999999998E-2</c:v>
                </c:pt>
                <c:pt idx="15">
                  <c:v>4.0556920000000003E-2</c:v>
                </c:pt>
                <c:pt idx="16">
                  <c:v>3.7906059999999998E-2</c:v>
                </c:pt>
                <c:pt idx="17">
                  <c:v>3.5258110000000002E-2</c:v>
                </c:pt>
                <c:pt idx="18">
                  <c:v>3.2614089999999998E-2</c:v>
                </c:pt>
                <c:pt idx="19">
                  <c:v>3.0043469999999999E-2</c:v>
                </c:pt>
                <c:pt idx="20">
                  <c:v>2.734257E-2</c:v>
                </c:pt>
                <c:pt idx="21">
                  <c:v>2.471516E-2</c:v>
                </c:pt>
                <c:pt idx="22">
                  <c:v>2.2089669999999999E-2</c:v>
                </c:pt>
                <c:pt idx="23">
                  <c:v>1.9476609999999998E-2</c:v>
                </c:pt>
                <c:pt idx="24">
                  <c:v>1.6865600000000001E-2</c:v>
                </c:pt>
                <c:pt idx="25">
                  <c:v>1.426172E-2</c:v>
                </c:pt>
                <c:pt idx="26">
                  <c:v>1.165968E-2</c:v>
                </c:pt>
                <c:pt idx="27">
                  <c:v>9.1010929999999993E-3</c:v>
                </c:pt>
                <c:pt idx="28">
                  <c:v>6.4818150000000001E-3</c:v>
                </c:pt>
                <c:pt idx="29">
                  <c:v>3.8777830000000001E-3</c:v>
                </c:pt>
                <c:pt idx="30">
                  <c:v>1.2904640000000001E-3</c:v>
                </c:pt>
                <c:pt idx="31">
                  <c:v>-1.3122679999999999E-3</c:v>
                </c:pt>
                <c:pt idx="32">
                  <c:v>-3.905141E-3</c:v>
                </c:pt>
                <c:pt idx="33">
                  <c:v>-6.4994809999999997E-3</c:v>
                </c:pt>
                <c:pt idx="34">
                  <c:v>-9.0997100000000004E-3</c:v>
                </c:pt>
                <c:pt idx="35">
                  <c:v>-1.170362E-2</c:v>
                </c:pt>
                <c:pt idx="36">
                  <c:v>-1.431022E-2</c:v>
                </c:pt>
                <c:pt idx="37">
                  <c:v>-1.6924930000000001E-2</c:v>
                </c:pt>
                <c:pt idx="38">
                  <c:v>-1.9545469999999999E-2</c:v>
                </c:pt>
                <c:pt idx="39">
                  <c:v>-2.2170599999999999E-2</c:v>
                </c:pt>
                <c:pt idx="40">
                  <c:v>-2.4801569999999998E-2</c:v>
                </c:pt>
                <c:pt idx="41">
                  <c:v>-2.7439430000000001E-2</c:v>
                </c:pt>
                <c:pt idx="42">
                  <c:v>-3.0079040000000001E-2</c:v>
                </c:pt>
                <c:pt idx="43">
                  <c:v>-3.2717740000000002E-2</c:v>
                </c:pt>
                <c:pt idx="44">
                  <c:v>-3.5299659999999997E-2</c:v>
                </c:pt>
                <c:pt idx="45">
                  <c:v>-3.787621E-2</c:v>
                </c:pt>
                <c:pt idx="46">
                  <c:v>-4.0446639999999999E-2</c:v>
                </c:pt>
                <c:pt idx="47">
                  <c:v>-4.3011859999999999E-2</c:v>
                </c:pt>
                <c:pt idx="48">
                  <c:v>-4.5562659999999998E-2</c:v>
                </c:pt>
                <c:pt idx="49">
                  <c:v>-4.8124119999999999E-2</c:v>
                </c:pt>
                <c:pt idx="50">
                  <c:v>-5.0678149999999998E-2</c:v>
                </c:pt>
                <c:pt idx="51">
                  <c:v>-5.3240219999999998E-2</c:v>
                </c:pt>
                <c:pt idx="52">
                  <c:v>-5.5769720000000002E-2</c:v>
                </c:pt>
                <c:pt idx="53">
                  <c:v>-5.8323220000000002E-2</c:v>
                </c:pt>
                <c:pt idx="54">
                  <c:v>-6.0876010000000001E-2</c:v>
                </c:pt>
                <c:pt idx="55">
                  <c:v>-6.3417390000000004E-2</c:v>
                </c:pt>
                <c:pt idx="56">
                  <c:v>-6.5974409999999997E-2</c:v>
                </c:pt>
                <c:pt idx="57">
                  <c:v>-6.8510959999999996E-2</c:v>
                </c:pt>
                <c:pt idx="58">
                  <c:v>-7.101565E-2</c:v>
                </c:pt>
                <c:pt idx="59">
                  <c:v>-7.3592660000000004E-2</c:v>
                </c:pt>
                <c:pt idx="60">
                  <c:v>-7.6097629999999999E-2</c:v>
                </c:pt>
              </c:numCache>
            </c:numRef>
          </c:yVal>
          <c:smooth val="1"/>
        </c:ser>
        <c:dLbls>
          <c:showLegendKey val="0"/>
          <c:showVal val="0"/>
          <c:showCatName val="0"/>
          <c:showSerName val="0"/>
          <c:showPercent val="0"/>
          <c:showBubbleSize val="0"/>
        </c:dLbls>
        <c:axId val="131761592"/>
        <c:axId val="131761984"/>
      </c:scatterChart>
      <c:valAx>
        <c:axId val="131761592"/>
        <c:scaling>
          <c:orientation val="minMax"/>
          <c:max val="2"/>
          <c:min val="-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CA"/>
                  <a:t>Voltage (V)</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1984"/>
        <c:crosses val="autoZero"/>
        <c:crossBetween val="midCat"/>
      </c:valAx>
      <c:valAx>
        <c:axId val="131761984"/>
        <c:scaling>
          <c:orientation val="minMax"/>
          <c:max val="0.08"/>
          <c:min val="-0.0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CA"/>
                  <a:t>Current (A)</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761592"/>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Raman of Graphene after bombardment</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none"/>
          </c:marker>
          <c:xVal>
            <c:numRef>
              <c:f>'H2 created defects on MLG Trans'!$A$1:$A$3942</c:f>
              <c:numCache>
                <c:formatCode>0.00E+00</c:formatCode>
                <c:ptCount val="3942"/>
                <c:pt idx="0">
                  <c:v>1100.4000000000001</c:v>
                </c:pt>
                <c:pt idx="1">
                  <c:v>1100.8820000000001</c:v>
                </c:pt>
                <c:pt idx="2">
                  <c:v>1101.364</c:v>
                </c:pt>
                <c:pt idx="3">
                  <c:v>1101.846</c:v>
                </c:pt>
                <c:pt idx="4">
                  <c:v>1102.328</c:v>
                </c:pt>
                <c:pt idx="5">
                  <c:v>1102.81</c:v>
                </c:pt>
                <c:pt idx="6">
                  <c:v>1103.2919999999999</c:v>
                </c:pt>
                <c:pt idx="7">
                  <c:v>1103.7739999999999</c:v>
                </c:pt>
                <c:pt idx="8">
                  <c:v>1104.2560000000001</c:v>
                </c:pt>
                <c:pt idx="9">
                  <c:v>1104.739</c:v>
                </c:pt>
                <c:pt idx="10">
                  <c:v>1105.221</c:v>
                </c:pt>
                <c:pt idx="11">
                  <c:v>1105.703</c:v>
                </c:pt>
                <c:pt idx="12">
                  <c:v>1106.1849999999999</c:v>
                </c:pt>
                <c:pt idx="13">
                  <c:v>1106.6669999999999</c:v>
                </c:pt>
                <c:pt idx="14">
                  <c:v>1107.1489999999999</c:v>
                </c:pt>
                <c:pt idx="15">
                  <c:v>1107.6310000000001</c:v>
                </c:pt>
                <c:pt idx="16">
                  <c:v>1108.1130000000001</c:v>
                </c:pt>
                <c:pt idx="17">
                  <c:v>1108.596</c:v>
                </c:pt>
                <c:pt idx="18">
                  <c:v>1109.078</c:v>
                </c:pt>
                <c:pt idx="19">
                  <c:v>1109.56</c:v>
                </c:pt>
                <c:pt idx="20">
                  <c:v>1110.0419999999999</c:v>
                </c:pt>
                <c:pt idx="21">
                  <c:v>1110.5239999999999</c:v>
                </c:pt>
                <c:pt idx="22">
                  <c:v>1111.0060000000001</c:v>
                </c:pt>
                <c:pt idx="23">
                  <c:v>1111.4880000000001</c:v>
                </c:pt>
                <c:pt idx="24">
                  <c:v>1111.97</c:v>
                </c:pt>
                <c:pt idx="25">
                  <c:v>1112.453</c:v>
                </c:pt>
                <c:pt idx="26">
                  <c:v>1112.9349999999999</c:v>
                </c:pt>
                <c:pt idx="27">
                  <c:v>1113.4169999999999</c:v>
                </c:pt>
                <c:pt idx="28">
                  <c:v>1113.8989999999999</c:v>
                </c:pt>
                <c:pt idx="29">
                  <c:v>1114.3810000000001</c:v>
                </c:pt>
                <c:pt idx="30">
                  <c:v>1114.8630000000001</c:v>
                </c:pt>
                <c:pt idx="31">
                  <c:v>1115.345</c:v>
                </c:pt>
                <c:pt idx="32">
                  <c:v>1115.827</c:v>
                </c:pt>
                <c:pt idx="33">
                  <c:v>1116.309</c:v>
                </c:pt>
                <c:pt idx="34">
                  <c:v>1116.7919999999999</c:v>
                </c:pt>
                <c:pt idx="35">
                  <c:v>1117.2739999999999</c:v>
                </c:pt>
                <c:pt idx="36">
                  <c:v>1117.7560000000001</c:v>
                </c:pt>
                <c:pt idx="37">
                  <c:v>1118.2380000000001</c:v>
                </c:pt>
                <c:pt idx="38">
                  <c:v>1118.72</c:v>
                </c:pt>
                <c:pt idx="39">
                  <c:v>1119.202</c:v>
                </c:pt>
                <c:pt idx="40">
                  <c:v>1119.684</c:v>
                </c:pt>
                <c:pt idx="41">
                  <c:v>1120.1659999999999</c:v>
                </c:pt>
                <c:pt idx="42">
                  <c:v>1120.6479999999999</c:v>
                </c:pt>
                <c:pt idx="43">
                  <c:v>1121.1310000000001</c:v>
                </c:pt>
                <c:pt idx="44">
                  <c:v>1121.6130000000001</c:v>
                </c:pt>
                <c:pt idx="45">
                  <c:v>1122.095</c:v>
                </c:pt>
                <c:pt idx="46">
                  <c:v>1122.577</c:v>
                </c:pt>
                <c:pt idx="47">
                  <c:v>1123.059</c:v>
                </c:pt>
                <c:pt idx="48">
                  <c:v>1123.5409999999999</c:v>
                </c:pt>
                <c:pt idx="49">
                  <c:v>1124.0229999999999</c:v>
                </c:pt>
                <c:pt idx="50">
                  <c:v>1124.5050000000001</c:v>
                </c:pt>
                <c:pt idx="51">
                  <c:v>1124.9880000000001</c:v>
                </c:pt>
                <c:pt idx="52">
                  <c:v>1125.47</c:v>
                </c:pt>
                <c:pt idx="53">
                  <c:v>1125.952</c:v>
                </c:pt>
                <c:pt idx="54">
                  <c:v>1126.434</c:v>
                </c:pt>
                <c:pt idx="55">
                  <c:v>1126.9159999999999</c:v>
                </c:pt>
                <c:pt idx="56">
                  <c:v>1127.3979999999999</c:v>
                </c:pt>
                <c:pt idx="57">
                  <c:v>1127.8800000000001</c:v>
                </c:pt>
                <c:pt idx="58">
                  <c:v>1128.3620000000001</c:v>
                </c:pt>
                <c:pt idx="59">
                  <c:v>1128.8440000000001</c:v>
                </c:pt>
                <c:pt idx="60">
                  <c:v>1129.327</c:v>
                </c:pt>
                <c:pt idx="61">
                  <c:v>1129.809</c:v>
                </c:pt>
                <c:pt idx="62">
                  <c:v>1130.2909999999999</c:v>
                </c:pt>
                <c:pt idx="63">
                  <c:v>1130.7729999999999</c:v>
                </c:pt>
                <c:pt idx="64">
                  <c:v>1131.2550000000001</c:v>
                </c:pt>
                <c:pt idx="65">
                  <c:v>1131.7370000000001</c:v>
                </c:pt>
                <c:pt idx="66">
                  <c:v>1132.2190000000001</c:v>
                </c:pt>
                <c:pt idx="67">
                  <c:v>1132.701</c:v>
                </c:pt>
                <c:pt idx="68">
                  <c:v>1133.183</c:v>
                </c:pt>
                <c:pt idx="69">
                  <c:v>1133.6659999999999</c:v>
                </c:pt>
                <c:pt idx="70">
                  <c:v>1134.1479999999999</c:v>
                </c:pt>
                <c:pt idx="71">
                  <c:v>1134.6300000000001</c:v>
                </c:pt>
                <c:pt idx="72">
                  <c:v>1135.1120000000001</c:v>
                </c:pt>
                <c:pt idx="73">
                  <c:v>1135.5940000000001</c:v>
                </c:pt>
                <c:pt idx="74">
                  <c:v>1136.076</c:v>
                </c:pt>
                <c:pt idx="75">
                  <c:v>1136.558</c:v>
                </c:pt>
                <c:pt idx="76">
                  <c:v>1137.04</c:v>
                </c:pt>
                <c:pt idx="77">
                  <c:v>1137.5229999999999</c:v>
                </c:pt>
                <c:pt idx="78">
                  <c:v>1138.0050000000001</c:v>
                </c:pt>
                <c:pt idx="79">
                  <c:v>1138.4870000000001</c:v>
                </c:pt>
                <c:pt idx="80">
                  <c:v>1138.9690000000001</c:v>
                </c:pt>
                <c:pt idx="81">
                  <c:v>1139.451</c:v>
                </c:pt>
                <c:pt idx="82">
                  <c:v>1139.933</c:v>
                </c:pt>
                <c:pt idx="83">
                  <c:v>1140.415</c:v>
                </c:pt>
                <c:pt idx="84">
                  <c:v>1140.8969999999999</c:v>
                </c:pt>
                <c:pt idx="85">
                  <c:v>1141.3800000000001</c:v>
                </c:pt>
                <c:pt idx="86">
                  <c:v>1141.8620000000001</c:v>
                </c:pt>
                <c:pt idx="87">
                  <c:v>1142.3440000000001</c:v>
                </c:pt>
                <c:pt idx="88">
                  <c:v>1142.826</c:v>
                </c:pt>
                <c:pt idx="89">
                  <c:v>1143.308</c:v>
                </c:pt>
                <c:pt idx="90">
                  <c:v>1143.79</c:v>
                </c:pt>
                <c:pt idx="91">
                  <c:v>1144.2719999999999</c:v>
                </c:pt>
                <c:pt idx="92">
                  <c:v>1144.7539999999999</c:v>
                </c:pt>
                <c:pt idx="93">
                  <c:v>1145.2360000000001</c:v>
                </c:pt>
                <c:pt idx="94">
                  <c:v>1145.7190000000001</c:v>
                </c:pt>
                <c:pt idx="95">
                  <c:v>1146.201</c:v>
                </c:pt>
                <c:pt idx="96">
                  <c:v>1146.683</c:v>
                </c:pt>
                <c:pt idx="97">
                  <c:v>1147.165</c:v>
                </c:pt>
                <c:pt idx="98">
                  <c:v>1147.6469999999999</c:v>
                </c:pt>
                <c:pt idx="99">
                  <c:v>1148.1289999999999</c:v>
                </c:pt>
                <c:pt idx="100">
                  <c:v>1148.6110000000001</c:v>
                </c:pt>
                <c:pt idx="101">
                  <c:v>1149.0930000000001</c:v>
                </c:pt>
                <c:pt idx="102">
                  <c:v>1149.575</c:v>
                </c:pt>
                <c:pt idx="103">
                  <c:v>1150.058</c:v>
                </c:pt>
                <c:pt idx="104">
                  <c:v>1150.54</c:v>
                </c:pt>
                <c:pt idx="105">
                  <c:v>1151.0219999999999</c:v>
                </c:pt>
                <c:pt idx="106">
                  <c:v>1151.5039999999999</c:v>
                </c:pt>
                <c:pt idx="107">
                  <c:v>1151.9860000000001</c:v>
                </c:pt>
                <c:pt idx="108">
                  <c:v>1152.4680000000001</c:v>
                </c:pt>
                <c:pt idx="109">
                  <c:v>1152.95</c:v>
                </c:pt>
                <c:pt idx="110">
                  <c:v>1153.432</c:v>
                </c:pt>
                <c:pt idx="111">
                  <c:v>1153.915</c:v>
                </c:pt>
                <c:pt idx="112">
                  <c:v>1154.3969999999999</c:v>
                </c:pt>
                <c:pt idx="113">
                  <c:v>1154.8789999999999</c:v>
                </c:pt>
                <c:pt idx="114">
                  <c:v>1155.3610000000001</c:v>
                </c:pt>
                <c:pt idx="115">
                  <c:v>1155.8430000000001</c:v>
                </c:pt>
                <c:pt idx="116">
                  <c:v>1156.325</c:v>
                </c:pt>
                <c:pt idx="117">
                  <c:v>1156.807</c:v>
                </c:pt>
                <c:pt idx="118">
                  <c:v>1157.289</c:v>
                </c:pt>
                <c:pt idx="119">
                  <c:v>1157.771</c:v>
                </c:pt>
                <c:pt idx="120">
                  <c:v>1158.2539999999999</c:v>
                </c:pt>
                <c:pt idx="121">
                  <c:v>1158.7360000000001</c:v>
                </c:pt>
                <c:pt idx="122">
                  <c:v>1159.2180000000001</c:v>
                </c:pt>
                <c:pt idx="123">
                  <c:v>1159.7</c:v>
                </c:pt>
                <c:pt idx="124">
                  <c:v>1160.182</c:v>
                </c:pt>
                <c:pt idx="125">
                  <c:v>1160.664</c:v>
                </c:pt>
                <c:pt idx="126">
                  <c:v>1161.146</c:v>
                </c:pt>
                <c:pt idx="127">
                  <c:v>1161.6279999999999</c:v>
                </c:pt>
                <c:pt idx="128">
                  <c:v>1162.1099999999999</c:v>
                </c:pt>
                <c:pt idx="129">
                  <c:v>1162.5930000000001</c:v>
                </c:pt>
                <c:pt idx="130">
                  <c:v>1163.075</c:v>
                </c:pt>
                <c:pt idx="131">
                  <c:v>1163.557</c:v>
                </c:pt>
                <c:pt idx="132">
                  <c:v>1164.039</c:v>
                </c:pt>
                <c:pt idx="133">
                  <c:v>1164.521</c:v>
                </c:pt>
                <c:pt idx="134">
                  <c:v>1165.0029999999999</c:v>
                </c:pt>
                <c:pt idx="135">
                  <c:v>1165.4849999999999</c:v>
                </c:pt>
                <c:pt idx="136">
                  <c:v>1165.9670000000001</c:v>
                </c:pt>
                <c:pt idx="137">
                  <c:v>1166.45</c:v>
                </c:pt>
                <c:pt idx="138">
                  <c:v>1166.932</c:v>
                </c:pt>
                <c:pt idx="139">
                  <c:v>1167.414</c:v>
                </c:pt>
                <c:pt idx="140">
                  <c:v>1167.896</c:v>
                </c:pt>
                <c:pt idx="141">
                  <c:v>1168.3779999999999</c:v>
                </c:pt>
                <c:pt idx="142">
                  <c:v>1168.8599999999999</c:v>
                </c:pt>
                <c:pt idx="143">
                  <c:v>1169.3420000000001</c:v>
                </c:pt>
                <c:pt idx="144">
                  <c:v>1169.8240000000001</c:v>
                </c:pt>
                <c:pt idx="145">
                  <c:v>1170.307</c:v>
                </c:pt>
                <c:pt idx="146">
                  <c:v>1170.789</c:v>
                </c:pt>
                <c:pt idx="147">
                  <c:v>1171.271</c:v>
                </c:pt>
                <c:pt idx="148">
                  <c:v>1171.7529999999999</c:v>
                </c:pt>
                <c:pt idx="149">
                  <c:v>1172.2349999999999</c:v>
                </c:pt>
                <c:pt idx="150">
                  <c:v>1172.7170000000001</c:v>
                </c:pt>
                <c:pt idx="151">
                  <c:v>1173.1990000000001</c:v>
                </c:pt>
                <c:pt idx="152">
                  <c:v>1173.681</c:v>
                </c:pt>
                <c:pt idx="153">
                  <c:v>1174.163</c:v>
                </c:pt>
                <c:pt idx="154">
                  <c:v>1174.646</c:v>
                </c:pt>
                <c:pt idx="155">
                  <c:v>1175.1279999999999</c:v>
                </c:pt>
                <c:pt idx="156">
                  <c:v>1175.6099999999999</c:v>
                </c:pt>
                <c:pt idx="157">
                  <c:v>1176.0920000000001</c:v>
                </c:pt>
                <c:pt idx="158">
                  <c:v>1176.5740000000001</c:v>
                </c:pt>
                <c:pt idx="159">
                  <c:v>1177.056</c:v>
                </c:pt>
                <c:pt idx="160">
                  <c:v>1177.538</c:v>
                </c:pt>
                <c:pt idx="161">
                  <c:v>1178.02</c:v>
                </c:pt>
                <c:pt idx="162">
                  <c:v>1178.502</c:v>
                </c:pt>
                <c:pt idx="163">
                  <c:v>1178.9849999999999</c:v>
                </c:pt>
                <c:pt idx="164">
                  <c:v>1179.4670000000001</c:v>
                </c:pt>
                <c:pt idx="165">
                  <c:v>1179.9490000000001</c:v>
                </c:pt>
                <c:pt idx="166">
                  <c:v>1180.431</c:v>
                </c:pt>
                <c:pt idx="167">
                  <c:v>1180.913</c:v>
                </c:pt>
                <c:pt idx="168">
                  <c:v>1181.395</c:v>
                </c:pt>
                <c:pt idx="169">
                  <c:v>1181.877</c:v>
                </c:pt>
                <c:pt idx="170">
                  <c:v>1182.3589999999999</c:v>
                </c:pt>
                <c:pt idx="171">
                  <c:v>1182.8420000000001</c:v>
                </c:pt>
                <c:pt idx="172">
                  <c:v>1183.3240000000001</c:v>
                </c:pt>
                <c:pt idx="173">
                  <c:v>1183.806</c:v>
                </c:pt>
                <c:pt idx="174">
                  <c:v>1184.288</c:v>
                </c:pt>
                <c:pt idx="175">
                  <c:v>1184.77</c:v>
                </c:pt>
                <c:pt idx="176">
                  <c:v>1185.252</c:v>
                </c:pt>
                <c:pt idx="177">
                  <c:v>1185.7339999999999</c:v>
                </c:pt>
                <c:pt idx="178">
                  <c:v>1186.2159999999999</c:v>
                </c:pt>
                <c:pt idx="179">
                  <c:v>1186.6980000000001</c:v>
                </c:pt>
                <c:pt idx="180">
                  <c:v>1187.181</c:v>
                </c:pt>
                <c:pt idx="181">
                  <c:v>1187.663</c:v>
                </c:pt>
                <c:pt idx="182">
                  <c:v>1188.145</c:v>
                </c:pt>
                <c:pt idx="183">
                  <c:v>1188.627</c:v>
                </c:pt>
                <c:pt idx="184">
                  <c:v>1189.1089999999999</c:v>
                </c:pt>
                <c:pt idx="185">
                  <c:v>1189.5909999999999</c:v>
                </c:pt>
                <c:pt idx="186">
                  <c:v>1190.0730000000001</c:v>
                </c:pt>
                <c:pt idx="187">
                  <c:v>1190.5550000000001</c:v>
                </c:pt>
                <c:pt idx="188">
                  <c:v>1191.037</c:v>
                </c:pt>
                <c:pt idx="189">
                  <c:v>1191.52</c:v>
                </c:pt>
                <c:pt idx="190">
                  <c:v>1192.002</c:v>
                </c:pt>
                <c:pt idx="191">
                  <c:v>1192.4839999999999</c:v>
                </c:pt>
                <c:pt idx="192">
                  <c:v>1192.9659999999999</c:v>
                </c:pt>
                <c:pt idx="193">
                  <c:v>1193.4480000000001</c:v>
                </c:pt>
                <c:pt idx="194">
                  <c:v>1193.93</c:v>
                </c:pt>
                <c:pt idx="195">
                  <c:v>1194.412</c:v>
                </c:pt>
                <c:pt idx="196">
                  <c:v>1194.894</c:v>
                </c:pt>
                <c:pt idx="197">
                  <c:v>1195.377</c:v>
                </c:pt>
                <c:pt idx="198">
                  <c:v>1195.8589999999999</c:v>
                </c:pt>
                <c:pt idx="199">
                  <c:v>1196.3409999999999</c:v>
                </c:pt>
                <c:pt idx="200">
                  <c:v>1196.8230000000001</c:v>
                </c:pt>
                <c:pt idx="201">
                  <c:v>1197.3050000000001</c:v>
                </c:pt>
                <c:pt idx="202">
                  <c:v>1197.787</c:v>
                </c:pt>
                <c:pt idx="203">
                  <c:v>1198.269</c:v>
                </c:pt>
                <c:pt idx="204">
                  <c:v>1198.751</c:v>
                </c:pt>
                <c:pt idx="205">
                  <c:v>1199.2339999999999</c:v>
                </c:pt>
                <c:pt idx="206">
                  <c:v>1199.7159999999999</c:v>
                </c:pt>
                <c:pt idx="207">
                  <c:v>1200.1980000000001</c:v>
                </c:pt>
                <c:pt idx="208">
                  <c:v>1200.68</c:v>
                </c:pt>
                <c:pt idx="209">
                  <c:v>1201.162</c:v>
                </c:pt>
                <c:pt idx="210">
                  <c:v>1201.644</c:v>
                </c:pt>
                <c:pt idx="211">
                  <c:v>1202.126</c:v>
                </c:pt>
                <c:pt idx="212">
                  <c:v>1202.6079999999999</c:v>
                </c:pt>
                <c:pt idx="213">
                  <c:v>1203.0899999999999</c:v>
                </c:pt>
                <c:pt idx="214">
                  <c:v>1203.5730000000001</c:v>
                </c:pt>
                <c:pt idx="215">
                  <c:v>1204.0550000000001</c:v>
                </c:pt>
                <c:pt idx="216">
                  <c:v>1204.537</c:v>
                </c:pt>
                <c:pt idx="217">
                  <c:v>1205.019</c:v>
                </c:pt>
                <c:pt idx="218">
                  <c:v>1205.501</c:v>
                </c:pt>
                <c:pt idx="219">
                  <c:v>1205.9829999999999</c:v>
                </c:pt>
                <c:pt idx="220">
                  <c:v>1206.4649999999999</c:v>
                </c:pt>
                <c:pt idx="221">
                  <c:v>1206.9469999999999</c:v>
                </c:pt>
                <c:pt idx="222">
                  <c:v>1207.4290000000001</c:v>
                </c:pt>
                <c:pt idx="223">
                  <c:v>1207.912</c:v>
                </c:pt>
                <c:pt idx="224">
                  <c:v>1208.394</c:v>
                </c:pt>
                <c:pt idx="225">
                  <c:v>1208.876</c:v>
                </c:pt>
                <c:pt idx="226">
                  <c:v>1209.3579999999999</c:v>
                </c:pt>
                <c:pt idx="227">
                  <c:v>1209.8399999999999</c:v>
                </c:pt>
                <c:pt idx="228">
                  <c:v>1210.3219999999999</c:v>
                </c:pt>
                <c:pt idx="229">
                  <c:v>1210.8040000000001</c:v>
                </c:pt>
                <c:pt idx="230">
                  <c:v>1211.2860000000001</c:v>
                </c:pt>
                <c:pt idx="231">
                  <c:v>1211.769</c:v>
                </c:pt>
                <c:pt idx="232">
                  <c:v>1212.251</c:v>
                </c:pt>
                <c:pt idx="233">
                  <c:v>1212.7329999999999</c:v>
                </c:pt>
                <c:pt idx="234">
                  <c:v>1213.2149999999999</c:v>
                </c:pt>
                <c:pt idx="235">
                  <c:v>1213.6969999999999</c:v>
                </c:pt>
                <c:pt idx="236">
                  <c:v>1214.1790000000001</c:v>
                </c:pt>
                <c:pt idx="237">
                  <c:v>1214.6610000000001</c:v>
                </c:pt>
                <c:pt idx="238">
                  <c:v>1215.143</c:v>
                </c:pt>
                <c:pt idx="239">
                  <c:v>1215.625</c:v>
                </c:pt>
                <c:pt idx="240">
                  <c:v>1216.1079999999999</c:v>
                </c:pt>
                <c:pt idx="241">
                  <c:v>1216.5899999999999</c:v>
                </c:pt>
                <c:pt idx="242">
                  <c:v>1217.0719999999999</c:v>
                </c:pt>
                <c:pt idx="243">
                  <c:v>1217.5540000000001</c:v>
                </c:pt>
                <c:pt idx="244">
                  <c:v>1218.0360000000001</c:v>
                </c:pt>
                <c:pt idx="245">
                  <c:v>1218.518</c:v>
                </c:pt>
                <c:pt idx="246">
                  <c:v>1219</c:v>
                </c:pt>
                <c:pt idx="247">
                  <c:v>1219.482</c:v>
                </c:pt>
                <c:pt idx="248">
                  <c:v>1219.9639999999999</c:v>
                </c:pt>
                <c:pt idx="249">
                  <c:v>1220.4469999999999</c:v>
                </c:pt>
                <c:pt idx="250">
                  <c:v>1220.9290000000001</c:v>
                </c:pt>
                <c:pt idx="251">
                  <c:v>1221.4110000000001</c:v>
                </c:pt>
                <c:pt idx="252">
                  <c:v>1221.893</c:v>
                </c:pt>
                <c:pt idx="253">
                  <c:v>1222.375</c:v>
                </c:pt>
                <c:pt idx="254">
                  <c:v>1222.857</c:v>
                </c:pt>
                <c:pt idx="255">
                  <c:v>1223.3389999999999</c:v>
                </c:pt>
                <c:pt idx="256">
                  <c:v>1223.8209999999999</c:v>
                </c:pt>
                <c:pt idx="257">
                  <c:v>1224.3040000000001</c:v>
                </c:pt>
                <c:pt idx="258">
                  <c:v>1224.7860000000001</c:v>
                </c:pt>
                <c:pt idx="259">
                  <c:v>1225.268</c:v>
                </c:pt>
                <c:pt idx="260">
                  <c:v>1225.75</c:v>
                </c:pt>
                <c:pt idx="261">
                  <c:v>1226.232</c:v>
                </c:pt>
                <c:pt idx="262">
                  <c:v>1226.7139999999999</c:v>
                </c:pt>
                <c:pt idx="263">
                  <c:v>1227.1959999999999</c:v>
                </c:pt>
                <c:pt idx="264">
                  <c:v>1227.6780000000001</c:v>
                </c:pt>
                <c:pt idx="265">
                  <c:v>1228.1610000000001</c:v>
                </c:pt>
                <c:pt idx="266">
                  <c:v>1228.643</c:v>
                </c:pt>
                <c:pt idx="267">
                  <c:v>1229.125</c:v>
                </c:pt>
                <c:pt idx="268">
                  <c:v>1229.607</c:v>
                </c:pt>
                <c:pt idx="269">
                  <c:v>1230.0889999999999</c:v>
                </c:pt>
                <c:pt idx="270">
                  <c:v>1230.5709999999999</c:v>
                </c:pt>
                <c:pt idx="271">
                  <c:v>1231.0530000000001</c:v>
                </c:pt>
                <c:pt idx="272">
                  <c:v>1231.5350000000001</c:v>
                </c:pt>
                <c:pt idx="273">
                  <c:v>1232.0170000000001</c:v>
                </c:pt>
                <c:pt idx="274">
                  <c:v>1232.5</c:v>
                </c:pt>
                <c:pt idx="275">
                  <c:v>1232.982</c:v>
                </c:pt>
                <c:pt idx="276">
                  <c:v>1233.4639999999999</c:v>
                </c:pt>
                <c:pt idx="277">
                  <c:v>1233.9459999999999</c:v>
                </c:pt>
                <c:pt idx="278">
                  <c:v>1234.4280000000001</c:v>
                </c:pt>
                <c:pt idx="279">
                  <c:v>1234.9100000000001</c:v>
                </c:pt>
                <c:pt idx="280">
                  <c:v>1235.3920000000001</c:v>
                </c:pt>
                <c:pt idx="281">
                  <c:v>1235.874</c:v>
                </c:pt>
                <c:pt idx="282">
                  <c:v>1236.356</c:v>
                </c:pt>
                <c:pt idx="283">
                  <c:v>1236.8389999999999</c:v>
                </c:pt>
                <c:pt idx="284">
                  <c:v>1237.3209999999999</c:v>
                </c:pt>
                <c:pt idx="285">
                  <c:v>1237.8030000000001</c:v>
                </c:pt>
                <c:pt idx="286">
                  <c:v>1238.2850000000001</c:v>
                </c:pt>
                <c:pt idx="287">
                  <c:v>1238.7670000000001</c:v>
                </c:pt>
                <c:pt idx="288">
                  <c:v>1239.249</c:v>
                </c:pt>
                <c:pt idx="289">
                  <c:v>1239.731</c:v>
                </c:pt>
                <c:pt idx="290">
                  <c:v>1240.213</c:v>
                </c:pt>
                <c:pt idx="291">
                  <c:v>1240.6959999999999</c:v>
                </c:pt>
                <c:pt idx="292">
                  <c:v>1241.1780000000001</c:v>
                </c:pt>
                <c:pt idx="293">
                  <c:v>1241.6600000000001</c:v>
                </c:pt>
                <c:pt idx="294">
                  <c:v>1242.1420000000001</c:v>
                </c:pt>
                <c:pt idx="295">
                  <c:v>1242.624</c:v>
                </c:pt>
                <c:pt idx="296">
                  <c:v>1243.106</c:v>
                </c:pt>
                <c:pt idx="297">
                  <c:v>1243.588</c:v>
                </c:pt>
                <c:pt idx="298">
                  <c:v>1244.07</c:v>
                </c:pt>
                <c:pt idx="299">
                  <c:v>1244.5519999999999</c:v>
                </c:pt>
                <c:pt idx="300">
                  <c:v>1245.0350000000001</c:v>
                </c:pt>
                <c:pt idx="301">
                  <c:v>1245.5170000000001</c:v>
                </c:pt>
                <c:pt idx="302">
                  <c:v>1245.999</c:v>
                </c:pt>
                <c:pt idx="303">
                  <c:v>1246.481</c:v>
                </c:pt>
                <c:pt idx="304">
                  <c:v>1246.963</c:v>
                </c:pt>
                <c:pt idx="305">
                  <c:v>1247.4449999999999</c:v>
                </c:pt>
                <c:pt idx="306">
                  <c:v>1247.9269999999999</c:v>
                </c:pt>
                <c:pt idx="307">
                  <c:v>1248.4090000000001</c:v>
                </c:pt>
                <c:pt idx="308">
                  <c:v>1248.8910000000001</c:v>
                </c:pt>
                <c:pt idx="309">
                  <c:v>1249.374</c:v>
                </c:pt>
                <c:pt idx="310">
                  <c:v>1249.856</c:v>
                </c:pt>
                <c:pt idx="311">
                  <c:v>1250.338</c:v>
                </c:pt>
                <c:pt idx="312">
                  <c:v>1250.82</c:v>
                </c:pt>
                <c:pt idx="313">
                  <c:v>1251.3019999999999</c:v>
                </c:pt>
                <c:pt idx="314">
                  <c:v>1251.7840000000001</c:v>
                </c:pt>
                <c:pt idx="315">
                  <c:v>1252.2660000000001</c:v>
                </c:pt>
                <c:pt idx="316">
                  <c:v>1252.748</c:v>
                </c:pt>
                <c:pt idx="317">
                  <c:v>1253.231</c:v>
                </c:pt>
                <c:pt idx="318">
                  <c:v>1253.713</c:v>
                </c:pt>
                <c:pt idx="319">
                  <c:v>1254.1949999999999</c:v>
                </c:pt>
                <c:pt idx="320">
                  <c:v>1254.6769999999999</c:v>
                </c:pt>
                <c:pt idx="321">
                  <c:v>1255.1590000000001</c:v>
                </c:pt>
                <c:pt idx="322">
                  <c:v>1255.6410000000001</c:v>
                </c:pt>
                <c:pt idx="323">
                  <c:v>1256.123</c:v>
                </c:pt>
                <c:pt idx="324">
                  <c:v>1256.605</c:v>
                </c:pt>
                <c:pt idx="325">
                  <c:v>1257.088</c:v>
                </c:pt>
                <c:pt idx="326">
                  <c:v>1257.57</c:v>
                </c:pt>
                <c:pt idx="327">
                  <c:v>1258.0519999999999</c:v>
                </c:pt>
                <c:pt idx="328">
                  <c:v>1258.5340000000001</c:v>
                </c:pt>
                <c:pt idx="329">
                  <c:v>1259.0160000000001</c:v>
                </c:pt>
                <c:pt idx="330">
                  <c:v>1259.498</c:v>
                </c:pt>
                <c:pt idx="331">
                  <c:v>1259.98</c:v>
                </c:pt>
                <c:pt idx="332">
                  <c:v>1260.462</c:v>
                </c:pt>
                <c:pt idx="333">
                  <c:v>1260.944</c:v>
                </c:pt>
                <c:pt idx="334">
                  <c:v>1261.4269999999999</c:v>
                </c:pt>
                <c:pt idx="335">
                  <c:v>1261.9090000000001</c:v>
                </c:pt>
                <c:pt idx="336">
                  <c:v>1262.3910000000001</c:v>
                </c:pt>
                <c:pt idx="337">
                  <c:v>1262.873</c:v>
                </c:pt>
                <c:pt idx="338">
                  <c:v>1263.355</c:v>
                </c:pt>
                <c:pt idx="339">
                  <c:v>1263.837</c:v>
                </c:pt>
                <c:pt idx="340">
                  <c:v>1264.319</c:v>
                </c:pt>
                <c:pt idx="341">
                  <c:v>1264.8009999999999</c:v>
                </c:pt>
                <c:pt idx="342">
                  <c:v>1265.2829999999999</c:v>
                </c:pt>
                <c:pt idx="343">
                  <c:v>1265.7660000000001</c:v>
                </c:pt>
                <c:pt idx="344">
                  <c:v>1266.248</c:v>
                </c:pt>
                <c:pt idx="345">
                  <c:v>1266.73</c:v>
                </c:pt>
                <c:pt idx="346">
                  <c:v>1267.212</c:v>
                </c:pt>
                <c:pt idx="347">
                  <c:v>1267.694</c:v>
                </c:pt>
                <c:pt idx="348">
                  <c:v>1268.1759999999999</c:v>
                </c:pt>
                <c:pt idx="349">
                  <c:v>1268.6579999999999</c:v>
                </c:pt>
                <c:pt idx="350">
                  <c:v>1269.1400000000001</c:v>
                </c:pt>
                <c:pt idx="351">
                  <c:v>1269.623</c:v>
                </c:pt>
                <c:pt idx="352">
                  <c:v>1270.105</c:v>
                </c:pt>
                <c:pt idx="353">
                  <c:v>1270.587</c:v>
                </c:pt>
                <c:pt idx="354">
                  <c:v>1271.069</c:v>
                </c:pt>
                <c:pt idx="355">
                  <c:v>1271.5509999999999</c:v>
                </c:pt>
                <c:pt idx="356">
                  <c:v>1272.0329999999999</c:v>
                </c:pt>
                <c:pt idx="357">
                  <c:v>1272.5150000000001</c:v>
                </c:pt>
                <c:pt idx="358">
                  <c:v>1272.9970000000001</c:v>
                </c:pt>
                <c:pt idx="359">
                  <c:v>1273.479</c:v>
                </c:pt>
                <c:pt idx="360">
                  <c:v>1273.962</c:v>
                </c:pt>
                <c:pt idx="361">
                  <c:v>1274.444</c:v>
                </c:pt>
                <c:pt idx="362">
                  <c:v>1274.9259999999999</c:v>
                </c:pt>
                <c:pt idx="363">
                  <c:v>1275.4079999999999</c:v>
                </c:pt>
                <c:pt idx="364">
                  <c:v>1275.8900000000001</c:v>
                </c:pt>
                <c:pt idx="365">
                  <c:v>1276.3720000000001</c:v>
                </c:pt>
                <c:pt idx="366">
                  <c:v>1276.854</c:v>
                </c:pt>
                <c:pt idx="367">
                  <c:v>1277.336</c:v>
                </c:pt>
                <c:pt idx="368">
                  <c:v>1277.818</c:v>
                </c:pt>
                <c:pt idx="369">
                  <c:v>1278.3009999999999</c:v>
                </c:pt>
                <c:pt idx="370">
                  <c:v>1278.7829999999999</c:v>
                </c:pt>
                <c:pt idx="371">
                  <c:v>1279.2650000000001</c:v>
                </c:pt>
                <c:pt idx="372">
                  <c:v>1279.7470000000001</c:v>
                </c:pt>
                <c:pt idx="373">
                  <c:v>1280.229</c:v>
                </c:pt>
                <c:pt idx="374">
                  <c:v>1280.711</c:v>
                </c:pt>
                <c:pt idx="375">
                  <c:v>1281.193</c:v>
                </c:pt>
                <c:pt idx="376">
                  <c:v>1281.675</c:v>
                </c:pt>
                <c:pt idx="377">
                  <c:v>1282.1579999999999</c:v>
                </c:pt>
                <c:pt idx="378">
                  <c:v>1282.6400000000001</c:v>
                </c:pt>
                <c:pt idx="379">
                  <c:v>1283.1220000000001</c:v>
                </c:pt>
                <c:pt idx="380">
                  <c:v>1283.604</c:v>
                </c:pt>
                <c:pt idx="381">
                  <c:v>1284.086</c:v>
                </c:pt>
                <c:pt idx="382">
                  <c:v>1284.568</c:v>
                </c:pt>
                <c:pt idx="383">
                  <c:v>1285.05</c:v>
                </c:pt>
                <c:pt idx="384">
                  <c:v>1285.5319999999999</c:v>
                </c:pt>
                <c:pt idx="385">
                  <c:v>1286.0150000000001</c:v>
                </c:pt>
                <c:pt idx="386">
                  <c:v>1286.4970000000001</c:v>
                </c:pt>
                <c:pt idx="387">
                  <c:v>1286.979</c:v>
                </c:pt>
                <c:pt idx="388">
                  <c:v>1287.461</c:v>
                </c:pt>
                <c:pt idx="389">
                  <c:v>1287.943</c:v>
                </c:pt>
                <c:pt idx="390">
                  <c:v>1288.425</c:v>
                </c:pt>
                <c:pt idx="391">
                  <c:v>1288.9069999999999</c:v>
                </c:pt>
                <c:pt idx="392">
                  <c:v>1289.3889999999999</c:v>
                </c:pt>
                <c:pt idx="393">
                  <c:v>1289.8710000000001</c:v>
                </c:pt>
                <c:pt idx="394">
                  <c:v>1290.354</c:v>
                </c:pt>
                <c:pt idx="395">
                  <c:v>1290.836</c:v>
                </c:pt>
                <c:pt idx="396">
                  <c:v>1291.318</c:v>
                </c:pt>
                <c:pt idx="397">
                  <c:v>1291.8</c:v>
                </c:pt>
                <c:pt idx="398">
                  <c:v>1292.2819999999999</c:v>
                </c:pt>
                <c:pt idx="399">
                  <c:v>1292.7639999999999</c:v>
                </c:pt>
                <c:pt idx="400">
                  <c:v>1293.2460000000001</c:v>
                </c:pt>
                <c:pt idx="401">
                  <c:v>1293.7280000000001</c:v>
                </c:pt>
                <c:pt idx="402">
                  <c:v>1294.21</c:v>
                </c:pt>
                <c:pt idx="403">
                  <c:v>1294.693</c:v>
                </c:pt>
                <c:pt idx="404">
                  <c:v>1295.175</c:v>
                </c:pt>
                <c:pt idx="405">
                  <c:v>1295.6569999999999</c:v>
                </c:pt>
                <c:pt idx="406">
                  <c:v>1296.1389999999999</c:v>
                </c:pt>
                <c:pt idx="407">
                  <c:v>1296.6210000000001</c:v>
                </c:pt>
                <c:pt idx="408">
                  <c:v>1297.1030000000001</c:v>
                </c:pt>
                <c:pt idx="409">
                  <c:v>1297.585</c:v>
                </c:pt>
                <c:pt idx="410">
                  <c:v>1298.067</c:v>
                </c:pt>
                <c:pt idx="411">
                  <c:v>1298.55</c:v>
                </c:pt>
                <c:pt idx="412">
                  <c:v>1299.0319999999999</c:v>
                </c:pt>
                <c:pt idx="413">
                  <c:v>1299.5139999999999</c:v>
                </c:pt>
                <c:pt idx="414">
                  <c:v>1299.9960000000001</c:v>
                </c:pt>
                <c:pt idx="415">
                  <c:v>1300.4780000000001</c:v>
                </c:pt>
                <c:pt idx="416">
                  <c:v>1300.96</c:v>
                </c:pt>
                <c:pt idx="417">
                  <c:v>1301.442</c:v>
                </c:pt>
                <c:pt idx="418">
                  <c:v>1301.924</c:v>
                </c:pt>
                <c:pt idx="419">
                  <c:v>1302.4059999999999</c:v>
                </c:pt>
                <c:pt idx="420">
                  <c:v>1302.8889999999999</c:v>
                </c:pt>
                <c:pt idx="421">
                  <c:v>1303.3710000000001</c:v>
                </c:pt>
                <c:pt idx="422">
                  <c:v>1303.8530000000001</c:v>
                </c:pt>
                <c:pt idx="423">
                  <c:v>1304.335</c:v>
                </c:pt>
                <c:pt idx="424">
                  <c:v>1304.817</c:v>
                </c:pt>
                <c:pt idx="425">
                  <c:v>1305.299</c:v>
                </c:pt>
                <c:pt idx="426">
                  <c:v>1305.7809999999999</c:v>
                </c:pt>
                <c:pt idx="427">
                  <c:v>1306.2629999999999</c:v>
                </c:pt>
                <c:pt idx="428">
                  <c:v>1306.7449999999999</c:v>
                </c:pt>
                <c:pt idx="429">
                  <c:v>1307.2280000000001</c:v>
                </c:pt>
                <c:pt idx="430">
                  <c:v>1307.71</c:v>
                </c:pt>
                <c:pt idx="431">
                  <c:v>1308.192</c:v>
                </c:pt>
                <c:pt idx="432">
                  <c:v>1308.674</c:v>
                </c:pt>
                <c:pt idx="433">
                  <c:v>1309.1559999999999</c:v>
                </c:pt>
                <c:pt idx="434">
                  <c:v>1309.6379999999999</c:v>
                </c:pt>
                <c:pt idx="435">
                  <c:v>1310.1199999999999</c:v>
                </c:pt>
                <c:pt idx="436">
                  <c:v>1310.6020000000001</c:v>
                </c:pt>
                <c:pt idx="437">
                  <c:v>1311.085</c:v>
                </c:pt>
                <c:pt idx="438">
                  <c:v>1311.567</c:v>
                </c:pt>
                <c:pt idx="439">
                  <c:v>1312.049</c:v>
                </c:pt>
                <c:pt idx="440">
                  <c:v>1312.5309999999999</c:v>
                </c:pt>
                <c:pt idx="441">
                  <c:v>1313.0129999999999</c:v>
                </c:pt>
                <c:pt idx="442">
                  <c:v>1313.4949999999999</c:v>
                </c:pt>
                <c:pt idx="443">
                  <c:v>1313.9770000000001</c:v>
                </c:pt>
                <c:pt idx="444">
                  <c:v>1314.4590000000001</c:v>
                </c:pt>
                <c:pt idx="445">
                  <c:v>1314.942</c:v>
                </c:pt>
                <c:pt idx="446">
                  <c:v>1315.424</c:v>
                </c:pt>
                <c:pt idx="447">
                  <c:v>1315.9059999999999</c:v>
                </c:pt>
                <c:pt idx="448">
                  <c:v>1316.3879999999999</c:v>
                </c:pt>
                <c:pt idx="449">
                  <c:v>1316.87</c:v>
                </c:pt>
                <c:pt idx="450">
                  <c:v>1317.3520000000001</c:v>
                </c:pt>
                <c:pt idx="451">
                  <c:v>1317.8340000000001</c:v>
                </c:pt>
                <c:pt idx="452">
                  <c:v>1318.316</c:v>
                </c:pt>
                <c:pt idx="453">
                  <c:v>1318.798</c:v>
                </c:pt>
                <c:pt idx="454">
                  <c:v>1319.2809999999999</c:v>
                </c:pt>
                <c:pt idx="455">
                  <c:v>1319.7629999999999</c:v>
                </c:pt>
                <c:pt idx="456">
                  <c:v>1320.2449999999999</c:v>
                </c:pt>
                <c:pt idx="457">
                  <c:v>1320.7270000000001</c:v>
                </c:pt>
                <c:pt idx="458">
                  <c:v>1321.2090000000001</c:v>
                </c:pt>
                <c:pt idx="459">
                  <c:v>1321.691</c:v>
                </c:pt>
                <c:pt idx="460">
                  <c:v>1322.173</c:v>
                </c:pt>
                <c:pt idx="461">
                  <c:v>1322.655</c:v>
                </c:pt>
                <c:pt idx="462">
                  <c:v>1323.1369999999999</c:v>
                </c:pt>
                <c:pt idx="463">
                  <c:v>1323.62</c:v>
                </c:pt>
                <c:pt idx="464">
                  <c:v>1324.1020000000001</c:v>
                </c:pt>
                <c:pt idx="465">
                  <c:v>1324.5840000000001</c:v>
                </c:pt>
                <c:pt idx="466">
                  <c:v>1325.066</c:v>
                </c:pt>
                <c:pt idx="467">
                  <c:v>1325.548</c:v>
                </c:pt>
                <c:pt idx="468">
                  <c:v>1326.03</c:v>
                </c:pt>
                <c:pt idx="469">
                  <c:v>1326.5119999999999</c:v>
                </c:pt>
                <c:pt idx="470">
                  <c:v>1326.9939999999999</c:v>
                </c:pt>
                <c:pt idx="471">
                  <c:v>1327.4770000000001</c:v>
                </c:pt>
                <c:pt idx="472">
                  <c:v>1327.9590000000001</c:v>
                </c:pt>
                <c:pt idx="473">
                  <c:v>1328.441</c:v>
                </c:pt>
                <c:pt idx="474">
                  <c:v>1328.923</c:v>
                </c:pt>
                <c:pt idx="475">
                  <c:v>1329.405</c:v>
                </c:pt>
                <c:pt idx="476">
                  <c:v>1329.8869999999999</c:v>
                </c:pt>
                <c:pt idx="477">
                  <c:v>1330.3689999999999</c:v>
                </c:pt>
                <c:pt idx="478">
                  <c:v>1330.8510000000001</c:v>
                </c:pt>
                <c:pt idx="479">
                  <c:v>1331.3330000000001</c:v>
                </c:pt>
                <c:pt idx="480">
                  <c:v>1331.816</c:v>
                </c:pt>
                <c:pt idx="481">
                  <c:v>1332.298</c:v>
                </c:pt>
                <c:pt idx="482">
                  <c:v>1332.78</c:v>
                </c:pt>
                <c:pt idx="483">
                  <c:v>1333.2619999999999</c:v>
                </c:pt>
                <c:pt idx="484">
                  <c:v>1333.7439999999999</c:v>
                </c:pt>
                <c:pt idx="485">
                  <c:v>1334.2260000000001</c:v>
                </c:pt>
                <c:pt idx="486">
                  <c:v>1334.7080000000001</c:v>
                </c:pt>
                <c:pt idx="487">
                  <c:v>1335.19</c:v>
                </c:pt>
                <c:pt idx="488">
                  <c:v>1335.672</c:v>
                </c:pt>
                <c:pt idx="489">
                  <c:v>1336.155</c:v>
                </c:pt>
                <c:pt idx="490">
                  <c:v>1336.6369999999999</c:v>
                </c:pt>
                <c:pt idx="491">
                  <c:v>1337.1189999999999</c:v>
                </c:pt>
                <c:pt idx="492">
                  <c:v>1337.6010000000001</c:v>
                </c:pt>
                <c:pt idx="493">
                  <c:v>1338.0830000000001</c:v>
                </c:pt>
                <c:pt idx="494">
                  <c:v>1338.5650000000001</c:v>
                </c:pt>
                <c:pt idx="495">
                  <c:v>1339.047</c:v>
                </c:pt>
                <c:pt idx="496">
                  <c:v>1339.529</c:v>
                </c:pt>
                <c:pt idx="497">
                  <c:v>1340.0119999999999</c:v>
                </c:pt>
                <c:pt idx="498">
                  <c:v>1340.4939999999999</c:v>
                </c:pt>
                <c:pt idx="499">
                  <c:v>1340.9760000000001</c:v>
                </c:pt>
                <c:pt idx="500">
                  <c:v>1341.4580000000001</c:v>
                </c:pt>
                <c:pt idx="501">
                  <c:v>1341.94</c:v>
                </c:pt>
                <c:pt idx="502">
                  <c:v>1342.422</c:v>
                </c:pt>
                <c:pt idx="503">
                  <c:v>1342.904</c:v>
                </c:pt>
                <c:pt idx="504">
                  <c:v>1343.386</c:v>
                </c:pt>
                <c:pt idx="505">
                  <c:v>1343.8689999999999</c:v>
                </c:pt>
                <c:pt idx="506">
                  <c:v>1344.3510000000001</c:v>
                </c:pt>
                <c:pt idx="507">
                  <c:v>1344.8330000000001</c:v>
                </c:pt>
                <c:pt idx="508">
                  <c:v>1345.3150000000001</c:v>
                </c:pt>
                <c:pt idx="509">
                  <c:v>1345.797</c:v>
                </c:pt>
                <c:pt idx="510">
                  <c:v>1346.279</c:v>
                </c:pt>
                <c:pt idx="511">
                  <c:v>1346.761</c:v>
                </c:pt>
                <c:pt idx="512">
                  <c:v>1347.2429999999999</c:v>
                </c:pt>
                <c:pt idx="513">
                  <c:v>1347.7249999999999</c:v>
                </c:pt>
                <c:pt idx="514">
                  <c:v>1348.2080000000001</c:v>
                </c:pt>
                <c:pt idx="515">
                  <c:v>1348.69</c:v>
                </c:pt>
                <c:pt idx="516">
                  <c:v>1349.172</c:v>
                </c:pt>
                <c:pt idx="517">
                  <c:v>1349.654</c:v>
                </c:pt>
                <c:pt idx="518">
                  <c:v>1350.136</c:v>
                </c:pt>
                <c:pt idx="519">
                  <c:v>1350.6179999999999</c:v>
                </c:pt>
                <c:pt idx="520">
                  <c:v>1351.1</c:v>
                </c:pt>
                <c:pt idx="521">
                  <c:v>1351.5820000000001</c:v>
                </c:pt>
                <c:pt idx="522">
                  <c:v>1352.0640000000001</c:v>
                </c:pt>
                <c:pt idx="523">
                  <c:v>1352.547</c:v>
                </c:pt>
                <c:pt idx="524">
                  <c:v>1353.029</c:v>
                </c:pt>
                <c:pt idx="525">
                  <c:v>1353.511</c:v>
                </c:pt>
                <c:pt idx="526">
                  <c:v>1353.9929999999999</c:v>
                </c:pt>
                <c:pt idx="527">
                  <c:v>1354.4749999999999</c:v>
                </c:pt>
                <c:pt idx="528">
                  <c:v>1354.9570000000001</c:v>
                </c:pt>
                <c:pt idx="529">
                  <c:v>1355.4390000000001</c:v>
                </c:pt>
                <c:pt idx="530">
                  <c:v>1355.921</c:v>
                </c:pt>
                <c:pt idx="531">
                  <c:v>1356.404</c:v>
                </c:pt>
                <c:pt idx="532">
                  <c:v>1356.886</c:v>
                </c:pt>
                <c:pt idx="533">
                  <c:v>1357.3679999999999</c:v>
                </c:pt>
                <c:pt idx="534">
                  <c:v>1357.85</c:v>
                </c:pt>
                <c:pt idx="535">
                  <c:v>1358.3320000000001</c:v>
                </c:pt>
                <c:pt idx="536">
                  <c:v>1358.8140000000001</c:v>
                </c:pt>
                <c:pt idx="537">
                  <c:v>1359.296</c:v>
                </c:pt>
                <c:pt idx="538">
                  <c:v>1359.778</c:v>
                </c:pt>
                <c:pt idx="539">
                  <c:v>1360.26</c:v>
                </c:pt>
                <c:pt idx="540">
                  <c:v>1360.7429999999999</c:v>
                </c:pt>
                <c:pt idx="541">
                  <c:v>1361.2249999999999</c:v>
                </c:pt>
                <c:pt idx="542">
                  <c:v>1361.7070000000001</c:v>
                </c:pt>
                <c:pt idx="543">
                  <c:v>1362.1890000000001</c:v>
                </c:pt>
                <c:pt idx="544">
                  <c:v>1362.671</c:v>
                </c:pt>
                <c:pt idx="545">
                  <c:v>1363.153</c:v>
                </c:pt>
                <c:pt idx="546">
                  <c:v>1363.635</c:v>
                </c:pt>
                <c:pt idx="547">
                  <c:v>1364.117</c:v>
                </c:pt>
                <c:pt idx="548">
                  <c:v>1364.5989999999999</c:v>
                </c:pt>
                <c:pt idx="549">
                  <c:v>1365.0820000000001</c:v>
                </c:pt>
                <c:pt idx="550">
                  <c:v>1365.5640000000001</c:v>
                </c:pt>
                <c:pt idx="551">
                  <c:v>1366.046</c:v>
                </c:pt>
                <c:pt idx="552">
                  <c:v>1366.528</c:v>
                </c:pt>
                <c:pt idx="553">
                  <c:v>1367.01</c:v>
                </c:pt>
                <c:pt idx="554">
                  <c:v>1367.492</c:v>
                </c:pt>
                <c:pt idx="555">
                  <c:v>1367.9739999999999</c:v>
                </c:pt>
                <c:pt idx="556">
                  <c:v>1368.4559999999999</c:v>
                </c:pt>
                <c:pt idx="557">
                  <c:v>1368.9390000000001</c:v>
                </c:pt>
                <c:pt idx="558">
                  <c:v>1369.421</c:v>
                </c:pt>
                <c:pt idx="559">
                  <c:v>1369.903</c:v>
                </c:pt>
                <c:pt idx="560">
                  <c:v>1370.385</c:v>
                </c:pt>
                <c:pt idx="561">
                  <c:v>1370.867</c:v>
                </c:pt>
                <c:pt idx="562">
                  <c:v>1371.3489999999999</c:v>
                </c:pt>
                <c:pt idx="563">
                  <c:v>1371.8309999999999</c:v>
                </c:pt>
                <c:pt idx="564">
                  <c:v>1372.3130000000001</c:v>
                </c:pt>
                <c:pt idx="565">
                  <c:v>1372.796</c:v>
                </c:pt>
                <c:pt idx="566">
                  <c:v>1373.278</c:v>
                </c:pt>
                <c:pt idx="567">
                  <c:v>1373.76</c:v>
                </c:pt>
                <c:pt idx="568">
                  <c:v>1374.242</c:v>
                </c:pt>
                <c:pt idx="569">
                  <c:v>1374.7239999999999</c:v>
                </c:pt>
                <c:pt idx="570">
                  <c:v>1375.2059999999999</c:v>
                </c:pt>
                <c:pt idx="571">
                  <c:v>1375.6880000000001</c:v>
                </c:pt>
                <c:pt idx="572">
                  <c:v>1376.17</c:v>
                </c:pt>
                <c:pt idx="573">
                  <c:v>1376.652</c:v>
                </c:pt>
                <c:pt idx="574">
                  <c:v>1377.135</c:v>
                </c:pt>
                <c:pt idx="575">
                  <c:v>1377.617</c:v>
                </c:pt>
                <c:pt idx="576">
                  <c:v>1378.0989999999999</c:v>
                </c:pt>
                <c:pt idx="577">
                  <c:v>1378.5809999999999</c:v>
                </c:pt>
                <c:pt idx="578">
                  <c:v>1379.0630000000001</c:v>
                </c:pt>
                <c:pt idx="579">
                  <c:v>1379.5450000000001</c:v>
                </c:pt>
                <c:pt idx="580">
                  <c:v>1380.027</c:v>
                </c:pt>
                <c:pt idx="581">
                  <c:v>1380.509</c:v>
                </c:pt>
                <c:pt idx="582">
                  <c:v>1380.991</c:v>
                </c:pt>
                <c:pt idx="583">
                  <c:v>1381.4739999999999</c:v>
                </c:pt>
                <c:pt idx="584">
                  <c:v>1381.9559999999999</c:v>
                </c:pt>
                <c:pt idx="585">
                  <c:v>1382.4380000000001</c:v>
                </c:pt>
                <c:pt idx="586">
                  <c:v>1382.92</c:v>
                </c:pt>
                <c:pt idx="587">
                  <c:v>1383.402</c:v>
                </c:pt>
                <c:pt idx="588">
                  <c:v>1383.884</c:v>
                </c:pt>
                <c:pt idx="589">
                  <c:v>1384.366</c:v>
                </c:pt>
                <c:pt idx="590">
                  <c:v>1384.848</c:v>
                </c:pt>
                <c:pt idx="591">
                  <c:v>1385.3309999999999</c:v>
                </c:pt>
                <c:pt idx="592">
                  <c:v>1385.8130000000001</c:v>
                </c:pt>
                <c:pt idx="593">
                  <c:v>1386.2950000000001</c:v>
                </c:pt>
                <c:pt idx="594">
                  <c:v>1386.777</c:v>
                </c:pt>
                <c:pt idx="595">
                  <c:v>1387.259</c:v>
                </c:pt>
                <c:pt idx="596">
                  <c:v>1387.741</c:v>
                </c:pt>
                <c:pt idx="597">
                  <c:v>1388.223</c:v>
                </c:pt>
                <c:pt idx="598">
                  <c:v>1388.7049999999999</c:v>
                </c:pt>
                <c:pt idx="599">
                  <c:v>1389.1880000000001</c:v>
                </c:pt>
                <c:pt idx="600">
                  <c:v>1389.67</c:v>
                </c:pt>
                <c:pt idx="601">
                  <c:v>1390.152</c:v>
                </c:pt>
                <c:pt idx="602">
                  <c:v>1390.634</c:v>
                </c:pt>
                <c:pt idx="603">
                  <c:v>1391.116</c:v>
                </c:pt>
                <c:pt idx="604">
                  <c:v>1391.598</c:v>
                </c:pt>
                <c:pt idx="605">
                  <c:v>1392.08</c:v>
                </c:pt>
                <c:pt idx="606">
                  <c:v>1392.5619999999999</c:v>
                </c:pt>
                <c:pt idx="607">
                  <c:v>1393.0440000000001</c:v>
                </c:pt>
                <c:pt idx="608">
                  <c:v>1393.5260000000001</c:v>
                </c:pt>
                <c:pt idx="609">
                  <c:v>1394.009</c:v>
                </c:pt>
                <c:pt idx="610">
                  <c:v>1394.491</c:v>
                </c:pt>
                <c:pt idx="611">
                  <c:v>1394.973</c:v>
                </c:pt>
                <c:pt idx="612">
                  <c:v>1395.4549999999999</c:v>
                </c:pt>
                <c:pt idx="613">
                  <c:v>1395.9369999999999</c:v>
                </c:pt>
                <c:pt idx="614">
                  <c:v>1396.4190000000001</c:v>
                </c:pt>
                <c:pt idx="615">
                  <c:v>1396.9010000000001</c:v>
                </c:pt>
                <c:pt idx="616">
                  <c:v>1397.383</c:v>
                </c:pt>
                <c:pt idx="617">
                  <c:v>1397.866</c:v>
                </c:pt>
                <c:pt idx="618">
                  <c:v>1398.348</c:v>
                </c:pt>
                <c:pt idx="619">
                  <c:v>1398.83</c:v>
                </c:pt>
                <c:pt idx="620">
                  <c:v>1399.3119999999999</c:v>
                </c:pt>
                <c:pt idx="621">
                  <c:v>1399.7940000000001</c:v>
                </c:pt>
                <c:pt idx="622">
                  <c:v>1400.2760000000001</c:v>
                </c:pt>
                <c:pt idx="623">
                  <c:v>1400.758</c:v>
                </c:pt>
                <c:pt idx="624">
                  <c:v>1401.24</c:v>
                </c:pt>
                <c:pt idx="625">
                  <c:v>1401.723</c:v>
                </c:pt>
                <c:pt idx="626">
                  <c:v>1402.2049999999999</c:v>
                </c:pt>
                <c:pt idx="627">
                  <c:v>1402.6869999999999</c:v>
                </c:pt>
                <c:pt idx="628">
                  <c:v>1403.1690000000001</c:v>
                </c:pt>
                <c:pt idx="629">
                  <c:v>1403.6510000000001</c:v>
                </c:pt>
                <c:pt idx="630">
                  <c:v>1404.133</c:v>
                </c:pt>
                <c:pt idx="631">
                  <c:v>1404.615</c:v>
                </c:pt>
                <c:pt idx="632">
                  <c:v>1405.097</c:v>
                </c:pt>
                <c:pt idx="633">
                  <c:v>1405.579</c:v>
                </c:pt>
                <c:pt idx="634">
                  <c:v>1406.0619999999999</c:v>
                </c:pt>
                <c:pt idx="635">
                  <c:v>1406.5440000000001</c:v>
                </c:pt>
                <c:pt idx="636">
                  <c:v>1407.0260000000001</c:v>
                </c:pt>
                <c:pt idx="637">
                  <c:v>1407.508</c:v>
                </c:pt>
                <c:pt idx="638">
                  <c:v>1407.99</c:v>
                </c:pt>
                <c:pt idx="639">
                  <c:v>1408.472</c:v>
                </c:pt>
                <c:pt idx="640">
                  <c:v>1408.954</c:v>
                </c:pt>
                <c:pt idx="641">
                  <c:v>1409.4359999999999</c:v>
                </c:pt>
                <c:pt idx="642">
                  <c:v>1409.9179999999999</c:v>
                </c:pt>
                <c:pt idx="643">
                  <c:v>1410.4010000000001</c:v>
                </c:pt>
                <c:pt idx="644">
                  <c:v>1410.883</c:v>
                </c:pt>
                <c:pt idx="645">
                  <c:v>1411.365</c:v>
                </c:pt>
                <c:pt idx="646">
                  <c:v>1411.847</c:v>
                </c:pt>
                <c:pt idx="647">
                  <c:v>1412.329</c:v>
                </c:pt>
                <c:pt idx="648">
                  <c:v>1412.8109999999999</c:v>
                </c:pt>
                <c:pt idx="649">
                  <c:v>1413.2929999999999</c:v>
                </c:pt>
                <c:pt idx="650">
                  <c:v>1413.7750000000001</c:v>
                </c:pt>
                <c:pt idx="651">
                  <c:v>1414.258</c:v>
                </c:pt>
                <c:pt idx="652">
                  <c:v>1414.74</c:v>
                </c:pt>
                <c:pt idx="653">
                  <c:v>1415.222</c:v>
                </c:pt>
                <c:pt idx="654">
                  <c:v>1415.704</c:v>
                </c:pt>
                <c:pt idx="655">
                  <c:v>1416.1859999999999</c:v>
                </c:pt>
                <c:pt idx="656">
                  <c:v>1416.6679999999999</c:v>
                </c:pt>
                <c:pt idx="657">
                  <c:v>1417.15</c:v>
                </c:pt>
                <c:pt idx="658">
                  <c:v>1417.6320000000001</c:v>
                </c:pt>
                <c:pt idx="659">
                  <c:v>1418.115</c:v>
                </c:pt>
                <c:pt idx="660">
                  <c:v>1418.597</c:v>
                </c:pt>
                <c:pt idx="661">
                  <c:v>1419.079</c:v>
                </c:pt>
                <c:pt idx="662">
                  <c:v>1419.5609999999999</c:v>
                </c:pt>
                <c:pt idx="663">
                  <c:v>1420.0429999999999</c:v>
                </c:pt>
                <c:pt idx="664">
                  <c:v>1420.5250000000001</c:v>
                </c:pt>
                <c:pt idx="665">
                  <c:v>1421.0070000000001</c:v>
                </c:pt>
                <c:pt idx="666">
                  <c:v>1421.489</c:v>
                </c:pt>
                <c:pt idx="667">
                  <c:v>1421.971</c:v>
                </c:pt>
                <c:pt idx="668">
                  <c:v>1422.453</c:v>
                </c:pt>
                <c:pt idx="669">
                  <c:v>1422.9359999999999</c:v>
                </c:pt>
                <c:pt idx="670">
                  <c:v>1423.4179999999999</c:v>
                </c:pt>
                <c:pt idx="671">
                  <c:v>1423.9</c:v>
                </c:pt>
                <c:pt idx="672">
                  <c:v>1424.3820000000001</c:v>
                </c:pt>
                <c:pt idx="673">
                  <c:v>1424.864</c:v>
                </c:pt>
                <c:pt idx="674">
                  <c:v>1425.346</c:v>
                </c:pt>
                <c:pt idx="675">
                  <c:v>1425.828</c:v>
                </c:pt>
                <c:pt idx="676">
                  <c:v>1426.31</c:v>
                </c:pt>
                <c:pt idx="677">
                  <c:v>1426.7929999999999</c:v>
                </c:pt>
                <c:pt idx="678">
                  <c:v>1427.2750000000001</c:v>
                </c:pt>
                <c:pt idx="679">
                  <c:v>1427.7570000000001</c:v>
                </c:pt>
                <c:pt idx="680">
                  <c:v>1428.239</c:v>
                </c:pt>
                <c:pt idx="681">
                  <c:v>1428.721</c:v>
                </c:pt>
                <c:pt idx="682">
                  <c:v>1429.203</c:v>
                </c:pt>
                <c:pt idx="683">
                  <c:v>1429.6849999999999</c:v>
                </c:pt>
                <c:pt idx="684">
                  <c:v>1430.1669999999999</c:v>
                </c:pt>
                <c:pt idx="685">
                  <c:v>1430.65</c:v>
                </c:pt>
                <c:pt idx="686">
                  <c:v>1431.1320000000001</c:v>
                </c:pt>
                <c:pt idx="687">
                  <c:v>1431.614</c:v>
                </c:pt>
                <c:pt idx="688">
                  <c:v>1432.096</c:v>
                </c:pt>
                <c:pt idx="689">
                  <c:v>1432.578</c:v>
                </c:pt>
                <c:pt idx="690">
                  <c:v>1433.06</c:v>
                </c:pt>
                <c:pt idx="691">
                  <c:v>1433.5419999999999</c:v>
                </c:pt>
                <c:pt idx="692">
                  <c:v>1434.0239999999999</c:v>
                </c:pt>
                <c:pt idx="693">
                  <c:v>1434.5060000000001</c:v>
                </c:pt>
                <c:pt idx="694">
                  <c:v>1434.989</c:v>
                </c:pt>
                <c:pt idx="695">
                  <c:v>1435.471</c:v>
                </c:pt>
                <c:pt idx="696">
                  <c:v>1435.953</c:v>
                </c:pt>
                <c:pt idx="697">
                  <c:v>1436.4349999999999</c:v>
                </c:pt>
                <c:pt idx="698">
                  <c:v>1436.9169999999999</c:v>
                </c:pt>
                <c:pt idx="699">
                  <c:v>1437.3989999999999</c:v>
                </c:pt>
                <c:pt idx="700">
                  <c:v>1437.8810000000001</c:v>
                </c:pt>
                <c:pt idx="701">
                  <c:v>1438.3630000000001</c:v>
                </c:pt>
                <c:pt idx="702">
                  <c:v>1438.845</c:v>
                </c:pt>
                <c:pt idx="703">
                  <c:v>1439.328</c:v>
                </c:pt>
                <c:pt idx="704">
                  <c:v>1439.81</c:v>
                </c:pt>
                <c:pt idx="705">
                  <c:v>1440.2919999999999</c:v>
                </c:pt>
                <c:pt idx="706">
                  <c:v>1440.7739999999999</c:v>
                </c:pt>
                <c:pt idx="707">
                  <c:v>1441.2560000000001</c:v>
                </c:pt>
                <c:pt idx="708">
                  <c:v>1441.7380000000001</c:v>
                </c:pt>
                <c:pt idx="709">
                  <c:v>1442.22</c:v>
                </c:pt>
                <c:pt idx="710">
                  <c:v>1442.702</c:v>
                </c:pt>
                <c:pt idx="711">
                  <c:v>1443.1849999999999</c:v>
                </c:pt>
                <c:pt idx="712">
                  <c:v>1443.6669999999999</c:v>
                </c:pt>
                <c:pt idx="713">
                  <c:v>1444.1489999999999</c:v>
                </c:pt>
                <c:pt idx="714">
                  <c:v>1444.6310000000001</c:v>
                </c:pt>
                <c:pt idx="715">
                  <c:v>1445.1130000000001</c:v>
                </c:pt>
                <c:pt idx="716">
                  <c:v>1445.595</c:v>
                </c:pt>
                <c:pt idx="717">
                  <c:v>1446.077</c:v>
                </c:pt>
                <c:pt idx="718">
                  <c:v>1446.559</c:v>
                </c:pt>
                <c:pt idx="719">
                  <c:v>1447.0419999999999</c:v>
                </c:pt>
                <c:pt idx="720">
                  <c:v>1447.5239999999999</c:v>
                </c:pt>
                <c:pt idx="721">
                  <c:v>1448.0060000000001</c:v>
                </c:pt>
                <c:pt idx="722">
                  <c:v>1448.4880000000001</c:v>
                </c:pt>
                <c:pt idx="723">
                  <c:v>1448.97</c:v>
                </c:pt>
                <c:pt idx="724">
                  <c:v>1449.452</c:v>
                </c:pt>
                <c:pt idx="725">
                  <c:v>1449.934</c:v>
                </c:pt>
                <c:pt idx="726">
                  <c:v>1450.4159999999999</c:v>
                </c:pt>
                <c:pt idx="727">
                  <c:v>1450.8979999999999</c:v>
                </c:pt>
                <c:pt idx="728">
                  <c:v>1451.38</c:v>
                </c:pt>
                <c:pt idx="729">
                  <c:v>1451.8630000000001</c:v>
                </c:pt>
                <c:pt idx="730">
                  <c:v>1452.345</c:v>
                </c:pt>
                <c:pt idx="731">
                  <c:v>1452.827</c:v>
                </c:pt>
                <c:pt idx="732">
                  <c:v>1453.309</c:v>
                </c:pt>
                <c:pt idx="733">
                  <c:v>1453.7909999999999</c:v>
                </c:pt>
                <c:pt idx="734">
                  <c:v>1454.2729999999999</c:v>
                </c:pt>
                <c:pt idx="735">
                  <c:v>1454.7550000000001</c:v>
                </c:pt>
                <c:pt idx="736">
                  <c:v>1455.2370000000001</c:v>
                </c:pt>
                <c:pt idx="737">
                  <c:v>1455.72</c:v>
                </c:pt>
                <c:pt idx="738">
                  <c:v>1456.202</c:v>
                </c:pt>
                <c:pt idx="739">
                  <c:v>1456.684</c:v>
                </c:pt>
                <c:pt idx="740">
                  <c:v>1457.1659999999999</c:v>
                </c:pt>
                <c:pt idx="741">
                  <c:v>1457.6479999999999</c:v>
                </c:pt>
                <c:pt idx="742">
                  <c:v>1458.13</c:v>
                </c:pt>
                <c:pt idx="743">
                  <c:v>1458.6120000000001</c:v>
                </c:pt>
                <c:pt idx="744">
                  <c:v>1459.0940000000001</c:v>
                </c:pt>
                <c:pt idx="745">
                  <c:v>1459.577</c:v>
                </c:pt>
                <c:pt idx="746">
                  <c:v>1460.059</c:v>
                </c:pt>
                <c:pt idx="747">
                  <c:v>1460.5409999999999</c:v>
                </c:pt>
                <c:pt idx="748">
                  <c:v>1461.0229999999999</c:v>
                </c:pt>
                <c:pt idx="749">
                  <c:v>1461.5050000000001</c:v>
                </c:pt>
                <c:pt idx="750">
                  <c:v>1461.9870000000001</c:v>
                </c:pt>
                <c:pt idx="751">
                  <c:v>1462.4690000000001</c:v>
                </c:pt>
                <c:pt idx="752">
                  <c:v>1462.951</c:v>
                </c:pt>
                <c:pt idx="753">
                  <c:v>1463.433</c:v>
                </c:pt>
                <c:pt idx="754">
                  <c:v>1463.9159999999999</c:v>
                </c:pt>
                <c:pt idx="755">
                  <c:v>1464.3979999999999</c:v>
                </c:pt>
                <c:pt idx="756">
                  <c:v>1464.88</c:v>
                </c:pt>
                <c:pt idx="757">
                  <c:v>1465.3620000000001</c:v>
                </c:pt>
                <c:pt idx="758">
                  <c:v>1465.8440000000001</c:v>
                </c:pt>
                <c:pt idx="759">
                  <c:v>1466.326</c:v>
                </c:pt>
                <c:pt idx="760">
                  <c:v>1466.808</c:v>
                </c:pt>
                <c:pt idx="761">
                  <c:v>1467.29</c:v>
                </c:pt>
                <c:pt idx="762">
                  <c:v>1467.7719999999999</c:v>
                </c:pt>
                <c:pt idx="763">
                  <c:v>1468.2550000000001</c:v>
                </c:pt>
                <c:pt idx="764">
                  <c:v>1468.7370000000001</c:v>
                </c:pt>
                <c:pt idx="765">
                  <c:v>1469.2190000000001</c:v>
                </c:pt>
                <c:pt idx="766">
                  <c:v>1469.701</c:v>
                </c:pt>
                <c:pt idx="767">
                  <c:v>1470.183</c:v>
                </c:pt>
                <c:pt idx="768">
                  <c:v>1470.665</c:v>
                </c:pt>
                <c:pt idx="769">
                  <c:v>1471.1469999999999</c:v>
                </c:pt>
                <c:pt idx="770">
                  <c:v>1471.6289999999999</c:v>
                </c:pt>
                <c:pt idx="771">
                  <c:v>1472.1120000000001</c:v>
                </c:pt>
                <c:pt idx="772">
                  <c:v>1472.5940000000001</c:v>
                </c:pt>
                <c:pt idx="773">
                  <c:v>1473.076</c:v>
                </c:pt>
                <c:pt idx="774">
                  <c:v>1473.558</c:v>
                </c:pt>
                <c:pt idx="775">
                  <c:v>1474.04</c:v>
                </c:pt>
                <c:pt idx="776">
                  <c:v>1474.5219999999999</c:v>
                </c:pt>
                <c:pt idx="777">
                  <c:v>1475.0039999999999</c:v>
                </c:pt>
                <c:pt idx="778">
                  <c:v>1475.4860000000001</c:v>
                </c:pt>
                <c:pt idx="779">
                  <c:v>1475.9690000000001</c:v>
                </c:pt>
                <c:pt idx="780">
                  <c:v>1476.451</c:v>
                </c:pt>
                <c:pt idx="781">
                  <c:v>1476.933</c:v>
                </c:pt>
                <c:pt idx="782">
                  <c:v>1477.415</c:v>
                </c:pt>
                <c:pt idx="783">
                  <c:v>1477.8969999999999</c:v>
                </c:pt>
                <c:pt idx="784">
                  <c:v>1478.3789999999999</c:v>
                </c:pt>
                <c:pt idx="785">
                  <c:v>1478.8610000000001</c:v>
                </c:pt>
                <c:pt idx="786">
                  <c:v>1479.3430000000001</c:v>
                </c:pt>
                <c:pt idx="787">
                  <c:v>1479.825</c:v>
                </c:pt>
                <c:pt idx="788">
                  <c:v>1480.307</c:v>
                </c:pt>
                <c:pt idx="789">
                  <c:v>1480.79</c:v>
                </c:pt>
                <c:pt idx="790">
                  <c:v>1481.2719999999999</c:v>
                </c:pt>
                <c:pt idx="791">
                  <c:v>1481.7539999999999</c:v>
                </c:pt>
                <c:pt idx="792">
                  <c:v>1482.2360000000001</c:v>
                </c:pt>
                <c:pt idx="793">
                  <c:v>1482.7180000000001</c:v>
                </c:pt>
                <c:pt idx="794">
                  <c:v>1483.2</c:v>
                </c:pt>
                <c:pt idx="795">
                  <c:v>1483.682</c:v>
                </c:pt>
                <c:pt idx="796">
                  <c:v>1484.164</c:v>
                </c:pt>
                <c:pt idx="797">
                  <c:v>1484.6469999999999</c:v>
                </c:pt>
                <c:pt idx="798">
                  <c:v>1485.1289999999999</c:v>
                </c:pt>
                <c:pt idx="799">
                  <c:v>1485.6110000000001</c:v>
                </c:pt>
                <c:pt idx="800">
                  <c:v>1486.0930000000001</c:v>
                </c:pt>
                <c:pt idx="801">
                  <c:v>1486.575</c:v>
                </c:pt>
                <c:pt idx="802">
                  <c:v>1487.057</c:v>
                </c:pt>
                <c:pt idx="803">
                  <c:v>1487.539</c:v>
                </c:pt>
                <c:pt idx="804">
                  <c:v>1488.021</c:v>
                </c:pt>
                <c:pt idx="805">
                  <c:v>1488.5039999999999</c:v>
                </c:pt>
                <c:pt idx="806">
                  <c:v>1488.9860000000001</c:v>
                </c:pt>
                <c:pt idx="807">
                  <c:v>1489.4680000000001</c:v>
                </c:pt>
                <c:pt idx="808">
                  <c:v>1489.95</c:v>
                </c:pt>
                <c:pt idx="809">
                  <c:v>1490.432</c:v>
                </c:pt>
                <c:pt idx="810">
                  <c:v>1490.914</c:v>
                </c:pt>
                <c:pt idx="811">
                  <c:v>1491.396</c:v>
                </c:pt>
                <c:pt idx="812">
                  <c:v>1491.8779999999999</c:v>
                </c:pt>
                <c:pt idx="813">
                  <c:v>1492.36</c:v>
                </c:pt>
                <c:pt idx="814">
                  <c:v>1492.8430000000001</c:v>
                </c:pt>
                <c:pt idx="815">
                  <c:v>1493.325</c:v>
                </c:pt>
                <c:pt idx="816">
                  <c:v>1493.807</c:v>
                </c:pt>
                <c:pt idx="817">
                  <c:v>1494.289</c:v>
                </c:pt>
                <c:pt idx="818">
                  <c:v>1494.771</c:v>
                </c:pt>
                <c:pt idx="819">
                  <c:v>1495.2529999999999</c:v>
                </c:pt>
                <c:pt idx="820">
                  <c:v>1495.7349999999999</c:v>
                </c:pt>
                <c:pt idx="821">
                  <c:v>1496.2170000000001</c:v>
                </c:pt>
                <c:pt idx="822">
                  <c:v>1496.6990000000001</c:v>
                </c:pt>
                <c:pt idx="823">
                  <c:v>1497.182</c:v>
                </c:pt>
                <c:pt idx="824">
                  <c:v>1497.664</c:v>
                </c:pt>
                <c:pt idx="825">
                  <c:v>1498.146</c:v>
                </c:pt>
                <c:pt idx="826">
                  <c:v>1498.6279999999999</c:v>
                </c:pt>
                <c:pt idx="827">
                  <c:v>1499.11</c:v>
                </c:pt>
                <c:pt idx="828">
                  <c:v>1499.5920000000001</c:v>
                </c:pt>
                <c:pt idx="829">
                  <c:v>1500.0740000000001</c:v>
                </c:pt>
                <c:pt idx="830">
                  <c:v>1500.556</c:v>
                </c:pt>
                <c:pt idx="831">
                  <c:v>1501.039</c:v>
                </c:pt>
                <c:pt idx="832">
                  <c:v>1501.521</c:v>
                </c:pt>
                <c:pt idx="833">
                  <c:v>1502.0029999999999</c:v>
                </c:pt>
                <c:pt idx="834">
                  <c:v>1502.4849999999999</c:v>
                </c:pt>
                <c:pt idx="835">
                  <c:v>1502.9670000000001</c:v>
                </c:pt>
                <c:pt idx="836">
                  <c:v>1503.4490000000001</c:v>
                </c:pt>
                <c:pt idx="837">
                  <c:v>1503.931</c:v>
                </c:pt>
                <c:pt idx="838">
                  <c:v>1504.413</c:v>
                </c:pt>
                <c:pt idx="839">
                  <c:v>1504.896</c:v>
                </c:pt>
                <c:pt idx="840">
                  <c:v>1505.3779999999999</c:v>
                </c:pt>
                <c:pt idx="841">
                  <c:v>1505.86</c:v>
                </c:pt>
                <c:pt idx="842">
                  <c:v>1506.3420000000001</c:v>
                </c:pt>
                <c:pt idx="843">
                  <c:v>1506.8240000000001</c:v>
                </c:pt>
                <c:pt idx="844">
                  <c:v>1507.306</c:v>
                </c:pt>
                <c:pt idx="845">
                  <c:v>1507.788</c:v>
                </c:pt>
                <c:pt idx="846">
                  <c:v>1508.27</c:v>
                </c:pt>
                <c:pt idx="847">
                  <c:v>1508.752</c:v>
                </c:pt>
                <c:pt idx="848">
                  <c:v>1509.2339999999999</c:v>
                </c:pt>
                <c:pt idx="849">
                  <c:v>1509.7170000000001</c:v>
                </c:pt>
                <c:pt idx="850">
                  <c:v>1510.1990000000001</c:v>
                </c:pt>
                <c:pt idx="851">
                  <c:v>1510.681</c:v>
                </c:pt>
                <c:pt idx="852">
                  <c:v>1511.163</c:v>
                </c:pt>
                <c:pt idx="853">
                  <c:v>1511.645</c:v>
                </c:pt>
                <c:pt idx="854">
                  <c:v>1512.127</c:v>
                </c:pt>
                <c:pt idx="855">
                  <c:v>1512.6089999999999</c:v>
                </c:pt>
                <c:pt idx="856">
                  <c:v>1513.0909999999999</c:v>
                </c:pt>
                <c:pt idx="857">
                  <c:v>1513.5740000000001</c:v>
                </c:pt>
                <c:pt idx="858">
                  <c:v>1514.056</c:v>
                </c:pt>
                <c:pt idx="859">
                  <c:v>1514.538</c:v>
                </c:pt>
                <c:pt idx="860">
                  <c:v>1515.02</c:v>
                </c:pt>
                <c:pt idx="861">
                  <c:v>1515.502</c:v>
                </c:pt>
                <c:pt idx="862">
                  <c:v>1515.9839999999999</c:v>
                </c:pt>
                <c:pt idx="863">
                  <c:v>1516.4659999999999</c:v>
                </c:pt>
                <c:pt idx="864">
                  <c:v>1516.9480000000001</c:v>
                </c:pt>
                <c:pt idx="865">
                  <c:v>1517.431</c:v>
                </c:pt>
                <c:pt idx="866">
                  <c:v>1517.913</c:v>
                </c:pt>
                <c:pt idx="867">
                  <c:v>1518.395</c:v>
                </c:pt>
                <c:pt idx="868">
                  <c:v>1518.877</c:v>
                </c:pt>
                <c:pt idx="869">
                  <c:v>1519.3589999999999</c:v>
                </c:pt>
                <c:pt idx="870">
                  <c:v>1519.8409999999999</c:v>
                </c:pt>
                <c:pt idx="871">
                  <c:v>1520.3230000000001</c:v>
                </c:pt>
                <c:pt idx="872">
                  <c:v>1520.8050000000001</c:v>
                </c:pt>
                <c:pt idx="873">
                  <c:v>1521.287</c:v>
                </c:pt>
                <c:pt idx="874">
                  <c:v>1521.77</c:v>
                </c:pt>
                <c:pt idx="875">
                  <c:v>1522.252</c:v>
                </c:pt>
                <c:pt idx="876">
                  <c:v>1522.7339999999999</c:v>
                </c:pt>
                <c:pt idx="877">
                  <c:v>1523.2159999999999</c:v>
                </c:pt>
                <c:pt idx="878">
                  <c:v>1523.6980000000001</c:v>
                </c:pt>
                <c:pt idx="879">
                  <c:v>1524.18</c:v>
                </c:pt>
                <c:pt idx="880">
                  <c:v>1524.662</c:v>
                </c:pt>
                <c:pt idx="881">
                  <c:v>1525.144</c:v>
                </c:pt>
                <c:pt idx="882">
                  <c:v>1525.626</c:v>
                </c:pt>
                <c:pt idx="883">
                  <c:v>1526.1089999999999</c:v>
                </c:pt>
                <c:pt idx="884">
                  <c:v>1526.5909999999999</c:v>
                </c:pt>
                <c:pt idx="885">
                  <c:v>1527.0730000000001</c:v>
                </c:pt>
                <c:pt idx="886">
                  <c:v>1527.5550000000001</c:v>
                </c:pt>
                <c:pt idx="887">
                  <c:v>1528.037</c:v>
                </c:pt>
                <c:pt idx="888">
                  <c:v>1528.519</c:v>
                </c:pt>
                <c:pt idx="889">
                  <c:v>1529.001</c:v>
                </c:pt>
                <c:pt idx="890">
                  <c:v>1529.4829999999999</c:v>
                </c:pt>
                <c:pt idx="891">
                  <c:v>1529.9659999999999</c:v>
                </c:pt>
                <c:pt idx="892">
                  <c:v>1530.4480000000001</c:v>
                </c:pt>
                <c:pt idx="893">
                  <c:v>1530.93</c:v>
                </c:pt>
                <c:pt idx="894">
                  <c:v>1531.412</c:v>
                </c:pt>
                <c:pt idx="895">
                  <c:v>1531.894</c:v>
                </c:pt>
                <c:pt idx="896">
                  <c:v>1532.376</c:v>
                </c:pt>
                <c:pt idx="897">
                  <c:v>1532.8579999999999</c:v>
                </c:pt>
                <c:pt idx="898">
                  <c:v>1533.34</c:v>
                </c:pt>
                <c:pt idx="899">
                  <c:v>1533.8230000000001</c:v>
                </c:pt>
                <c:pt idx="900">
                  <c:v>1534.3050000000001</c:v>
                </c:pt>
                <c:pt idx="901">
                  <c:v>1534.787</c:v>
                </c:pt>
                <c:pt idx="902">
                  <c:v>1535.269</c:v>
                </c:pt>
                <c:pt idx="903">
                  <c:v>1535.751</c:v>
                </c:pt>
                <c:pt idx="904">
                  <c:v>1536.2329999999999</c:v>
                </c:pt>
                <c:pt idx="905">
                  <c:v>1536.7149999999999</c:v>
                </c:pt>
                <c:pt idx="906">
                  <c:v>1537.1969999999999</c:v>
                </c:pt>
                <c:pt idx="907">
                  <c:v>1537.6790000000001</c:v>
                </c:pt>
                <c:pt idx="908">
                  <c:v>1538.1610000000001</c:v>
                </c:pt>
                <c:pt idx="909">
                  <c:v>1538.644</c:v>
                </c:pt>
                <c:pt idx="910">
                  <c:v>1539.126</c:v>
                </c:pt>
                <c:pt idx="911">
                  <c:v>1539.6079999999999</c:v>
                </c:pt>
                <c:pt idx="912">
                  <c:v>1540.09</c:v>
                </c:pt>
                <c:pt idx="913">
                  <c:v>1540.5719999999999</c:v>
                </c:pt>
                <c:pt idx="914">
                  <c:v>1541.0540000000001</c:v>
                </c:pt>
                <c:pt idx="915">
                  <c:v>1541.5360000000001</c:v>
                </c:pt>
                <c:pt idx="916">
                  <c:v>1542.018</c:v>
                </c:pt>
                <c:pt idx="917">
                  <c:v>1542.501</c:v>
                </c:pt>
                <c:pt idx="918">
                  <c:v>1542.9829999999999</c:v>
                </c:pt>
                <c:pt idx="919">
                  <c:v>1543.4649999999999</c:v>
                </c:pt>
                <c:pt idx="920">
                  <c:v>1543.9469999999999</c:v>
                </c:pt>
                <c:pt idx="921">
                  <c:v>1544.4290000000001</c:v>
                </c:pt>
                <c:pt idx="922">
                  <c:v>1544.9110000000001</c:v>
                </c:pt>
                <c:pt idx="923">
                  <c:v>1545.393</c:v>
                </c:pt>
                <c:pt idx="924">
                  <c:v>1545.875</c:v>
                </c:pt>
                <c:pt idx="925">
                  <c:v>1546.3579999999999</c:v>
                </c:pt>
                <c:pt idx="926">
                  <c:v>1546.84</c:v>
                </c:pt>
                <c:pt idx="927">
                  <c:v>1547.3219999999999</c:v>
                </c:pt>
                <c:pt idx="928">
                  <c:v>1547.8040000000001</c:v>
                </c:pt>
                <c:pt idx="929">
                  <c:v>1548.2860000000001</c:v>
                </c:pt>
                <c:pt idx="930">
                  <c:v>1548.768</c:v>
                </c:pt>
                <c:pt idx="931">
                  <c:v>1549.25</c:v>
                </c:pt>
                <c:pt idx="932">
                  <c:v>1549.732</c:v>
                </c:pt>
                <c:pt idx="933">
                  <c:v>1550.2139999999999</c:v>
                </c:pt>
                <c:pt idx="934">
                  <c:v>1550.6969999999999</c:v>
                </c:pt>
                <c:pt idx="935">
                  <c:v>1551.1790000000001</c:v>
                </c:pt>
                <c:pt idx="936">
                  <c:v>1551.6610000000001</c:v>
                </c:pt>
                <c:pt idx="937">
                  <c:v>1552.143</c:v>
                </c:pt>
                <c:pt idx="938">
                  <c:v>1552.625</c:v>
                </c:pt>
                <c:pt idx="939">
                  <c:v>1553.107</c:v>
                </c:pt>
                <c:pt idx="940">
                  <c:v>1553.5889999999999</c:v>
                </c:pt>
                <c:pt idx="941">
                  <c:v>1554.0709999999999</c:v>
                </c:pt>
                <c:pt idx="942">
                  <c:v>1554.5530000000001</c:v>
                </c:pt>
                <c:pt idx="943">
                  <c:v>1555.0360000000001</c:v>
                </c:pt>
                <c:pt idx="944">
                  <c:v>1555.518</c:v>
                </c:pt>
                <c:pt idx="945">
                  <c:v>1556</c:v>
                </c:pt>
                <c:pt idx="946">
                  <c:v>1556.482</c:v>
                </c:pt>
                <c:pt idx="947">
                  <c:v>1556.9639999999999</c:v>
                </c:pt>
                <c:pt idx="948">
                  <c:v>1557.4459999999999</c:v>
                </c:pt>
                <c:pt idx="949">
                  <c:v>1557.9280000000001</c:v>
                </c:pt>
                <c:pt idx="950">
                  <c:v>1558.41</c:v>
                </c:pt>
                <c:pt idx="951">
                  <c:v>1558.893</c:v>
                </c:pt>
                <c:pt idx="952">
                  <c:v>1559.375</c:v>
                </c:pt>
                <c:pt idx="953">
                  <c:v>1559.857</c:v>
                </c:pt>
                <c:pt idx="954">
                  <c:v>1560.3389999999999</c:v>
                </c:pt>
                <c:pt idx="955">
                  <c:v>1560.8209999999999</c:v>
                </c:pt>
                <c:pt idx="956">
                  <c:v>1561.3030000000001</c:v>
                </c:pt>
                <c:pt idx="957">
                  <c:v>1561.7850000000001</c:v>
                </c:pt>
                <c:pt idx="958">
                  <c:v>1562.2670000000001</c:v>
                </c:pt>
                <c:pt idx="959">
                  <c:v>1562.75</c:v>
                </c:pt>
                <c:pt idx="960">
                  <c:v>1563.232</c:v>
                </c:pt>
                <c:pt idx="961">
                  <c:v>1563.7139999999999</c:v>
                </c:pt>
                <c:pt idx="962">
                  <c:v>1564.1959999999999</c:v>
                </c:pt>
                <c:pt idx="963">
                  <c:v>1564.6780000000001</c:v>
                </c:pt>
                <c:pt idx="964">
                  <c:v>1565.16</c:v>
                </c:pt>
                <c:pt idx="965">
                  <c:v>1565.6420000000001</c:v>
                </c:pt>
                <c:pt idx="966">
                  <c:v>1566.124</c:v>
                </c:pt>
                <c:pt idx="967">
                  <c:v>1566.606</c:v>
                </c:pt>
                <c:pt idx="968">
                  <c:v>1567.0889999999999</c:v>
                </c:pt>
                <c:pt idx="969">
                  <c:v>1567.5709999999999</c:v>
                </c:pt>
                <c:pt idx="970">
                  <c:v>1568.0530000000001</c:v>
                </c:pt>
                <c:pt idx="971">
                  <c:v>1568.5350000000001</c:v>
                </c:pt>
                <c:pt idx="972">
                  <c:v>1569.0170000000001</c:v>
                </c:pt>
                <c:pt idx="973">
                  <c:v>1569.499</c:v>
                </c:pt>
                <c:pt idx="974">
                  <c:v>1569.981</c:v>
                </c:pt>
                <c:pt idx="975">
                  <c:v>1570.463</c:v>
                </c:pt>
                <c:pt idx="976">
                  <c:v>1570.9449999999999</c:v>
                </c:pt>
                <c:pt idx="977">
                  <c:v>1571.4280000000001</c:v>
                </c:pt>
                <c:pt idx="978">
                  <c:v>1571.91</c:v>
                </c:pt>
                <c:pt idx="979">
                  <c:v>1572.3920000000001</c:v>
                </c:pt>
                <c:pt idx="980">
                  <c:v>1572.874</c:v>
                </c:pt>
                <c:pt idx="981">
                  <c:v>1573.356</c:v>
                </c:pt>
                <c:pt idx="982">
                  <c:v>1573.838</c:v>
                </c:pt>
                <c:pt idx="983">
                  <c:v>1574.32</c:v>
                </c:pt>
                <c:pt idx="984">
                  <c:v>1574.8019999999999</c:v>
                </c:pt>
                <c:pt idx="985">
                  <c:v>1575.2850000000001</c:v>
                </c:pt>
                <c:pt idx="986">
                  <c:v>1575.7670000000001</c:v>
                </c:pt>
                <c:pt idx="987">
                  <c:v>1576.249</c:v>
                </c:pt>
                <c:pt idx="988">
                  <c:v>1576.731</c:v>
                </c:pt>
                <c:pt idx="989">
                  <c:v>1577.213</c:v>
                </c:pt>
                <c:pt idx="990">
                  <c:v>1577.6949999999999</c:v>
                </c:pt>
                <c:pt idx="991">
                  <c:v>1578.1769999999999</c:v>
                </c:pt>
                <c:pt idx="992">
                  <c:v>1578.6590000000001</c:v>
                </c:pt>
                <c:pt idx="993">
                  <c:v>1579.1410000000001</c:v>
                </c:pt>
                <c:pt idx="994">
                  <c:v>1579.624</c:v>
                </c:pt>
                <c:pt idx="995">
                  <c:v>1580.106</c:v>
                </c:pt>
                <c:pt idx="996">
                  <c:v>1580.588</c:v>
                </c:pt>
                <c:pt idx="997">
                  <c:v>1581.07</c:v>
                </c:pt>
                <c:pt idx="998">
                  <c:v>1581.5519999999999</c:v>
                </c:pt>
                <c:pt idx="999">
                  <c:v>1582.0340000000001</c:v>
                </c:pt>
                <c:pt idx="1000">
                  <c:v>1582.5160000000001</c:v>
                </c:pt>
                <c:pt idx="1001">
                  <c:v>1582.998</c:v>
                </c:pt>
                <c:pt idx="1002">
                  <c:v>1583.48</c:v>
                </c:pt>
                <c:pt idx="1003">
                  <c:v>1583.963</c:v>
                </c:pt>
                <c:pt idx="1004">
                  <c:v>1584.4449999999999</c:v>
                </c:pt>
                <c:pt idx="1005">
                  <c:v>1584.9269999999999</c:v>
                </c:pt>
                <c:pt idx="1006">
                  <c:v>1585.4090000000001</c:v>
                </c:pt>
                <c:pt idx="1007">
                  <c:v>1585.8910000000001</c:v>
                </c:pt>
                <c:pt idx="1008">
                  <c:v>1586.373</c:v>
                </c:pt>
                <c:pt idx="1009">
                  <c:v>1586.855</c:v>
                </c:pt>
                <c:pt idx="1010">
                  <c:v>1587.337</c:v>
                </c:pt>
                <c:pt idx="1011">
                  <c:v>1587.82</c:v>
                </c:pt>
                <c:pt idx="1012">
                  <c:v>1588.3019999999999</c:v>
                </c:pt>
                <c:pt idx="1013">
                  <c:v>1588.7840000000001</c:v>
                </c:pt>
                <c:pt idx="1014">
                  <c:v>1589.2660000000001</c:v>
                </c:pt>
                <c:pt idx="1015">
                  <c:v>1589.748</c:v>
                </c:pt>
                <c:pt idx="1016">
                  <c:v>1590.23</c:v>
                </c:pt>
                <c:pt idx="1017">
                  <c:v>1590.712</c:v>
                </c:pt>
                <c:pt idx="1018">
                  <c:v>1591.194</c:v>
                </c:pt>
                <c:pt idx="1019">
                  <c:v>1591.6769999999999</c:v>
                </c:pt>
                <c:pt idx="1020">
                  <c:v>1592.1590000000001</c:v>
                </c:pt>
                <c:pt idx="1021">
                  <c:v>1592.6410000000001</c:v>
                </c:pt>
                <c:pt idx="1022">
                  <c:v>1593.123</c:v>
                </c:pt>
                <c:pt idx="1023">
                  <c:v>1593.605</c:v>
                </c:pt>
                <c:pt idx="1024">
                  <c:v>1594.087</c:v>
                </c:pt>
                <c:pt idx="1025">
                  <c:v>1594.569</c:v>
                </c:pt>
                <c:pt idx="1026">
                  <c:v>1595.0509999999999</c:v>
                </c:pt>
                <c:pt idx="1027">
                  <c:v>1595.5329999999999</c:v>
                </c:pt>
                <c:pt idx="1028">
                  <c:v>1596.0160000000001</c:v>
                </c:pt>
                <c:pt idx="1029">
                  <c:v>1596.498</c:v>
                </c:pt>
                <c:pt idx="1030">
                  <c:v>1596.98</c:v>
                </c:pt>
                <c:pt idx="1031">
                  <c:v>1597.462</c:v>
                </c:pt>
                <c:pt idx="1032">
                  <c:v>1597.944</c:v>
                </c:pt>
                <c:pt idx="1033">
                  <c:v>1598.4259999999999</c:v>
                </c:pt>
                <c:pt idx="1034">
                  <c:v>1598.9079999999999</c:v>
                </c:pt>
                <c:pt idx="1035">
                  <c:v>1599.39</c:v>
                </c:pt>
                <c:pt idx="1036">
                  <c:v>1599.873</c:v>
                </c:pt>
                <c:pt idx="1037">
                  <c:v>1600.355</c:v>
                </c:pt>
                <c:pt idx="1038">
                  <c:v>1600.837</c:v>
                </c:pt>
                <c:pt idx="1039">
                  <c:v>1601.319</c:v>
                </c:pt>
                <c:pt idx="1040">
                  <c:v>1601.8009999999999</c:v>
                </c:pt>
                <c:pt idx="1041">
                  <c:v>1602.2829999999999</c:v>
                </c:pt>
                <c:pt idx="1042">
                  <c:v>1602.7650000000001</c:v>
                </c:pt>
                <c:pt idx="1043">
                  <c:v>1603.2470000000001</c:v>
                </c:pt>
                <c:pt idx="1044">
                  <c:v>1603.729</c:v>
                </c:pt>
                <c:pt idx="1045">
                  <c:v>1604.212</c:v>
                </c:pt>
                <c:pt idx="1046">
                  <c:v>1604.694</c:v>
                </c:pt>
                <c:pt idx="1047">
                  <c:v>1605.1759999999999</c:v>
                </c:pt>
                <c:pt idx="1048">
                  <c:v>1605.6579999999999</c:v>
                </c:pt>
                <c:pt idx="1049">
                  <c:v>1606.14</c:v>
                </c:pt>
                <c:pt idx="1050">
                  <c:v>1606.6220000000001</c:v>
                </c:pt>
                <c:pt idx="1051">
                  <c:v>1607.104</c:v>
                </c:pt>
                <c:pt idx="1052">
                  <c:v>1607.586</c:v>
                </c:pt>
                <c:pt idx="1053">
                  <c:v>1608.068</c:v>
                </c:pt>
                <c:pt idx="1054">
                  <c:v>1608.5509999999999</c:v>
                </c:pt>
                <c:pt idx="1055">
                  <c:v>1609.0329999999999</c:v>
                </c:pt>
                <c:pt idx="1056">
                  <c:v>1609.5150000000001</c:v>
                </c:pt>
                <c:pt idx="1057">
                  <c:v>1609.9970000000001</c:v>
                </c:pt>
                <c:pt idx="1058">
                  <c:v>1610.479</c:v>
                </c:pt>
                <c:pt idx="1059">
                  <c:v>1610.961</c:v>
                </c:pt>
                <c:pt idx="1060">
                  <c:v>1611.443</c:v>
                </c:pt>
                <c:pt idx="1061">
                  <c:v>1611.925</c:v>
                </c:pt>
                <c:pt idx="1062">
                  <c:v>1612.4079999999999</c:v>
                </c:pt>
                <c:pt idx="1063">
                  <c:v>1612.89</c:v>
                </c:pt>
                <c:pt idx="1064">
                  <c:v>1613.3720000000001</c:v>
                </c:pt>
                <c:pt idx="1065">
                  <c:v>1613.854</c:v>
                </c:pt>
                <c:pt idx="1066">
                  <c:v>1614.336</c:v>
                </c:pt>
                <c:pt idx="1067">
                  <c:v>1614.818</c:v>
                </c:pt>
                <c:pt idx="1068">
                  <c:v>1615.3</c:v>
                </c:pt>
                <c:pt idx="1069">
                  <c:v>1615.7819999999999</c:v>
                </c:pt>
                <c:pt idx="1070">
                  <c:v>1616.2650000000001</c:v>
                </c:pt>
                <c:pt idx="1071">
                  <c:v>1616.7470000000001</c:v>
                </c:pt>
                <c:pt idx="1072">
                  <c:v>1617.229</c:v>
                </c:pt>
                <c:pt idx="1073">
                  <c:v>1617.711</c:v>
                </c:pt>
                <c:pt idx="1074">
                  <c:v>1618.193</c:v>
                </c:pt>
                <c:pt idx="1075">
                  <c:v>1618.675</c:v>
                </c:pt>
                <c:pt idx="1076">
                  <c:v>1619.1569999999999</c:v>
                </c:pt>
                <c:pt idx="1077">
                  <c:v>1619.6389999999999</c:v>
                </c:pt>
                <c:pt idx="1078">
                  <c:v>1620.1210000000001</c:v>
                </c:pt>
                <c:pt idx="1079">
                  <c:v>1620.604</c:v>
                </c:pt>
                <c:pt idx="1080">
                  <c:v>1621.086</c:v>
                </c:pt>
                <c:pt idx="1081">
                  <c:v>1621.568</c:v>
                </c:pt>
                <c:pt idx="1082">
                  <c:v>1622.05</c:v>
                </c:pt>
                <c:pt idx="1083">
                  <c:v>1622.5319999999999</c:v>
                </c:pt>
                <c:pt idx="1084">
                  <c:v>1623.0139999999999</c:v>
                </c:pt>
                <c:pt idx="1085">
                  <c:v>1623.4960000000001</c:v>
                </c:pt>
                <c:pt idx="1086">
                  <c:v>1623.9780000000001</c:v>
                </c:pt>
                <c:pt idx="1087">
                  <c:v>1624.46</c:v>
                </c:pt>
                <c:pt idx="1088">
                  <c:v>1624.943</c:v>
                </c:pt>
                <c:pt idx="1089">
                  <c:v>1625.425</c:v>
                </c:pt>
                <c:pt idx="1090">
                  <c:v>1625.9069999999999</c:v>
                </c:pt>
                <c:pt idx="1091">
                  <c:v>1626.3889999999999</c:v>
                </c:pt>
                <c:pt idx="1092">
                  <c:v>1626.8710000000001</c:v>
                </c:pt>
                <c:pt idx="1093">
                  <c:v>1627.3530000000001</c:v>
                </c:pt>
                <c:pt idx="1094">
                  <c:v>1627.835</c:v>
                </c:pt>
                <c:pt idx="1095">
                  <c:v>1628.317</c:v>
                </c:pt>
                <c:pt idx="1096">
                  <c:v>1628.8</c:v>
                </c:pt>
                <c:pt idx="1097">
                  <c:v>1629.2819999999999</c:v>
                </c:pt>
                <c:pt idx="1098">
                  <c:v>1629.7639999999999</c:v>
                </c:pt>
                <c:pt idx="1099">
                  <c:v>1630.2460000000001</c:v>
                </c:pt>
                <c:pt idx="1100">
                  <c:v>1630.7280000000001</c:v>
                </c:pt>
                <c:pt idx="1101">
                  <c:v>1631.21</c:v>
                </c:pt>
                <c:pt idx="1102">
                  <c:v>1631.692</c:v>
                </c:pt>
                <c:pt idx="1103">
                  <c:v>1632.174</c:v>
                </c:pt>
                <c:pt idx="1104">
                  <c:v>1632.6559999999999</c:v>
                </c:pt>
                <c:pt idx="1105">
                  <c:v>1633.1389999999999</c:v>
                </c:pt>
                <c:pt idx="1106">
                  <c:v>1633.6210000000001</c:v>
                </c:pt>
                <c:pt idx="1107">
                  <c:v>1634.1030000000001</c:v>
                </c:pt>
                <c:pt idx="1108">
                  <c:v>1634.585</c:v>
                </c:pt>
                <c:pt idx="1109">
                  <c:v>1635.067</c:v>
                </c:pt>
                <c:pt idx="1110">
                  <c:v>1635.549</c:v>
                </c:pt>
                <c:pt idx="1111">
                  <c:v>1636.0309999999999</c:v>
                </c:pt>
                <c:pt idx="1112">
                  <c:v>1636.5129999999999</c:v>
                </c:pt>
                <c:pt idx="1113">
                  <c:v>1636.9949999999999</c:v>
                </c:pt>
                <c:pt idx="1114">
                  <c:v>1637.4780000000001</c:v>
                </c:pt>
                <c:pt idx="1115">
                  <c:v>1637.96</c:v>
                </c:pt>
                <c:pt idx="1116">
                  <c:v>1638.442</c:v>
                </c:pt>
                <c:pt idx="1117">
                  <c:v>1638.924</c:v>
                </c:pt>
                <c:pt idx="1118">
                  <c:v>1639.4059999999999</c:v>
                </c:pt>
                <c:pt idx="1119">
                  <c:v>1639.8879999999999</c:v>
                </c:pt>
                <c:pt idx="1120">
                  <c:v>1640.37</c:v>
                </c:pt>
                <c:pt idx="1121">
                  <c:v>1640.8520000000001</c:v>
                </c:pt>
                <c:pt idx="1122">
                  <c:v>1641.335</c:v>
                </c:pt>
                <c:pt idx="1123">
                  <c:v>1641.817</c:v>
                </c:pt>
                <c:pt idx="1124">
                  <c:v>1642.299</c:v>
                </c:pt>
                <c:pt idx="1125">
                  <c:v>1642.7809999999999</c:v>
                </c:pt>
                <c:pt idx="1126">
                  <c:v>1643.2629999999999</c:v>
                </c:pt>
                <c:pt idx="1127">
                  <c:v>1643.7449999999999</c:v>
                </c:pt>
                <c:pt idx="1128">
                  <c:v>1644.2270000000001</c:v>
                </c:pt>
                <c:pt idx="1129">
                  <c:v>1644.7090000000001</c:v>
                </c:pt>
                <c:pt idx="1130">
                  <c:v>1645.192</c:v>
                </c:pt>
                <c:pt idx="1131">
                  <c:v>1645.674</c:v>
                </c:pt>
                <c:pt idx="1132">
                  <c:v>1646.1559999999999</c:v>
                </c:pt>
                <c:pt idx="1133">
                  <c:v>1646.6379999999999</c:v>
                </c:pt>
                <c:pt idx="1134">
                  <c:v>1647.12</c:v>
                </c:pt>
                <c:pt idx="1135">
                  <c:v>1647.6020000000001</c:v>
                </c:pt>
                <c:pt idx="1136">
                  <c:v>1648.0840000000001</c:v>
                </c:pt>
                <c:pt idx="1137">
                  <c:v>1648.566</c:v>
                </c:pt>
                <c:pt idx="1138">
                  <c:v>1649.048</c:v>
                </c:pt>
                <c:pt idx="1139">
                  <c:v>1649.5309999999999</c:v>
                </c:pt>
                <c:pt idx="1140">
                  <c:v>1650.0129999999999</c:v>
                </c:pt>
                <c:pt idx="1141">
                  <c:v>1650.4949999999999</c:v>
                </c:pt>
                <c:pt idx="1142">
                  <c:v>1650.9770000000001</c:v>
                </c:pt>
                <c:pt idx="1143">
                  <c:v>1651.4590000000001</c:v>
                </c:pt>
                <c:pt idx="1144">
                  <c:v>1651.941</c:v>
                </c:pt>
                <c:pt idx="1145">
                  <c:v>1652.423</c:v>
                </c:pt>
                <c:pt idx="1146">
                  <c:v>1652.905</c:v>
                </c:pt>
                <c:pt idx="1147">
                  <c:v>1653.3869999999999</c:v>
                </c:pt>
                <c:pt idx="1148">
                  <c:v>1653.87</c:v>
                </c:pt>
                <c:pt idx="1149">
                  <c:v>1654.3520000000001</c:v>
                </c:pt>
                <c:pt idx="1150">
                  <c:v>1654.8340000000001</c:v>
                </c:pt>
                <c:pt idx="1151">
                  <c:v>1655.316</c:v>
                </c:pt>
                <c:pt idx="1152">
                  <c:v>1655.798</c:v>
                </c:pt>
                <c:pt idx="1153">
                  <c:v>1656.28</c:v>
                </c:pt>
                <c:pt idx="1154">
                  <c:v>1656.7619999999999</c:v>
                </c:pt>
                <c:pt idx="1155">
                  <c:v>1657.2439999999999</c:v>
                </c:pt>
                <c:pt idx="1156">
                  <c:v>1657.7270000000001</c:v>
                </c:pt>
                <c:pt idx="1157">
                  <c:v>1658.2090000000001</c:v>
                </c:pt>
                <c:pt idx="1158">
                  <c:v>1658.691</c:v>
                </c:pt>
                <c:pt idx="1159">
                  <c:v>1659.173</c:v>
                </c:pt>
                <c:pt idx="1160">
                  <c:v>1659.655</c:v>
                </c:pt>
                <c:pt idx="1161">
                  <c:v>1660.1369999999999</c:v>
                </c:pt>
                <c:pt idx="1162">
                  <c:v>1660.6189999999999</c:v>
                </c:pt>
                <c:pt idx="1163">
                  <c:v>1661.1010000000001</c:v>
                </c:pt>
                <c:pt idx="1164">
                  <c:v>1661.5830000000001</c:v>
                </c:pt>
                <c:pt idx="1165">
                  <c:v>1662.066</c:v>
                </c:pt>
                <c:pt idx="1166">
                  <c:v>1662.548</c:v>
                </c:pt>
                <c:pt idx="1167">
                  <c:v>1663.03</c:v>
                </c:pt>
                <c:pt idx="1168">
                  <c:v>1663.5119999999999</c:v>
                </c:pt>
                <c:pt idx="1169">
                  <c:v>1663.9939999999999</c:v>
                </c:pt>
                <c:pt idx="1170">
                  <c:v>1664.4760000000001</c:v>
                </c:pt>
                <c:pt idx="1171">
                  <c:v>1664.9580000000001</c:v>
                </c:pt>
                <c:pt idx="1172">
                  <c:v>1665.44</c:v>
                </c:pt>
                <c:pt idx="1173">
                  <c:v>1665.922</c:v>
                </c:pt>
                <c:pt idx="1174">
                  <c:v>1666.405</c:v>
                </c:pt>
                <c:pt idx="1175">
                  <c:v>1666.8869999999999</c:v>
                </c:pt>
                <c:pt idx="1176">
                  <c:v>1667.3689999999999</c:v>
                </c:pt>
                <c:pt idx="1177">
                  <c:v>1667.8510000000001</c:v>
                </c:pt>
                <c:pt idx="1178">
                  <c:v>1668.3330000000001</c:v>
                </c:pt>
                <c:pt idx="1179">
                  <c:v>1668.8150000000001</c:v>
                </c:pt>
                <c:pt idx="1180">
                  <c:v>1669.297</c:v>
                </c:pt>
                <c:pt idx="1181">
                  <c:v>1669.779</c:v>
                </c:pt>
                <c:pt idx="1182">
                  <c:v>1670.2619999999999</c:v>
                </c:pt>
                <c:pt idx="1183">
                  <c:v>1670.7439999999999</c:v>
                </c:pt>
                <c:pt idx="1184">
                  <c:v>1671.2260000000001</c:v>
                </c:pt>
                <c:pt idx="1185">
                  <c:v>1671.7080000000001</c:v>
                </c:pt>
                <c:pt idx="1186">
                  <c:v>1672.19</c:v>
                </c:pt>
                <c:pt idx="1187">
                  <c:v>1672.672</c:v>
                </c:pt>
                <c:pt idx="1188">
                  <c:v>1673.154</c:v>
                </c:pt>
                <c:pt idx="1189">
                  <c:v>1673.636</c:v>
                </c:pt>
                <c:pt idx="1190">
                  <c:v>1674.1189999999999</c:v>
                </c:pt>
                <c:pt idx="1191">
                  <c:v>1674.6010000000001</c:v>
                </c:pt>
                <c:pt idx="1192">
                  <c:v>1675.0830000000001</c:v>
                </c:pt>
                <c:pt idx="1193">
                  <c:v>1675.5650000000001</c:v>
                </c:pt>
                <c:pt idx="1194">
                  <c:v>1676.047</c:v>
                </c:pt>
                <c:pt idx="1195">
                  <c:v>1676.529</c:v>
                </c:pt>
                <c:pt idx="1196">
                  <c:v>1677.011</c:v>
                </c:pt>
                <c:pt idx="1197">
                  <c:v>1677.4929999999999</c:v>
                </c:pt>
                <c:pt idx="1198">
                  <c:v>1677.9749999999999</c:v>
                </c:pt>
                <c:pt idx="1199">
                  <c:v>1678.4580000000001</c:v>
                </c:pt>
                <c:pt idx="1200">
                  <c:v>1678.94</c:v>
                </c:pt>
                <c:pt idx="1201">
                  <c:v>1679.422</c:v>
                </c:pt>
                <c:pt idx="1202">
                  <c:v>1679.904</c:v>
                </c:pt>
                <c:pt idx="1203">
                  <c:v>1680.386</c:v>
                </c:pt>
                <c:pt idx="1204">
                  <c:v>1680.8679999999999</c:v>
                </c:pt>
                <c:pt idx="1205">
                  <c:v>1681.35</c:v>
                </c:pt>
                <c:pt idx="1206">
                  <c:v>1681.8320000000001</c:v>
                </c:pt>
                <c:pt idx="1207">
                  <c:v>1682.3140000000001</c:v>
                </c:pt>
                <c:pt idx="1208">
                  <c:v>1682.797</c:v>
                </c:pt>
                <c:pt idx="1209">
                  <c:v>1683.279</c:v>
                </c:pt>
                <c:pt idx="1210">
                  <c:v>1683.761</c:v>
                </c:pt>
                <c:pt idx="1211">
                  <c:v>1684.2429999999999</c:v>
                </c:pt>
                <c:pt idx="1212">
                  <c:v>1684.7249999999999</c:v>
                </c:pt>
                <c:pt idx="1213">
                  <c:v>1685.2070000000001</c:v>
                </c:pt>
                <c:pt idx="1214">
                  <c:v>1685.6890000000001</c:v>
                </c:pt>
                <c:pt idx="1215">
                  <c:v>1686.171</c:v>
                </c:pt>
                <c:pt idx="1216">
                  <c:v>1686.654</c:v>
                </c:pt>
                <c:pt idx="1217">
                  <c:v>1687.136</c:v>
                </c:pt>
                <c:pt idx="1218">
                  <c:v>1687.6179999999999</c:v>
                </c:pt>
                <c:pt idx="1219">
                  <c:v>1688.1</c:v>
                </c:pt>
                <c:pt idx="1220">
                  <c:v>1688.5820000000001</c:v>
                </c:pt>
                <c:pt idx="1221">
                  <c:v>1689.0640000000001</c:v>
                </c:pt>
                <c:pt idx="1222">
                  <c:v>1689.546</c:v>
                </c:pt>
                <c:pt idx="1223">
                  <c:v>1690.028</c:v>
                </c:pt>
                <c:pt idx="1224">
                  <c:v>1690.51</c:v>
                </c:pt>
                <c:pt idx="1225">
                  <c:v>1690.9929999999999</c:v>
                </c:pt>
                <c:pt idx="1226">
                  <c:v>1691.4749999999999</c:v>
                </c:pt>
                <c:pt idx="1227">
                  <c:v>1691.9570000000001</c:v>
                </c:pt>
                <c:pt idx="1228">
                  <c:v>1692.4390000000001</c:v>
                </c:pt>
                <c:pt idx="1229">
                  <c:v>1692.921</c:v>
                </c:pt>
                <c:pt idx="1230">
                  <c:v>1693.403</c:v>
                </c:pt>
                <c:pt idx="1231">
                  <c:v>1693.885</c:v>
                </c:pt>
                <c:pt idx="1232">
                  <c:v>1694.367</c:v>
                </c:pt>
                <c:pt idx="1233">
                  <c:v>1694.8489999999999</c:v>
                </c:pt>
                <c:pt idx="1234">
                  <c:v>1695.3320000000001</c:v>
                </c:pt>
                <c:pt idx="1235">
                  <c:v>1695.8140000000001</c:v>
                </c:pt>
                <c:pt idx="1236">
                  <c:v>1696.296</c:v>
                </c:pt>
                <c:pt idx="1237">
                  <c:v>1696.778</c:v>
                </c:pt>
                <c:pt idx="1238">
                  <c:v>1697.26</c:v>
                </c:pt>
                <c:pt idx="1239">
                  <c:v>1697.742</c:v>
                </c:pt>
                <c:pt idx="1240">
                  <c:v>1698.2239999999999</c:v>
                </c:pt>
                <c:pt idx="1241">
                  <c:v>1698.7059999999999</c:v>
                </c:pt>
                <c:pt idx="1242">
                  <c:v>1699.1890000000001</c:v>
                </c:pt>
                <c:pt idx="1243">
                  <c:v>1699.671</c:v>
                </c:pt>
                <c:pt idx="1244">
                  <c:v>1700.153</c:v>
                </c:pt>
                <c:pt idx="1245">
                  <c:v>1700.635</c:v>
                </c:pt>
                <c:pt idx="1246">
                  <c:v>1701.117</c:v>
                </c:pt>
                <c:pt idx="1247">
                  <c:v>1701.5989999999999</c:v>
                </c:pt>
                <c:pt idx="1248">
                  <c:v>1702.0809999999999</c:v>
                </c:pt>
                <c:pt idx="1249">
                  <c:v>1702.5630000000001</c:v>
                </c:pt>
                <c:pt idx="1250">
                  <c:v>1703.046</c:v>
                </c:pt>
                <c:pt idx="1251">
                  <c:v>1703.528</c:v>
                </c:pt>
                <c:pt idx="1252">
                  <c:v>1704.01</c:v>
                </c:pt>
                <c:pt idx="1253">
                  <c:v>1704.492</c:v>
                </c:pt>
                <c:pt idx="1254">
                  <c:v>1704.9739999999999</c:v>
                </c:pt>
                <c:pt idx="1255">
                  <c:v>1705.4559999999999</c:v>
                </c:pt>
                <c:pt idx="1256">
                  <c:v>1705.9380000000001</c:v>
                </c:pt>
                <c:pt idx="1257">
                  <c:v>1706.42</c:v>
                </c:pt>
                <c:pt idx="1258">
                  <c:v>1706.902</c:v>
                </c:pt>
                <c:pt idx="1259">
                  <c:v>1707.385</c:v>
                </c:pt>
                <c:pt idx="1260">
                  <c:v>1707.867</c:v>
                </c:pt>
                <c:pt idx="1261">
                  <c:v>1708.3489999999999</c:v>
                </c:pt>
                <c:pt idx="1262">
                  <c:v>1708.8309999999999</c:v>
                </c:pt>
                <c:pt idx="1263">
                  <c:v>1709.3130000000001</c:v>
                </c:pt>
                <c:pt idx="1264">
                  <c:v>1709.7950000000001</c:v>
                </c:pt>
                <c:pt idx="1265">
                  <c:v>1710.277</c:v>
                </c:pt>
                <c:pt idx="1266">
                  <c:v>1710.759</c:v>
                </c:pt>
                <c:pt idx="1267">
                  <c:v>1711.241</c:v>
                </c:pt>
                <c:pt idx="1268">
                  <c:v>1711.7239999999999</c:v>
                </c:pt>
                <c:pt idx="1269">
                  <c:v>1712.2059999999999</c:v>
                </c:pt>
                <c:pt idx="1270">
                  <c:v>1712.6880000000001</c:v>
                </c:pt>
                <c:pt idx="1271">
                  <c:v>1713.17</c:v>
                </c:pt>
                <c:pt idx="1272">
                  <c:v>1713.652</c:v>
                </c:pt>
                <c:pt idx="1273">
                  <c:v>1714.134</c:v>
                </c:pt>
                <c:pt idx="1274">
                  <c:v>1714.616</c:v>
                </c:pt>
                <c:pt idx="1275">
                  <c:v>1715.098</c:v>
                </c:pt>
                <c:pt idx="1276">
                  <c:v>1715.5809999999999</c:v>
                </c:pt>
                <c:pt idx="1277">
                  <c:v>1716.0630000000001</c:v>
                </c:pt>
                <c:pt idx="1278">
                  <c:v>1716.5450000000001</c:v>
                </c:pt>
                <c:pt idx="1279">
                  <c:v>1717.027</c:v>
                </c:pt>
                <c:pt idx="1280">
                  <c:v>1717.509</c:v>
                </c:pt>
                <c:pt idx="1281">
                  <c:v>1717.991</c:v>
                </c:pt>
                <c:pt idx="1282">
                  <c:v>1718.473</c:v>
                </c:pt>
                <c:pt idx="1283">
                  <c:v>1718.9549999999999</c:v>
                </c:pt>
                <c:pt idx="1284">
                  <c:v>1719.4380000000001</c:v>
                </c:pt>
                <c:pt idx="1285">
                  <c:v>1719.92</c:v>
                </c:pt>
                <c:pt idx="1286">
                  <c:v>1720.402</c:v>
                </c:pt>
                <c:pt idx="1287">
                  <c:v>1720.884</c:v>
                </c:pt>
                <c:pt idx="1288">
                  <c:v>1721.366</c:v>
                </c:pt>
                <c:pt idx="1289">
                  <c:v>1721.848</c:v>
                </c:pt>
                <c:pt idx="1290">
                  <c:v>1722.33</c:v>
                </c:pt>
                <c:pt idx="1291">
                  <c:v>1722.8119999999999</c:v>
                </c:pt>
                <c:pt idx="1292">
                  <c:v>1723.2940000000001</c:v>
                </c:pt>
                <c:pt idx="1293">
                  <c:v>1723.7760000000001</c:v>
                </c:pt>
                <c:pt idx="1294">
                  <c:v>1724.259</c:v>
                </c:pt>
                <c:pt idx="1295">
                  <c:v>1724.741</c:v>
                </c:pt>
                <c:pt idx="1296">
                  <c:v>1725.223</c:v>
                </c:pt>
                <c:pt idx="1297">
                  <c:v>1725.7049999999999</c:v>
                </c:pt>
                <c:pt idx="1298">
                  <c:v>1726.1869999999999</c:v>
                </c:pt>
                <c:pt idx="1299">
                  <c:v>1726.6690000000001</c:v>
                </c:pt>
                <c:pt idx="1300">
                  <c:v>1727.1510000000001</c:v>
                </c:pt>
                <c:pt idx="1301">
                  <c:v>1727.633</c:v>
                </c:pt>
                <c:pt idx="1302">
                  <c:v>1728.116</c:v>
                </c:pt>
                <c:pt idx="1303">
                  <c:v>1728.598</c:v>
                </c:pt>
                <c:pt idx="1304">
                  <c:v>1729.08</c:v>
                </c:pt>
                <c:pt idx="1305">
                  <c:v>1729.5619999999999</c:v>
                </c:pt>
                <c:pt idx="1306">
                  <c:v>1730.0440000000001</c:v>
                </c:pt>
                <c:pt idx="1307">
                  <c:v>1730.5260000000001</c:v>
                </c:pt>
                <c:pt idx="1308">
                  <c:v>1731.008</c:v>
                </c:pt>
                <c:pt idx="1309">
                  <c:v>1731.49</c:v>
                </c:pt>
                <c:pt idx="1310">
                  <c:v>1731.973</c:v>
                </c:pt>
                <c:pt idx="1311">
                  <c:v>1732.4549999999999</c:v>
                </c:pt>
                <c:pt idx="1312">
                  <c:v>1732.9369999999999</c:v>
                </c:pt>
                <c:pt idx="1313">
                  <c:v>1733.4190000000001</c:v>
                </c:pt>
                <c:pt idx="1314">
                  <c:v>1733.9010000000001</c:v>
                </c:pt>
                <c:pt idx="1315">
                  <c:v>1734.383</c:v>
                </c:pt>
                <c:pt idx="1316">
                  <c:v>1734.865</c:v>
                </c:pt>
                <c:pt idx="1317">
                  <c:v>1735.347</c:v>
                </c:pt>
                <c:pt idx="1318">
                  <c:v>1735.829</c:v>
                </c:pt>
                <c:pt idx="1319">
                  <c:v>1736.3119999999999</c:v>
                </c:pt>
                <c:pt idx="1320">
                  <c:v>1736.7940000000001</c:v>
                </c:pt>
                <c:pt idx="1321">
                  <c:v>1737.2760000000001</c:v>
                </c:pt>
                <c:pt idx="1322">
                  <c:v>1737.758</c:v>
                </c:pt>
                <c:pt idx="1323">
                  <c:v>1738.24</c:v>
                </c:pt>
                <c:pt idx="1324">
                  <c:v>1738.722</c:v>
                </c:pt>
                <c:pt idx="1325">
                  <c:v>1739.204</c:v>
                </c:pt>
                <c:pt idx="1326">
                  <c:v>1739.6859999999999</c:v>
                </c:pt>
                <c:pt idx="1327">
                  <c:v>1740.1679999999999</c:v>
                </c:pt>
                <c:pt idx="1328">
                  <c:v>1740.6510000000001</c:v>
                </c:pt>
                <c:pt idx="1329">
                  <c:v>1741.133</c:v>
                </c:pt>
                <c:pt idx="1330">
                  <c:v>1741.615</c:v>
                </c:pt>
                <c:pt idx="1331">
                  <c:v>1742.097</c:v>
                </c:pt>
                <c:pt idx="1332">
                  <c:v>1742.579</c:v>
                </c:pt>
                <c:pt idx="1333">
                  <c:v>1743.0609999999999</c:v>
                </c:pt>
                <c:pt idx="1334">
                  <c:v>1743.5429999999999</c:v>
                </c:pt>
                <c:pt idx="1335">
                  <c:v>1744.0250000000001</c:v>
                </c:pt>
                <c:pt idx="1336">
                  <c:v>1744.508</c:v>
                </c:pt>
                <c:pt idx="1337">
                  <c:v>1744.99</c:v>
                </c:pt>
                <c:pt idx="1338">
                  <c:v>1745.472</c:v>
                </c:pt>
                <c:pt idx="1339">
                  <c:v>1745.954</c:v>
                </c:pt>
                <c:pt idx="1340">
                  <c:v>1746.4359999999999</c:v>
                </c:pt>
                <c:pt idx="1341">
                  <c:v>1746.9179999999999</c:v>
                </c:pt>
                <c:pt idx="1342">
                  <c:v>1747.4</c:v>
                </c:pt>
                <c:pt idx="1343">
                  <c:v>1747.8820000000001</c:v>
                </c:pt>
                <c:pt idx="1344">
                  <c:v>1748.365</c:v>
                </c:pt>
                <c:pt idx="1345">
                  <c:v>1748.847</c:v>
                </c:pt>
                <c:pt idx="1346">
                  <c:v>1749.329</c:v>
                </c:pt>
                <c:pt idx="1347">
                  <c:v>1749.8109999999999</c:v>
                </c:pt>
                <c:pt idx="1348">
                  <c:v>1750.2929999999999</c:v>
                </c:pt>
                <c:pt idx="1349">
                  <c:v>1750.7750000000001</c:v>
                </c:pt>
                <c:pt idx="1350">
                  <c:v>1751.2570000000001</c:v>
                </c:pt>
                <c:pt idx="1351">
                  <c:v>1751.739</c:v>
                </c:pt>
                <c:pt idx="1352">
                  <c:v>1752.221</c:v>
                </c:pt>
                <c:pt idx="1353">
                  <c:v>1752.703</c:v>
                </c:pt>
                <c:pt idx="1354">
                  <c:v>1753.1859999999999</c:v>
                </c:pt>
                <c:pt idx="1355">
                  <c:v>1753.6679999999999</c:v>
                </c:pt>
                <c:pt idx="1356">
                  <c:v>1754.15</c:v>
                </c:pt>
                <c:pt idx="1357">
                  <c:v>1754.6320000000001</c:v>
                </c:pt>
                <c:pt idx="1358">
                  <c:v>1755.114</c:v>
                </c:pt>
                <c:pt idx="1359">
                  <c:v>1755.596</c:v>
                </c:pt>
                <c:pt idx="1360">
                  <c:v>1756.078</c:v>
                </c:pt>
                <c:pt idx="1361">
                  <c:v>1756.56</c:v>
                </c:pt>
                <c:pt idx="1362">
                  <c:v>1757.0429999999999</c:v>
                </c:pt>
                <c:pt idx="1363">
                  <c:v>1757.5250000000001</c:v>
                </c:pt>
                <c:pt idx="1364">
                  <c:v>1758.0070000000001</c:v>
                </c:pt>
                <c:pt idx="1365">
                  <c:v>1758.489</c:v>
                </c:pt>
                <c:pt idx="1366">
                  <c:v>1758.971</c:v>
                </c:pt>
                <c:pt idx="1367">
                  <c:v>1759.453</c:v>
                </c:pt>
                <c:pt idx="1368">
                  <c:v>1759.9349999999999</c:v>
                </c:pt>
                <c:pt idx="1369">
                  <c:v>1760.4169999999999</c:v>
                </c:pt>
                <c:pt idx="1370">
                  <c:v>1760.9</c:v>
                </c:pt>
                <c:pt idx="1371">
                  <c:v>1761.3820000000001</c:v>
                </c:pt>
                <c:pt idx="1372">
                  <c:v>1761.864</c:v>
                </c:pt>
                <c:pt idx="1373">
                  <c:v>1762.346</c:v>
                </c:pt>
                <c:pt idx="1374">
                  <c:v>1762.828</c:v>
                </c:pt>
                <c:pt idx="1375">
                  <c:v>1763.31</c:v>
                </c:pt>
                <c:pt idx="1376">
                  <c:v>1763.7919999999999</c:v>
                </c:pt>
                <c:pt idx="1377">
                  <c:v>1764.2739999999999</c:v>
                </c:pt>
                <c:pt idx="1378">
                  <c:v>1764.7560000000001</c:v>
                </c:pt>
                <c:pt idx="1379">
                  <c:v>1765.239</c:v>
                </c:pt>
                <c:pt idx="1380">
                  <c:v>1765.721</c:v>
                </c:pt>
                <c:pt idx="1381">
                  <c:v>1766.203</c:v>
                </c:pt>
                <c:pt idx="1382">
                  <c:v>1766.6849999999999</c:v>
                </c:pt>
                <c:pt idx="1383">
                  <c:v>1767.1669999999999</c:v>
                </c:pt>
                <c:pt idx="1384">
                  <c:v>1767.6489999999999</c:v>
                </c:pt>
                <c:pt idx="1385">
                  <c:v>1768.1310000000001</c:v>
                </c:pt>
                <c:pt idx="1386">
                  <c:v>1768.6130000000001</c:v>
                </c:pt>
                <c:pt idx="1387">
                  <c:v>1769.095</c:v>
                </c:pt>
                <c:pt idx="1388">
                  <c:v>1769.578</c:v>
                </c:pt>
                <c:pt idx="1389">
                  <c:v>1770.06</c:v>
                </c:pt>
                <c:pt idx="1390">
                  <c:v>1770.5419999999999</c:v>
                </c:pt>
                <c:pt idx="1391">
                  <c:v>1771.0239999999999</c:v>
                </c:pt>
                <c:pt idx="1392">
                  <c:v>1771.5060000000001</c:v>
                </c:pt>
                <c:pt idx="1393">
                  <c:v>1771.9880000000001</c:v>
                </c:pt>
                <c:pt idx="1394">
                  <c:v>1772.47</c:v>
                </c:pt>
                <c:pt idx="1395">
                  <c:v>1772.952</c:v>
                </c:pt>
                <c:pt idx="1396">
                  <c:v>1773.4349999999999</c:v>
                </c:pt>
                <c:pt idx="1397">
                  <c:v>1773.9169999999999</c:v>
                </c:pt>
                <c:pt idx="1398">
                  <c:v>1774.3989999999999</c:v>
                </c:pt>
                <c:pt idx="1399">
                  <c:v>1774.8810000000001</c:v>
                </c:pt>
                <c:pt idx="1400">
                  <c:v>1775.3630000000001</c:v>
                </c:pt>
                <c:pt idx="1401">
                  <c:v>1775.845</c:v>
                </c:pt>
                <c:pt idx="1402">
                  <c:v>1776.327</c:v>
                </c:pt>
                <c:pt idx="1403">
                  <c:v>1776.809</c:v>
                </c:pt>
                <c:pt idx="1404">
                  <c:v>1777.2919999999999</c:v>
                </c:pt>
                <c:pt idx="1405">
                  <c:v>1777.7739999999999</c:v>
                </c:pt>
                <c:pt idx="1406">
                  <c:v>1778.2560000000001</c:v>
                </c:pt>
                <c:pt idx="1407">
                  <c:v>1778.7380000000001</c:v>
                </c:pt>
                <c:pt idx="1408">
                  <c:v>1779.22</c:v>
                </c:pt>
                <c:pt idx="1409">
                  <c:v>1779.702</c:v>
                </c:pt>
                <c:pt idx="1410">
                  <c:v>1780.184</c:v>
                </c:pt>
                <c:pt idx="1411">
                  <c:v>1780.6659999999999</c:v>
                </c:pt>
                <c:pt idx="1412">
                  <c:v>1781.1479999999999</c:v>
                </c:pt>
                <c:pt idx="1413">
                  <c:v>1781.63</c:v>
                </c:pt>
                <c:pt idx="1414">
                  <c:v>1782.1130000000001</c:v>
                </c:pt>
                <c:pt idx="1415">
                  <c:v>1782.595</c:v>
                </c:pt>
                <c:pt idx="1416">
                  <c:v>1783.077</c:v>
                </c:pt>
                <c:pt idx="1417">
                  <c:v>1783.559</c:v>
                </c:pt>
                <c:pt idx="1418">
                  <c:v>1784.0409999999999</c:v>
                </c:pt>
                <c:pt idx="1419">
                  <c:v>1784.5229999999999</c:v>
                </c:pt>
                <c:pt idx="1420">
                  <c:v>1785.0050000000001</c:v>
                </c:pt>
                <c:pt idx="1421">
                  <c:v>1785.4870000000001</c:v>
                </c:pt>
                <c:pt idx="1422">
                  <c:v>1785.97</c:v>
                </c:pt>
                <c:pt idx="1423">
                  <c:v>1786.452</c:v>
                </c:pt>
                <c:pt idx="1424">
                  <c:v>1786.934</c:v>
                </c:pt>
                <c:pt idx="1425">
                  <c:v>1787.4159999999999</c:v>
                </c:pt>
                <c:pt idx="1426">
                  <c:v>1787.8979999999999</c:v>
                </c:pt>
                <c:pt idx="1427">
                  <c:v>1788.38</c:v>
                </c:pt>
                <c:pt idx="1428">
                  <c:v>1788.8620000000001</c:v>
                </c:pt>
                <c:pt idx="1429">
                  <c:v>1789.3440000000001</c:v>
                </c:pt>
                <c:pt idx="1430">
                  <c:v>1789.827</c:v>
                </c:pt>
                <c:pt idx="1431">
                  <c:v>1790.309</c:v>
                </c:pt>
                <c:pt idx="1432">
                  <c:v>1790.7909999999999</c:v>
                </c:pt>
                <c:pt idx="1433">
                  <c:v>1791.2729999999999</c:v>
                </c:pt>
                <c:pt idx="1434">
                  <c:v>1791.7550000000001</c:v>
                </c:pt>
                <c:pt idx="1435">
                  <c:v>1792.2370000000001</c:v>
                </c:pt>
                <c:pt idx="1436">
                  <c:v>1792.7190000000001</c:v>
                </c:pt>
                <c:pt idx="1437">
                  <c:v>1793.201</c:v>
                </c:pt>
                <c:pt idx="1438">
                  <c:v>1793.683</c:v>
                </c:pt>
                <c:pt idx="1439">
                  <c:v>1794.1659999999999</c:v>
                </c:pt>
                <c:pt idx="1440">
                  <c:v>1794.6479999999999</c:v>
                </c:pt>
                <c:pt idx="1441">
                  <c:v>1795.13</c:v>
                </c:pt>
                <c:pt idx="1442">
                  <c:v>1795.6120000000001</c:v>
                </c:pt>
                <c:pt idx="1443">
                  <c:v>1796.0940000000001</c:v>
                </c:pt>
                <c:pt idx="1444">
                  <c:v>1796.576</c:v>
                </c:pt>
                <c:pt idx="1445">
                  <c:v>1797.058</c:v>
                </c:pt>
                <c:pt idx="1446">
                  <c:v>1797.54</c:v>
                </c:pt>
                <c:pt idx="1447">
                  <c:v>1798.0219999999999</c:v>
                </c:pt>
                <c:pt idx="1448">
                  <c:v>1798.5050000000001</c:v>
                </c:pt>
                <c:pt idx="1449">
                  <c:v>1798.9870000000001</c:v>
                </c:pt>
                <c:pt idx="1450">
                  <c:v>1799.4690000000001</c:v>
                </c:pt>
                <c:pt idx="1451">
                  <c:v>1799.951</c:v>
                </c:pt>
                <c:pt idx="1452">
                  <c:v>1800.433</c:v>
                </c:pt>
                <c:pt idx="1453">
                  <c:v>1800.915</c:v>
                </c:pt>
                <c:pt idx="1454">
                  <c:v>1801.3969999999999</c:v>
                </c:pt>
                <c:pt idx="1455">
                  <c:v>1801.8789999999999</c:v>
                </c:pt>
                <c:pt idx="1456">
                  <c:v>1802.3620000000001</c:v>
                </c:pt>
                <c:pt idx="1457">
                  <c:v>1802.8440000000001</c:v>
                </c:pt>
                <c:pt idx="1458">
                  <c:v>1803.326</c:v>
                </c:pt>
                <c:pt idx="1459">
                  <c:v>1803.808</c:v>
                </c:pt>
                <c:pt idx="1460">
                  <c:v>1804.29</c:v>
                </c:pt>
                <c:pt idx="1461">
                  <c:v>1804.7719999999999</c:v>
                </c:pt>
                <c:pt idx="1462">
                  <c:v>1805.2539999999999</c:v>
                </c:pt>
                <c:pt idx="1463">
                  <c:v>1805.7360000000001</c:v>
                </c:pt>
                <c:pt idx="1464">
                  <c:v>1806.2190000000001</c:v>
                </c:pt>
                <c:pt idx="1465">
                  <c:v>1806.701</c:v>
                </c:pt>
                <c:pt idx="1466">
                  <c:v>1807.183</c:v>
                </c:pt>
                <c:pt idx="1467">
                  <c:v>1807.665</c:v>
                </c:pt>
                <c:pt idx="1468">
                  <c:v>1808.1469999999999</c:v>
                </c:pt>
                <c:pt idx="1469">
                  <c:v>1808.6289999999999</c:v>
                </c:pt>
                <c:pt idx="1470">
                  <c:v>1809.1110000000001</c:v>
                </c:pt>
                <c:pt idx="1471">
                  <c:v>1809.5930000000001</c:v>
                </c:pt>
                <c:pt idx="1472">
                  <c:v>1810.075</c:v>
                </c:pt>
                <c:pt idx="1473">
                  <c:v>1810.557</c:v>
                </c:pt>
                <c:pt idx="1474">
                  <c:v>1811.04</c:v>
                </c:pt>
                <c:pt idx="1475">
                  <c:v>1811.5219999999999</c:v>
                </c:pt>
                <c:pt idx="1476">
                  <c:v>1812.0039999999999</c:v>
                </c:pt>
                <c:pt idx="1477">
                  <c:v>1812.4860000000001</c:v>
                </c:pt>
                <c:pt idx="1478">
                  <c:v>1812.9680000000001</c:v>
                </c:pt>
                <c:pt idx="1479">
                  <c:v>1813.45</c:v>
                </c:pt>
                <c:pt idx="1480">
                  <c:v>1813.932</c:v>
                </c:pt>
                <c:pt idx="1481">
                  <c:v>1814.414</c:v>
                </c:pt>
                <c:pt idx="1482">
                  <c:v>1814.8969999999999</c:v>
                </c:pt>
                <c:pt idx="1483">
                  <c:v>1815.3789999999999</c:v>
                </c:pt>
                <c:pt idx="1484">
                  <c:v>1815.8610000000001</c:v>
                </c:pt>
                <c:pt idx="1485">
                  <c:v>1816.3430000000001</c:v>
                </c:pt>
                <c:pt idx="1486">
                  <c:v>1816.825</c:v>
                </c:pt>
                <c:pt idx="1487">
                  <c:v>1817.307</c:v>
                </c:pt>
                <c:pt idx="1488">
                  <c:v>1817.789</c:v>
                </c:pt>
                <c:pt idx="1489">
                  <c:v>1818.271</c:v>
                </c:pt>
                <c:pt idx="1490">
                  <c:v>1818.7539999999999</c:v>
                </c:pt>
                <c:pt idx="1491">
                  <c:v>1819.2360000000001</c:v>
                </c:pt>
                <c:pt idx="1492">
                  <c:v>1819.7180000000001</c:v>
                </c:pt>
                <c:pt idx="1493">
                  <c:v>1820.2</c:v>
                </c:pt>
                <c:pt idx="1494">
                  <c:v>1820.682</c:v>
                </c:pt>
                <c:pt idx="1495">
                  <c:v>1821.164</c:v>
                </c:pt>
                <c:pt idx="1496">
                  <c:v>1821.646</c:v>
                </c:pt>
                <c:pt idx="1497">
                  <c:v>1822.1279999999999</c:v>
                </c:pt>
                <c:pt idx="1498">
                  <c:v>1822.61</c:v>
                </c:pt>
                <c:pt idx="1499">
                  <c:v>1823.0930000000001</c:v>
                </c:pt>
                <c:pt idx="1500">
                  <c:v>1823.575</c:v>
                </c:pt>
                <c:pt idx="1501">
                  <c:v>1824.057</c:v>
                </c:pt>
                <c:pt idx="1502">
                  <c:v>1824.539</c:v>
                </c:pt>
                <c:pt idx="1503">
                  <c:v>1825.021</c:v>
                </c:pt>
                <c:pt idx="1504">
                  <c:v>1825.5029999999999</c:v>
                </c:pt>
                <c:pt idx="1505">
                  <c:v>1825.9849999999999</c:v>
                </c:pt>
                <c:pt idx="1506">
                  <c:v>1826.4670000000001</c:v>
                </c:pt>
                <c:pt idx="1507">
                  <c:v>1826.9490000000001</c:v>
                </c:pt>
                <c:pt idx="1508">
                  <c:v>1827.432</c:v>
                </c:pt>
                <c:pt idx="1509">
                  <c:v>1827.914</c:v>
                </c:pt>
                <c:pt idx="1510">
                  <c:v>1828.396</c:v>
                </c:pt>
                <c:pt idx="1511">
                  <c:v>1828.8779999999999</c:v>
                </c:pt>
                <c:pt idx="1512">
                  <c:v>1829.36</c:v>
                </c:pt>
                <c:pt idx="1513">
                  <c:v>1829.8420000000001</c:v>
                </c:pt>
                <c:pt idx="1514">
                  <c:v>1830.3240000000001</c:v>
                </c:pt>
                <c:pt idx="1515">
                  <c:v>1830.806</c:v>
                </c:pt>
                <c:pt idx="1516">
                  <c:v>1831.289</c:v>
                </c:pt>
                <c:pt idx="1517">
                  <c:v>1831.771</c:v>
                </c:pt>
                <c:pt idx="1518">
                  <c:v>1832.2529999999999</c:v>
                </c:pt>
                <c:pt idx="1519">
                  <c:v>1832.7349999999999</c:v>
                </c:pt>
                <c:pt idx="1520">
                  <c:v>1833.2170000000001</c:v>
                </c:pt>
                <c:pt idx="1521">
                  <c:v>1833.6990000000001</c:v>
                </c:pt>
                <c:pt idx="1522">
                  <c:v>1834.181</c:v>
                </c:pt>
                <c:pt idx="1523">
                  <c:v>1834.663</c:v>
                </c:pt>
                <c:pt idx="1524">
                  <c:v>1835.146</c:v>
                </c:pt>
                <c:pt idx="1525">
                  <c:v>1835.6279999999999</c:v>
                </c:pt>
                <c:pt idx="1526">
                  <c:v>1836.11</c:v>
                </c:pt>
                <c:pt idx="1527">
                  <c:v>1836.5920000000001</c:v>
                </c:pt>
                <c:pt idx="1528">
                  <c:v>1837.0740000000001</c:v>
                </c:pt>
                <c:pt idx="1529">
                  <c:v>1837.556</c:v>
                </c:pt>
                <c:pt idx="1530">
                  <c:v>1838.038</c:v>
                </c:pt>
                <c:pt idx="1531">
                  <c:v>1838.52</c:v>
                </c:pt>
                <c:pt idx="1532">
                  <c:v>1839.002</c:v>
                </c:pt>
                <c:pt idx="1533">
                  <c:v>1839.4839999999999</c:v>
                </c:pt>
                <c:pt idx="1534">
                  <c:v>1839.9670000000001</c:v>
                </c:pt>
                <c:pt idx="1535">
                  <c:v>1840.4490000000001</c:v>
                </c:pt>
                <c:pt idx="1536">
                  <c:v>1840.931</c:v>
                </c:pt>
                <c:pt idx="1537">
                  <c:v>1841.413</c:v>
                </c:pt>
                <c:pt idx="1538">
                  <c:v>1841.895</c:v>
                </c:pt>
                <c:pt idx="1539">
                  <c:v>1842.377</c:v>
                </c:pt>
                <c:pt idx="1540">
                  <c:v>1842.8589999999999</c:v>
                </c:pt>
                <c:pt idx="1541">
                  <c:v>1843.3409999999999</c:v>
                </c:pt>
                <c:pt idx="1542">
                  <c:v>1843.8240000000001</c:v>
                </c:pt>
                <c:pt idx="1543">
                  <c:v>1844.306</c:v>
                </c:pt>
                <c:pt idx="1544">
                  <c:v>1844.788</c:v>
                </c:pt>
                <c:pt idx="1545">
                  <c:v>1845.27</c:v>
                </c:pt>
                <c:pt idx="1546">
                  <c:v>1845.752</c:v>
                </c:pt>
                <c:pt idx="1547">
                  <c:v>1846.2339999999999</c:v>
                </c:pt>
                <c:pt idx="1548">
                  <c:v>1846.7159999999999</c:v>
                </c:pt>
                <c:pt idx="1549">
                  <c:v>1847.1980000000001</c:v>
                </c:pt>
                <c:pt idx="1550">
                  <c:v>1847.681</c:v>
                </c:pt>
                <c:pt idx="1551">
                  <c:v>1848.163</c:v>
                </c:pt>
                <c:pt idx="1552">
                  <c:v>1848.645</c:v>
                </c:pt>
                <c:pt idx="1553">
                  <c:v>1849.127</c:v>
                </c:pt>
                <c:pt idx="1554">
                  <c:v>1849.6089999999999</c:v>
                </c:pt>
                <c:pt idx="1555">
                  <c:v>1850.0909999999999</c:v>
                </c:pt>
                <c:pt idx="1556">
                  <c:v>1850.5730000000001</c:v>
                </c:pt>
                <c:pt idx="1557">
                  <c:v>1851.0550000000001</c:v>
                </c:pt>
                <c:pt idx="1558">
                  <c:v>1851.537</c:v>
                </c:pt>
                <c:pt idx="1559">
                  <c:v>1852.02</c:v>
                </c:pt>
                <c:pt idx="1560">
                  <c:v>1852.502</c:v>
                </c:pt>
                <c:pt idx="1561">
                  <c:v>1852.9839999999999</c:v>
                </c:pt>
                <c:pt idx="1562">
                  <c:v>1853.4659999999999</c:v>
                </c:pt>
                <c:pt idx="1563">
                  <c:v>1853.9480000000001</c:v>
                </c:pt>
                <c:pt idx="1564">
                  <c:v>1854.43</c:v>
                </c:pt>
                <c:pt idx="1565">
                  <c:v>1854.912</c:v>
                </c:pt>
                <c:pt idx="1566">
                  <c:v>1855.394</c:v>
                </c:pt>
                <c:pt idx="1567">
                  <c:v>1855.876</c:v>
                </c:pt>
                <c:pt idx="1568">
                  <c:v>1856.3589999999999</c:v>
                </c:pt>
                <c:pt idx="1569">
                  <c:v>1856.8409999999999</c:v>
                </c:pt>
                <c:pt idx="1570">
                  <c:v>1857.3230000000001</c:v>
                </c:pt>
                <c:pt idx="1571">
                  <c:v>1857.8050000000001</c:v>
                </c:pt>
                <c:pt idx="1572">
                  <c:v>1858.287</c:v>
                </c:pt>
                <c:pt idx="1573">
                  <c:v>1858.769</c:v>
                </c:pt>
                <c:pt idx="1574">
                  <c:v>1859.251</c:v>
                </c:pt>
                <c:pt idx="1575">
                  <c:v>1859.7329999999999</c:v>
                </c:pt>
                <c:pt idx="1576">
                  <c:v>1860.2159999999999</c:v>
                </c:pt>
                <c:pt idx="1577">
                  <c:v>1860.6980000000001</c:v>
                </c:pt>
                <c:pt idx="1578">
                  <c:v>1861.18</c:v>
                </c:pt>
                <c:pt idx="1579">
                  <c:v>1861.662</c:v>
                </c:pt>
                <c:pt idx="1580">
                  <c:v>1862.144</c:v>
                </c:pt>
                <c:pt idx="1581">
                  <c:v>1862.626</c:v>
                </c:pt>
                <c:pt idx="1582">
                  <c:v>1863.1079999999999</c:v>
                </c:pt>
                <c:pt idx="1583">
                  <c:v>1863.59</c:v>
                </c:pt>
                <c:pt idx="1584">
                  <c:v>1864.0730000000001</c:v>
                </c:pt>
                <c:pt idx="1585">
                  <c:v>1864.5550000000001</c:v>
                </c:pt>
                <c:pt idx="1586">
                  <c:v>1865.037</c:v>
                </c:pt>
                <c:pt idx="1587">
                  <c:v>1865.519</c:v>
                </c:pt>
                <c:pt idx="1588">
                  <c:v>1866.001</c:v>
                </c:pt>
                <c:pt idx="1589">
                  <c:v>1866.4829999999999</c:v>
                </c:pt>
                <c:pt idx="1590">
                  <c:v>1866.9649999999999</c:v>
                </c:pt>
                <c:pt idx="1591">
                  <c:v>1867.4469999999999</c:v>
                </c:pt>
                <c:pt idx="1592">
                  <c:v>1867.9290000000001</c:v>
                </c:pt>
                <c:pt idx="1593">
                  <c:v>1868.4110000000001</c:v>
                </c:pt>
                <c:pt idx="1594">
                  <c:v>1868.894</c:v>
                </c:pt>
                <c:pt idx="1595">
                  <c:v>1869.376</c:v>
                </c:pt>
                <c:pt idx="1596">
                  <c:v>1869.8579999999999</c:v>
                </c:pt>
                <c:pt idx="1597">
                  <c:v>1870.34</c:v>
                </c:pt>
                <c:pt idx="1598">
                  <c:v>1870.8219999999999</c:v>
                </c:pt>
                <c:pt idx="1599">
                  <c:v>1871.3040000000001</c:v>
                </c:pt>
                <c:pt idx="1600">
                  <c:v>1871.7860000000001</c:v>
                </c:pt>
                <c:pt idx="1601">
                  <c:v>1872.268</c:v>
                </c:pt>
                <c:pt idx="1602">
                  <c:v>1872.751</c:v>
                </c:pt>
                <c:pt idx="1603">
                  <c:v>1873.2329999999999</c:v>
                </c:pt>
                <c:pt idx="1604">
                  <c:v>1873.7149999999999</c:v>
                </c:pt>
                <c:pt idx="1605">
                  <c:v>1874.1969999999999</c:v>
                </c:pt>
                <c:pt idx="1606">
                  <c:v>1874.6790000000001</c:v>
                </c:pt>
                <c:pt idx="1607">
                  <c:v>1875.1610000000001</c:v>
                </c:pt>
                <c:pt idx="1608">
                  <c:v>1875.643</c:v>
                </c:pt>
                <c:pt idx="1609">
                  <c:v>1876.125</c:v>
                </c:pt>
                <c:pt idx="1610">
                  <c:v>1876.6079999999999</c:v>
                </c:pt>
                <c:pt idx="1611">
                  <c:v>1877.09</c:v>
                </c:pt>
                <c:pt idx="1612">
                  <c:v>1877.5719999999999</c:v>
                </c:pt>
                <c:pt idx="1613">
                  <c:v>1878.0540000000001</c:v>
                </c:pt>
                <c:pt idx="1614">
                  <c:v>1878.5360000000001</c:v>
                </c:pt>
                <c:pt idx="1615">
                  <c:v>1879.018</c:v>
                </c:pt>
                <c:pt idx="1616">
                  <c:v>1879.5</c:v>
                </c:pt>
                <c:pt idx="1617">
                  <c:v>1879.982</c:v>
                </c:pt>
                <c:pt idx="1618">
                  <c:v>1880.4639999999999</c:v>
                </c:pt>
                <c:pt idx="1619">
                  <c:v>1880.9469999999999</c:v>
                </c:pt>
                <c:pt idx="1620">
                  <c:v>1881.4290000000001</c:v>
                </c:pt>
                <c:pt idx="1621">
                  <c:v>1881.9110000000001</c:v>
                </c:pt>
                <c:pt idx="1622">
                  <c:v>1882.393</c:v>
                </c:pt>
                <c:pt idx="1623">
                  <c:v>1882.875</c:v>
                </c:pt>
                <c:pt idx="1624">
                  <c:v>1883.357</c:v>
                </c:pt>
                <c:pt idx="1625">
                  <c:v>1883.8389999999999</c:v>
                </c:pt>
                <c:pt idx="1626">
                  <c:v>1884.3209999999999</c:v>
                </c:pt>
                <c:pt idx="1627">
                  <c:v>1884.8030000000001</c:v>
                </c:pt>
                <c:pt idx="1628">
                  <c:v>1885.2860000000001</c:v>
                </c:pt>
                <c:pt idx="1629">
                  <c:v>1885.768</c:v>
                </c:pt>
                <c:pt idx="1630">
                  <c:v>1886.25</c:v>
                </c:pt>
                <c:pt idx="1631">
                  <c:v>1886.732</c:v>
                </c:pt>
                <c:pt idx="1632">
                  <c:v>1887.2139999999999</c:v>
                </c:pt>
                <c:pt idx="1633">
                  <c:v>1887.6959999999999</c:v>
                </c:pt>
                <c:pt idx="1634">
                  <c:v>1888.1780000000001</c:v>
                </c:pt>
                <c:pt idx="1635">
                  <c:v>1888.66</c:v>
                </c:pt>
                <c:pt idx="1636">
                  <c:v>1889.143</c:v>
                </c:pt>
                <c:pt idx="1637">
                  <c:v>1889.625</c:v>
                </c:pt>
                <c:pt idx="1638">
                  <c:v>1890.107</c:v>
                </c:pt>
                <c:pt idx="1639">
                  <c:v>1890.5889999999999</c:v>
                </c:pt>
                <c:pt idx="1640">
                  <c:v>1891.0709999999999</c:v>
                </c:pt>
                <c:pt idx="1641">
                  <c:v>1891.5530000000001</c:v>
                </c:pt>
                <c:pt idx="1642">
                  <c:v>1892.0350000000001</c:v>
                </c:pt>
                <c:pt idx="1643">
                  <c:v>1892.5170000000001</c:v>
                </c:pt>
                <c:pt idx="1644">
                  <c:v>1893</c:v>
                </c:pt>
                <c:pt idx="1645">
                  <c:v>1893.482</c:v>
                </c:pt>
                <c:pt idx="1646">
                  <c:v>1893.9639999999999</c:v>
                </c:pt>
                <c:pt idx="1647">
                  <c:v>1894.4459999999999</c:v>
                </c:pt>
                <c:pt idx="1648">
                  <c:v>1894.9280000000001</c:v>
                </c:pt>
                <c:pt idx="1649">
                  <c:v>1895.41</c:v>
                </c:pt>
                <c:pt idx="1650">
                  <c:v>1895.8920000000001</c:v>
                </c:pt>
                <c:pt idx="1651">
                  <c:v>1896.374</c:v>
                </c:pt>
                <c:pt idx="1652">
                  <c:v>1896.856</c:v>
                </c:pt>
                <c:pt idx="1653">
                  <c:v>1897.3389999999999</c:v>
                </c:pt>
                <c:pt idx="1654">
                  <c:v>1897.8209999999999</c:v>
                </c:pt>
                <c:pt idx="1655">
                  <c:v>1898.3030000000001</c:v>
                </c:pt>
                <c:pt idx="1656">
                  <c:v>1898.7850000000001</c:v>
                </c:pt>
                <c:pt idx="1657">
                  <c:v>1899.2670000000001</c:v>
                </c:pt>
                <c:pt idx="1658">
                  <c:v>1899.749</c:v>
                </c:pt>
                <c:pt idx="1659">
                  <c:v>1900.231</c:v>
                </c:pt>
                <c:pt idx="1660">
                  <c:v>1900.713</c:v>
                </c:pt>
                <c:pt idx="1661">
                  <c:v>1901.1949999999999</c:v>
                </c:pt>
                <c:pt idx="1662">
                  <c:v>1901.6780000000001</c:v>
                </c:pt>
                <c:pt idx="1663">
                  <c:v>1902.16</c:v>
                </c:pt>
                <c:pt idx="1664">
                  <c:v>1902.6420000000001</c:v>
                </c:pt>
                <c:pt idx="1665">
                  <c:v>1903.124</c:v>
                </c:pt>
                <c:pt idx="1666">
                  <c:v>1903.606</c:v>
                </c:pt>
                <c:pt idx="1667">
                  <c:v>1904.088</c:v>
                </c:pt>
                <c:pt idx="1668">
                  <c:v>1904.57</c:v>
                </c:pt>
                <c:pt idx="1669">
                  <c:v>1905.0519999999999</c:v>
                </c:pt>
                <c:pt idx="1670">
                  <c:v>1905.5350000000001</c:v>
                </c:pt>
                <c:pt idx="1671">
                  <c:v>1906.0170000000001</c:v>
                </c:pt>
                <c:pt idx="1672">
                  <c:v>1906.499</c:v>
                </c:pt>
                <c:pt idx="1673">
                  <c:v>1906.981</c:v>
                </c:pt>
                <c:pt idx="1674">
                  <c:v>1907.463</c:v>
                </c:pt>
                <c:pt idx="1675">
                  <c:v>1907.9449999999999</c:v>
                </c:pt>
                <c:pt idx="1676">
                  <c:v>1908.4269999999999</c:v>
                </c:pt>
                <c:pt idx="1677">
                  <c:v>1908.9090000000001</c:v>
                </c:pt>
                <c:pt idx="1678">
                  <c:v>1909.3910000000001</c:v>
                </c:pt>
                <c:pt idx="1679">
                  <c:v>1909.874</c:v>
                </c:pt>
                <c:pt idx="1680">
                  <c:v>1910.356</c:v>
                </c:pt>
                <c:pt idx="1681">
                  <c:v>1910.838</c:v>
                </c:pt>
                <c:pt idx="1682">
                  <c:v>1911.32</c:v>
                </c:pt>
                <c:pt idx="1683">
                  <c:v>1911.8019999999999</c:v>
                </c:pt>
                <c:pt idx="1684">
                  <c:v>1912.2840000000001</c:v>
                </c:pt>
                <c:pt idx="1685">
                  <c:v>1912.7660000000001</c:v>
                </c:pt>
                <c:pt idx="1686">
                  <c:v>1913.248</c:v>
                </c:pt>
                <c:pt idx="1687">
                  <c:v>1913.73</c:v>
                </c:pt>
                <c:pt idx="1688">
                  <c:v>1914.213</c:v>
                </c:pt>
                <c:pt idx="1689">
                  <c:v>1914.6949999999999</c:v>
                </c:pt>
                <c:pt idx="1690">
                  <c:v>1915.1769999999999</c:v>
                </c:pt>
                <c:pt idx="1691">
                  <c:v>1915.6590000000001</c:v>
                </c:pt>
                <c:pt idx="1692">
                  <c:v>1916.1410000000001</c:v>
                </c:pt>
                <c:pt idx="1693">
                  <c:v>1916.623</c:v>
                </c:pt>
                <c:pt idx="1694">
                  <c:v>1917.105</c:v>
                </c:pt>
                <c:pt idx="1695">
                  <c:v>1917.587</c:v>
                </c:pt>
                <c:pt idx="1696">
                  <c:v>1918.07</c:v>
                </c:pt>
                <c:pt idx="1697">
                  <c:v>1918.5519999999999</c:v>
                </c:pt>
                <c:pt idx="1698">
                  <c:v>1919.0340000000001</c:v>
                </c:pt>
                <c:pt idx="1699">
                  <c:v>1919.5160000000001</c:v>
                </c:pt>
                <c:pt idx="1700">
                  <c:v>1919.998</c:v>
                </c:pt>
                <c:pt idx="1701">
                  <c:v>1920.48</c:v>
                </c:pt>
                <c:pt idx="1702">
                  <c:v>1920.962</c:v>
                </c:pt>
                <c:pt idx="1703">
                  <c:v>1921.444</c:v>
                </c:pt>
                <c:pt idx="1704">
                  <c:v>1921.9269999999999</c:v>
                </c:pt>
                <c:pt idx="1705">
                  <c:v>1922.4090000000001</c:v>
                </c:pt>
                <c:pt idx="1706">
                  <c:v>1922.8910000000001</c:v>
                </c:pt>
                <c:pt idx="1707">
                  <c:v>1923.373</c:v>
                </c:pt>
                <c:pt idx="1708">
                  <c:v>1923.855</c:v>
                </c:pt>
                <c:pt idx="1709">
                  <c:v>1924.337</c:v>
                </c:pt>
                <c:pt idx="1710">
                  <c:v>1924.819</c:v>
                </c:pt>
                <c:pt idx="1711">
                  <c:v>1925.3009999999999</c:v>
                </c:pt>
                <c:pt idx="1712">
                  <c:v>1925.7829999999999</c:v>
                </c:pt>
                <c:pt idx="1713">
                  <c:v>1926.2660000000001</c:v>
                </c:pt>
                <c:pt idx="1714">
                  <c:v>1926.748</c:v>
                </c:pt>
                <c:pt idx="1715">
                  <c:v>1927.23</c:v>
                </c:pt>
                <c:pt idx="1716">
                  <c:v>1927.712</c:v>
                </c:pt>
                <c:pt idx="1717">
                  <c:v>1928.194</c:v>
                </c:pt>
                <c:pt idx="1718">
                  <c:v>1928.6759999999999</c:v>
                </c:pt>
                <c:pt idx="1719">
                  <c:v>1929.1579999999999</c:v>
                </c:pt>
                <c:pt idx="1720">
                  <c:v>1929.64</c:v>
                </c:pt>
                <c:pt idx="1721">
                  <c:v>1930.1220000000001</c:v>
                </c:pt>
                <c:pt idx="1722">
                  <c:v>1930.605</c:v>
                </c:pt>
                <c:pt idx="1723">
                  <c:v>1931.087</c:v>
                </c:pt>
                <c:pt idx="1724">
                  <c:v>1931.569</c:v>
                </c:pt>
                <c:pt idx="1725">
                  <c:v>1932.0509999999999</c:v>
                </c:pt>
                <c:pt idx="1726">
                  <c:v>1932.5329999999999</c:v>
                </c:pt>
                <c:pt idx="1727">
                  <c:v>1933.0150000000001</c:v>
                </c:pt>
                <c:pt idx="1728">
                  <c:v>1933.4970000000001</c:v>
                </c:pt>
                <c:pt idx="1729">
                  <c:v>1933.979</c:v>
                </c:pt>
                <c:pt idx="1730">
                  <c:v>1934.462</c:v>
                </c:pt>
                <c:pt idx="1731">
                  <c:v>1934.944</c:v>
                </c:pt>
                <c:pt idx="1732">
                  <c:v>1935.4259999999999</c:v>
                </c:pt>
                <c:pt idx="1733">
                  <c:v>1935.9079999999999</c:v>
                </c:pt>
                <c:pt idx="1734">
                  <c:v>1936.39</c:v>
                </c:pt>
                <c:pt idx="1735">
                  <c:v>1936.8720000000001</c:v>
                </c:pt>
                <c:pt idx="1736">
                  <c:v>1937.354</c:v>
                </c:pt>
                <c:pt idx="1737">
                  <c:v>1937.836</c:v>
                </c:pt>
                <c:pt idx="1738">
                  <c:v>1938.318</c:v>
                </c:pt>
                <c:pt idx="1739">
                  <c:v>1938.8009999999999</c:v>
                </c:pt>
                <c:pt idx="1740">
                  <c:v>1939.2829999999999</c:v>
                </c:pt>
                <c:pt idx="1741">
                  <c:v>1939.7650000000001</c:v>
                </c:pt>
                <c:pt idx="1742">
                  <c:v>1940.2470000000001</c:v>
                </c:pt>
                <c:pt idx="1743">
                  <c:v>1940.729</c:v>
                </c:pt>
                <c:pt idx="1744">
                  <c:v>1941.211</c:v>
                </c:pt>
                <c:pt idx="1745">
                  <c:v>1941.693</c:v>
                </c:pt>
                <c:pt idx="1746">
                  <c:v>1942.175</c:v>
                </c:pt>
                <c:pt idx="1747">
                  <c:v>1942.6569999999999</c:v>
                </c:pt>
                <c:pt idx="1748">
                  <c:v>1943.14</c:v>
                </c:pt>
                <c:pt idx="1749">
                  <c:v>1943.6220000000001</c:v>
                </c:pt>
                <c:pt idx="1750">
                  <c:v>1944.104</c:v>
                </c:pt>
                <c:pt idx="1751">
                  <c:v>1944.586</c:v>
                </c:pt>
                <c:pt idx="1752">
                  <c:v>1945.068</c:v>
                </c:pt>
                <c:pt idx="1753">
                  <c:v>1945.55</c:v>
                </c:pt>
                <c:pt idx="1754">
                  <c:v>1946.0319999999999</c:v>
                </c:pt>
                <c:pt idx="1755">
                  <c:v>1946.5139999999999</c:v>
                </c:pt>
                <c:pt idx="1756">
                  <c:v>1946.9970000000001</c:v>
                </c:pt>
                <c:pt idx="1757">
                  <c:v>1947.479</c:v>
                </c:pt>
                <c:pt idx="1758">
                  <c:v>1947.961</c:v>
                </c:pt>
                <c:pt idx="1759">
                  <c:v>1948.443</c:v>
                </c:pt>
                <c:pt idx="1760">
                  <c:v>1948.925</c:v>
                </c:pt>
                <c:pt idx="1761">
                  <c:v>1949.4069999999999</c:v>
                </c:pt>
                <c:pt idx="1762">
                  <c:v>1949.8889999999999</c:v>
                </c:pt>
                <c:pt idx="1763">
                  <c:v>1950.3710000000001</c:v>
                </c:pt>
                <c:pt idx="1764">
                  <c:v>1950.854</c:v>
                </c:pt>
                <c:pt idx="1765">
                  <c:v>1951.336</c:v>
                </c:pt>
                <c:pt idx="1766">
                  <c:v>1951.818</c:v>
                </c:pt>
                <c:pt idx="1767">
                  <c:v>1952.3</c:v>
                </c:pt>
                <c:pt idx="1768">
                  <c:v>1952.7819999999999</c:v>
                </c:pt>
                <c:pt idx="1769">
                  <c:v>1953.2639999999999</c:v>
                </c:pt>
                <c:pt idx="1770">
                  <c:v>1953.7460000000001</c:v>
                </c:pt>
                <c:pt idx="1771">
                  <c:v>1954.2280000000001</c:v>
                </c:pt>
                <c:pt idx="1772">
                  <c:v>1954.71</c:v>
                </c:pt>
                <c:pt idx="1773">
                  <c:v>1955.193</c:v>
                </c:pt>
                <c:pt idx="1774">
                  <c:v>1955.675</c:v>
                </c:pt>
                <c:pt idx="1775">
                  <c:v>1956.1569999999999</c:v>
                </c:pt>
                <c:pt idx="1776">
                  <c:v>1956.6389999999999</c:v>
                </c:pt>
                <c:pt idx="1777">
                  <c:v>1957.1210000000001</c:v>
                </c:pt>
                <c:pt idx="1778">
                  <c:v>1957.6030000000001</c:v>
                </c:pt>
                <c:pt idx="1779">
                  <c:v>1958.085</c:v>
                </c:pt>
                <c:pt idx="1780">
                  <c:v>1958.567</c:v>
                </c:pt>
                <c:pt idx="1781">
                  <c:v>1959.049</c:v>
                </c:pt>
                <c:pt idx="1782">
                  <c:v>1959.5319999999999</c:v>
                </c:pt>
                <c:pt idx="1783">
                  <c:v>1960.0139999999999</c:v>
                </c:pt>
                <c:pt idx="1784">
                  <c:v>1960.4960000000001</c:v>
                </c:pt>
                <c:pt idx="1785">
                  <c:v>1960.9780000000001</c:v>
                </c:pt>
                <c:pt idx="1786">
                  <c:v>1961.46</c:v>
                </c:pt>
                <c:pt idx="1787">
                  <c:v>1961.942</c:v>
                </c:pt>
                <c:pt idx="1788">
                  <c:v>1962.424</c:v>
                </c:pt>
                <c:pt idx="1789">
                  <c:v>1962.9059999999999</c:v>
                </c:pt>
                <c:pt idx="1790">
                  <c:v>1963.3889999999999</c:v>
                </c:pt>
                <c:pt idx="1791">
                  <c:v>1963.8710000000001</c:v>
                </c:pt>
                <c:pt idx="1792">
                  <c:v>1964.3530000000001</c:v>
                </c:pt>
                <c:pt idx="1793">
                  <c:v>1964.835</c:v>
                </c:pt>
                <c:pt idx="1794">
                  <c:v>1965.317</c:v>
                </c:pt>
                <c:pt idx="1795">
                  <c:v>1965.799</c:v>
                </c:pt>
                <c:pt idx="1796">
                  <c:v>1966.2809999999999</c:v>
                </c:pt>
                <c:pt idx="1797">
                  <c:v>1966.7629999999999</c:v>
                </c:pt>
                <c:pt idx="1798">
                  <c:v>1967.2449999999999</c:v>
                </c:pt>
                <c:pt idx="1799">
                  <c:v>1967.7280000000001</c:v>
                </c:pt>
                <c:pt idx="1800">
                  <c:v>1968.21</c:v>
                </c:pt>
                <c:pt idx="1801">
                  <c:v>1968.692</c:v>
                </c:pt>
                <c:pt idx="1802">
                  <c:v>1969.174</c:v>
                </c:pt>
                <c:pt idx="1803">
                  <c:v>1969.6559999999999</c:v>
                </c:pt>
                <c:pt idx="1804">
                  <c:v>1970.1379999999999</c:v>
                </c:pt>
                <c:pt idx="1805">
                  <c:v>1970.62</c:v>
                </c:pt>
                <c:pt idx="1806">
                  <c:v>1971.1020000000001</c:v>
                </c:pt>
                <c:pt idx="1807">
                  <c:v>1971.5840000000001</c:v>
                </c:pt>
                <c:pt idx="1808">
                  <c:v>1972.067</c:v>
                </c:pt>
                <c:pt idx="1809">
                  <c:v>1972.549</c:v>
                </c:pt>
                <c:pt idx="1810">
                  <c:v>1973.0309999999999</c:v>
                </c:pt>
                <c:pt idx="1811">
                  <c:v>1973.5129999999999</c:v>
                </c:pt>
                <c:pt idx="1812">
                  <c:v>1973.9949999999999</c:v>
                </c:pt>
                <c:pt idx="1813">
                  <c:v>1974.4770000000001</c:v>
                </c:pt>
                <c:pt idx="1814">
                  <c:v>1974.9590000000001</c:v>
                </c:pt>
                <c:pt idx="1815">
                  <c:v>1975.441</c:v>
                </c:pt>
                <c:pt idx="1816">
                  <c:v>1975.924</c:v>
                </c:pt>
                <c:pt idx="1817">
                  <c:v>1976.4059999999999</c:v>
                </c:pt>
                <c:pt idx="1818">
                  <c:v>1976.8879999999999</c:v>
                </c:pt>
                <c:pt idx="1819">
                  <c:v>1977.37</c:v>
                </c:pt>
                <c:pt idx="1820">
                  <c:v>1977.8520000000001</c:v>
                </c:pt>
                <c:pt idx="1821">
                  <c:v>1978.3340000000001</c:v>
                </c:pt>
                <c:pt idx="1822">
                  <c:v>1978.816</c:v>
                </c:pt>
                <c:pt idx="1823">
                  <c:v>1979.298</c:v>
                </c:pt>
                <c:pt idx="1824">
                  <c:v>1979.7809999999999</c:v>
                </c:pt>
                <c:pt idx="1825">
                  <c:v>1980.2629999999999</c:v>
                </c:pt>
                <c:pt idx="1826">
                  <c:v>1980.7449999999999</c:v>
                </c:pt>
                <c:pt idx="1827">
                  <c:v>1981.2270000000001</c:v>
                </c:pt>
                <c:pt idx="1828">
                  <c:v>1981.7090000000001</c:v>
                </c:pt>
                <c:pt idx="1829">
                  <c:v>1982.191</c:v>
                </c:pt>
                <c:pt idx="1830">
                  <c:v>1982.673</c:v>
                </c:pt>
                <c:pt idx="1831">
                  <c:v>1983.155</c:v>
                </c:pt>
                <c:pt idx="1832">
                  <c:v>1983.6369999999999</c:v>
                </c:pt>
                <c:pt idx="1833">
                  <c:v>1984.12</c:v>
                </c:pt>
                <c:pt idx="1834">
                  <c:v>1984.6020000000001</c:v>
                </c:pt>
                <c:pt idx="1835">
                  <c:v>1985.0840000000001</c:v>
                </c:pt>
                <c:pt idx="1836">
                  <c:v>1985.566</c:v>
                </c:pt>
                <c:pt idx="1837">
                  <c:v>1986.048</c:v>
                </c:pt>
                <c:pt idx="1838">
                  <c:v>1986.53</c:v>
                </c:pt>
                <c:pt idx="1839">
                  <c:v>1987.0119999999999</c:v>
                </c:pt>
                <c:pt idx="1840">
                  <c:v>1987.4939999999999</c:v>
                </c:pt>
                <c:pt idx="1841">
                  <c:v>1987.9760000000001</c:v>
                </c:pt>
                <c:pt idx="1842">
                  <c:v>1988.4590000000001</c:v>
                </c:pt>
                <c:pt idx="1843">
                  <c:v>1988.941</c:v>
                </c:pt>
                <c:pt idx="1844">
                  <c:v>1989.423</c:v>
                </c:pt>
                <c:pt idx="1845">
                  <c:v>1989.905</c:v>
                </c:pt>
                <c:pt idx="1846">
                  <c:v>1990.3869999999999</c:v>
                </c:pt>
                <c:pt idx="1847">
                  <c:v>1990.8689999999999</c:v>
                </c:pt>
                <c:pt idx="1848">
                  <c:v>1991.3510000000001</c:v>
                </c:pt>
                <c:pt idx="1849">
                  <c:v>1991.8330000000001</c:v>
                </c:pt>
                <c:pt idx="1850">
                  <c:v>1992.316</c:v>
                </c:pt>
                <c:pt idx="1851">
                  <c:v>1992.798</c:v>
                </c:pt>
                <c:pt idx="1852">
                  <c:v>1993.28</c:v>
                </c:pt>
                <c:pt idx="1853">
                  <c:v>1993.7619999999999</c:v>
                </c:pt>
                <c:pt idx="1854">
                  <c:v>1994.2439999999999</c:v>
                </c:pt>
                <c:pt idx="1855">
                  <c:v>1994.7260000000001</c:v>
                </c:pt>
                <c:pt idx="1856">
                  <c:v>1995.2080000000001</c:v>
                </c:pt>
                <c:pt idx="1857">
                  <c:v>1995.69</c:v>
                </c:pt>
                <c:pt idx="1858">
                  <c:v>1996.172</c:v>
                </c:pt>
                <c:pt idx="1859">
                  <c:v>1996.655</c:v>
                </c:pt>
                <c:pt idx="1860">
                  <c:v>1997.1369999999999</c:v>
                </c:pt>
                <c:pt idx="1861">
                  <c:v>1997.6189999999999</c:v>
                </c:pt>
                <c:pt idx="1862">
                  <c:v>1998.1010000000001</c:v>
                </c:pt>
                <c:pt idx="1863">
                  <c:v>1998.5830000000001</c:v>
                </c:pt>
                <c:pt idx="1864">
                  <c:v>1999.0650000000001</c:v>
                </c:pt>
                <c:pt idx="1865">
                  <c:v>1999.547</c:v>
                </c:pt>
                <c:pt idx="1866">
                  <c:v>2000.029</c:v>
                </c:pt>
                <c:pt idx="1867">
                  <c:v>2000.511</c:v>
                </c:pt>
                <c:pt idx="1868">
                  <c:v>2000.9939999999999</c:v>
                </c:pt>
                <c:pt idx="1869">
                  <c:v>2001.4760000000001</c:v>
                </c:pt>
                <c:pt idx="1870">
                  <c:v>2001.9580000000001</c:v>
                </c:pt>
                <c:pt idx="1871">
                  <c:v>2002.44</c:v>
                </c:pt>
                <c:pt idx="1872">
                  <c:v>2002.922</c:v>
                </c:pt>
                <c:pt idx="1873">
                  <c:v>2003.404</c:v>
                </c:pt>
                <c:pt idx="1874">
                  <c:v>2003.886</c:v>
                </c:pt>
                <c:pt idx="1875">
                  <c:v>2004.3679999999999</c:v>
                </c:pt>
                <c:pt idx="1876">
                  <c:v>2004.8510000000001</c:v>
                </c:pt>
                <c:pt idx="1877">
                  <c:v>2005.3330000000001</c:v>
                </c:pt>
                <c:pt idx="1878">
                  <c:v>2005.8150000000001</c:v>
                </c:pt>
                <c:pt idx="1879">
                  <c:v>2006.297</c:v>
                </c:pt>
                <c:pt idx="1880">
                  <c:v>2006.779</c:v>
                </c:pt>
                <c:pt idx="1881">
                  <c:v>2007.261</c:v>
                </c:pt>
                <c:pt idx="1882">
                  <c:v>2007.7429999999999</c:v>
                </c:pt>
                <c:pt idx="1883">
                  <c:v>2008.2249999999999</c:v>
                </c:pt>
                <c:pt idx="1884">
                  <c:v>2008.7080000000001</c:v>
                </c:pt>
                <c:pt idx="1885">
                  <c:v>2009.19</c:v>
                </c:pt>
                <c:pt idx="1886">
                  <c:v>2009.672</c:v>
                </c:pt>
                <c:pt idx="1887">
                  <c:v>2010.154</c:v>
                </c:pt>
                <c:pt idx="1888">
                  <c:v>2010.636</c:v>
                </c:pt>
                <c:pt idx="1889">
                  <c:v>2011.1179999999999</c:v>
                </c:pt>
                <c:pt idx="1890">
                  <c:v>2011.6</c:v>
                </c:pt>
                <c:pt idx="1891">
                  <c:v>2012.0820000000001</c:v>
                </c:pt>
                <c:pt idx="1892">
                  <c:v>2012.5640000000001</c:v>
                </c:pt>
                <c:pt idx="1893">
                  <c:v>2013.047</c:v>
                </c:pt>
                <c:pt idx="1894">
                  <c:v>2013.529</c:v>
                </c:pt>
                <c:pt idx="1895">
                  <c:v>2014.011</c:v>
                </c:pt>
                <c:pt idx="1896">
                  <c:v>2014.4929999999999</c:v>
                </c:pt>
                <c:pt idx="1897">
                  <c:v>2014.9749999999999</c:v>
                </c:pt>
                <c:pt idx="1898">
                  <c:v>2015.4570000000001</c:v>
                </c:pt>
                <c:pt idx="1899">
                  <c:v>2015.9390000000001</c:v>
                </c:pt>
                <c:pt idx="1900">
                  <c:v>2016.421</c:v>
                </c:pt>
                <c:pt idx="1901">
                  <c:v>2016.903</c:v>
                </c:pt>
                <c:pt idx="1902">
                  <c:v>2017.386</c:v>
                </c:pt>
                <c:pt idx="1903">
                  <c:v>2017.8679999999999</c:v>
                </c:pt>
                <c:pt idx="1904">
                  <c:v>2018.35</c:v>
                </c:pt>
                <c:pt idx="1905">
                  <c:v>2018.8320000000001</c:v>
                </c:pt>
                <c:pt idx="1906">
                  <c:v>2019.3140000000001</c:v>
                </c:pt>
                <c:pt idx="1907">
                  <c:v>2019.796</c:v>
                </c:pt>
                <c:pt idx="1908">
                  <c:v>2020.278</c:v>
                </c:pt>
                <c:pt idx="1909">
                  <c:v>2020.76</c:v>
                </c:pt>
                <c:pt idx="1910">
                  <c:v>2021.2429999999999</c:v>
                </c:pt>
                <c:pt idx="1911">
                  <c:v>2021.7249999999999</c:v>
                </c:pt>
                <c:pt idx="1912">
                  <c:v>2022.2070000000001</c:v>
                </c:pt>
                <c:pt idx="1913">
                  <c:v>2022.6890000000001</c:v>
                </c:pt>
                <c:pt idx="1914">
                  <c:v>2023.171</c:v>
                </c:pt>
                <c:pt idx="1915">
                  <c:v>2023.653</c:v>
                </c:pt>
                <c:pt idx="1916">
                  <c:v>2024.135</c:v>
                </c:pt>
                <c:pt idx="1917">
                  <c:v>2024.617</c:v>
                </c:pt>
                <c:pt idx="1918">
                  <c:v>2025.0989999999999</c:v>
                </c:pt>
                <c:pt idx="1919">
                  <c:v>2025.5820000000001</c:v>
                </c:pt>
                <c:pt idx="1920">
                  <c:v>2026.0640000000001</c:v>
                </c:pt>
                <c:pt idx="1921">
                  <c:v>2026.546</c:v>
                </c:pt>
                <c:pt idx="1922">
                  <c:v>2027.028</c:v>
                </c:pt>
                <c:pt idx="1923">
                  <c:v>2027.51</c:v>
                </c:pt>
                <c:pt idx="1924">
                  <c:v>2027.992</c:v>
                </c:pt>
                <c:pt idx="1925">
                  <c:v>2028.4739999999999</c:v>
                </c:pt>
                <c:pt idx="1926">
                  <c:v>2028.9559999999999</c:v>
                </c:pt>
                <c:pt idx="1927">
                  <c:v>2029.4380000000001</c:v>
                </c:pt>
                <c:pt idx="1928">
                  <c:v>2029.921</c:v>
                </c:pt>
                <c:pt idx="1929">
                  <c:v>2030.403</c:v>
                </c:pt>
                <c:pt idx="1930">
                  <c:v>2030.885</c:v>
                </c:pt>
                <c:pt idx="1931">
                  <c:v>2031.367</c:v>
                </c:pt>
                <c:pt idx="1932">
                  <c:v>2031.8489999999999</c:v>
                </c:pt>
                <c:pt idx="1933">
                  <c:v>2032.3309999999999</c:v>
                </c:pt>
                <c:pt idx="1934">
                  <c:v>2032.8130000000001</c:v>
                </c:pt>
                <c:pt idx="1935">
                  <c:v>2033.2950000000001</c:v>
                </c:pt>
                <c:pt idx="1936">
                  <c:v>2033.778</c:v>
                </c:pt>
                <c:pt idx="1937">
                  <c:v>2034.26</c:v>
                </c:pt>
                <c:pt idx="1938">
                  <c:v>2034.742</c:v>
                </c:pt>
                <c:pt idx="1939">
                  <c:v>2035.2239999999999</c:v>
                </c:pt>
                <c:pt idx="1940">
                  <c:v>2035.7059999999999</c:v>
                </c:pt>
                <c:pt idx="1941">
                  <c:v>2036.1880000000001</c:v>
                </c:pt>
                <c:pt idx="1942">
                  <c:v>2036.67</c:v>
                </c:pt>
                <c:pt idx="1943">
                  <c:v>2037.152</c:v>
                </c:pt>
                <c:pt idx="1944">
                  <c:v>2037.635</c:v>
                </c:pt>
                <c:pt idx="1945">
                  <c:v>2038.117</c:v>
                </c:pt>
                <c:pt idx="1946">
                  <c:v>2038.5989999999999</c:v>
                </c:pt>
                <c:pt idx="1947">
                  <c:v>2039.0809999999999</c:v>
                </c:pt>
                <c:pt idx="1948">
                  <c:v>2039.5630000000001</c:v>
                </c:pt>
                <c:pt idx="1949">
                  <c:v>2040.0450000000001</c:v>
                </c:pt>
                <c:pt idx="1950">
                  <c:v>2040.527</c:v>
                </c:pt>
                <c:pt idx="1951">
                  <c:v>2041.009</c:v>
                </c:pt>
                <c:pt idx="1952">
                  <c:v>2041.491</c:v>
                </c:pt>
                <c:pt idx="1953">
                  <c:v>2041.9739999999999</c:v>
                </c:pt>
                <c:pt idx="1954">
                  <c:v>2042.4559999999999</c:v>
                </c:pt>
                <c:pt idx="1955">
                  <c:v>2042.9380000000001</c:v>
                </c:pt>
                <c:pt idx="1956">
                  <c:v>2043.42</c:v>
                </c:pt>
                <c:pt idx="1957">
                  <c:v>2043.902</c:v>
                </c:pt>
                <c:pt idx="1958">
                  <c:v>2044.384</c:v>
                </c:pt>
                <c:pt idx="1959">
                  <c:v>2044.866</c:v>
                </c:pt>
                <c:pt idx="1960">
                  <c:v>2045.348</c:v>
                </c:pt>
                <c:pt idx="1961">
                  <c:v>2045.83</c:v>
                </c:pt>
                <c:pt idx="1962">
                  <c:v>2046.3130000000001</c:v>
                </c:pt>
                <c:pt idx="1963">
                  <c:v>2046.7950000000001</c:v>
                </c:pt>
                <c:pt idx="1964">
                  <c:v>2047.277</c:v>
                </c:pt>
                <c:pt idx="1965">
                  <c:v>2047.759</c:v>
                </c:pt>
                <c:pt idx="1966">
                  <c:v>2048.241</c:v>
                </c:pt>
                <c:pt idx="1967">
                  <c:v>2048.723</c:v>
                </c:pt>
                <c:pt idx="1968">
                  <c:v>2049.2049999999999</c:v>
                </c:pt>
                <c:pt idx="1969">
                  <c:v>2049.6880000000001</c:v>
                </c:pt>
                <c:pt idx="1970">
                  <c:v>2050.1689999999999</c:v>
                </c:pt>
                <c:pt idx="1971">
                  <c:v>2050.652</c:v>
                </c:pt>
                <c:pt idx="1972">
                  <c:v>2051.134</c:v>
                </c:pt>
                <c:pt idx="1973">
                  <c:v>2051.616</c:v>
                </c:pt>
                <c:pt idx="1974">
                  <c:v>2052.098</c:v>
                </c:pt>
                <c:pt idx="1975">
                  <c:v>2052.58</c:v>
                </c:pt>
                <c:pt idx="1976">
                  <c:v>2053.0619999999999</c:v>
                </c:pt>
                <c:pt idx="1977">
                  <c:v>2053.5439999999999</c:v>
                </c:pt>
                <c:pt idx="1978">
                  <c:v>2054.0259999999998</c:v>
                </c:pt>
                <c:pt idx="1979">
                  <c:v>2054.509</c:v>
                </c:pt>
                <c:pt idx="1980">
                  <c:v>2054.991</c:v>
                </c:pt>
                <c:pt idx="1981">
                  <c:v>2055.473</c:v>
                </c:pt>
                <c:pt idx="1982">
                  <c:v>2055.9549999999999</c:v>
                </c:pt>
                <c:pt idx="1983">
                  <c:v>2056.4369999999999</c:v>
                </c:pt>
                <c:pt idx="1984">
                  <c:v>2056.9189999999999</c:v>
                </c:pt>
                <c:pt idx="1985">
                  <c:v>2057.4009999999998</c:v>
                </c:pt>
                <c:pt idx="1986">
                  <c:v>2057.8829999999998</c:v>
                </c:pt>
                <c:pt idx="1987">
                  <c:v>2058.3649999999998</c:v>
                </c:pt>
                <c:pt idx="1988">
                  <c:v>2058.848</c:v>
                </c:pt>
                <c:pt idx="1989">
                  <c:v>2059.33</c:v>
                </c:pt>
                <c:pt idx="1990">
                  <c:v>2059.8119999999999</c:v>
                </c:pt>
                <c:pt idx="1991">
                  <c:v>2060.2939999999999</c:v>
                </c:pt>
                <c:pt idx="1992">
                  <c:v>2060.7759999999998</c:v>
                </c:pt>
                <c:pt idx="1993">
                  <c:v>2061.2579999999998</c:v>
                </c:pt>
                <c:pt idx="1994">
                  <c:v>2061.7399999999998</c:v>
                </c:pt>
                <c:pt idx="1995">
                  <c:v>2062.2220000000002</c:v>
                </c:pt>
                <c:pt idx="1996">
                  <c:v>2062.7049999999999</c:v>
                </c:pt>
                <c:pt idx="1997">
                  <c:v>2063.1869999999999</c:v>
                </c:pt>
                <c:pt idx="1998">
                  <c:v>2063.6689999999999</c:v>
                </c:pt>
                <c:pt idx="1999">
                  <c:v>2064.1509999999998</c:v>
                </c:pt>
                <c:pt idx="2000">
                  <c:v>2064.6329999999998</c:v>
                </c:pt>
                <c:pt idx="2001">
                  <c:v>2065.1149999999998</c:v>
                </c:pt>
                <c:pt idx="2002">
                  <c:v>2065.5970000000002</c:v>
                </c:pt>
                <c:pt idx="2003">
                  <c:v>2066.0790000000002</c:v>
                </c:pt>
                <c:pt idx="2004">
                  <c:v>2066.5619999999999</c:v>
                </c:pt>
                <c:pt idx="2005">
                  <c:v>2067.0439999999999</c:v>
                </c:pt>
                <c:pt idx="2006">
                  <c:v>2067.5259999999998</c:v>
                </c:pt>
                <c:pt idx="2007">
                  <c:v>2068.0079999999998</c:v>
                </c:pt>
                <c:pt idx="2008">
                  <c:v>2068.4899999999998</c:v>
                </c:pt>
                <c:pt idx="2009">
                  <c:v>2068.9720000000002</c:v>
                </c:pt>
                <c:pt idx="2010">
                  <c:v>2069.4540000000002</c:v>
                </c:pt>
                <c:pt idx="2011">
                  <c:v>2069.9360000000001</c:v>
                </c:pt>
                <c:pt idx="2012">
                  <c:v>2070.4180000000001</c:v>
                </c:pt>
                <c:pt idx="2013">
                  <c:v>2070.9009999999998</c:v>
                </c:pt>
                <c:pt idx="2014">
                  <c:v>2071.3829999999998</c:v>
                </c:pt>
                <c:pt idx="2015">
                  <c:v>2071.8649999999998</c:v>
                </c:pt>
                <c:pt idx="2016">
                  <c:v>2072.3470000000002</c:v>
                </c:pt>
                <c:pt idx="2017">
                  <c:v>2072.8290000000002</c:v>
                </c:pt>
                <c:pt idx="2018">
                  <c:v>2073.3110000000001</c:v>
                </c:pt>
                <c:pt idx="2019">
                  <c:v>2073.7930000000001</c:v>
                </c:pt>
                <c:pt idx="2020">
                  <c:v>2074.2750000000001</c:v>
                </c:pt>
                <c:pt idx="2021">
                  <c:v>2074.7579999999998</c:v>
                </c:pt>
                <c:pt idx="2022">
                  <c:v>2075.2399999999998</c:v>
                </c:pt>
                <c:pt idx="2023">
                  <c:v>2075.7220000000002</c:v>
                </c:pt>
                <c:pt idx="2024">
                  <c:v>2076.2040000000002</c:v>
                </c:pt>
                <c:pt idx="2025">
                  <c:v>2076.6860000000001</c:v>
                </c:pt>
                <c:pt idx="2026">
                  <c:v>2077.1680000000001</c:v>
                </c:pt>
                <c:pt idx="2027">
                  <c:v>2077.65</c:v>
                </c:pt>
                <c:pt idx="2028">
                  <c:v>2078.1320000000001</c:v>
                </c:pt>
                <c:pt idx="2029">
                  <c:v>2078.6149999999998</c:v>
                </c:pt>
                <c:pt idx="2030">
                  <c:v>2079.096</c:v>
                </c:pt>
                <c:pt idx="2031">
                  <c:v>2079.5790000000002</c:v>
                </c:pt>
                <c:pt idx="2032">
                  <c:v>2080.0610000000001</c:v>
                </c:pt>
                <c:pt idx="2033">
                  <c:v>2080.5430000000001</c:v>
                </c:pt>
                <c:pt idx="2034">
                  <c:v>2081.0250000000001</c:v>
                </c:pt>
                <c:pt idx="2035">
                  <c:v>2081.5070000000001</c:v>
                </c:pt>
                <c:pt idx="2036">
                  <c:v>2081.989</c:v>
                </c:pt>
                <c:pt idx="2037">
                  <c:v>2082.471</c:v>
                </c:pt>
                <c:pt idx="2038">
                  <c:v>2082.953</c:v>
                </c:pt>
                <c:pt idx="2039">
                  <c:v>2083.4360000000001</c:v>
                </c:pt>
                <c:pt idx="2040">
                  <c:v>2083.9180000000001</c:v>
                </c:pt>
                <c:pt idx="2041">
                  <c:v>2084.4</c:v>
                </c:pt>
                <c:pt idx="2042">
                  <c:v>2084.8820000000001</c:v>
                </c:pt>
                <c:pt idx="2043">
                  <c:v>2085.364</c:v>
                </c:pt>
                <c:pt idx="2044">
                  <c:v>2085.846</c:v>
                </c:pt>
                <c:pt idx="2045">
                  <c:v>2086.328</c:v>
                </c:pt>
                <c:pt idx="2046">
                  <c:v>2086.81</c:v>
                </c:pt>
                <c:pt idx="2047">
                  <c:v>2087.2919999999999</c:v>
                </c:pt>
                <c:pt idx="2048">
                  <c:v>2087.7750000000001</c:v>
                </c:pt>
                <c:pt idx="2049">
                  <c:v>2088.2570000000001</c:v>
                </c:pt>
                <c:pt idx="2050">
                  <c:v>2088.739</c:v>
                </c:pt>
                <c:pt idx="2051">
                  <c:v>2089.221</c:v>
                </c:pt>
                <c:pt idx="2052">
                  <c:v>2089.703</c:v>
                </c:pt>
                <c:pt idx="2053">
                  <c:v>2090.1849999999999</c:v>
                </c:pt>
                <c:pt idx="2054">
                  <c:v>2090.6669999999999</c:v>
                </c:pt>
                <c:pt idx="2055">
                  <c:v>2091.1489999999999</c:v>
                </c:pt>
                <c:pt idx="2056">
                  <c:v>2091.6320000000001</c:v>
                </c:pt>
                <c:pt idx="2057">
                  <c:v>2092.114</c:v>
                </c:pt>
                <c:pt idx="2058">
                  <c:v>2092.596</c:v>
                </c:pt>
                <c:pt idx="2059">
                  <c:v>2093.078</c:v>
                </c:pt>
                <c:pt idx="2060">
                  <c:v>2093.56</c:v>
                </c:pt>
                <c:pt idx="2061">
                  <c:v>2094.0419999999999</c:v>
                </c:pt>
                <c:pt idx="2062">
                  <c:v>2094.5239999999999</c:v>
                </c:pt>
                <c:pt idx="2063">
                  <c:v>2095.0059999999999</c:v>
                </c:pt>
                <c:pt idx="2064">
                  <c:v>2095.489</c:v>
                </c:pt>
                <c:pt idx="2065">
                  <c:v>2095.971</c:v>
                </c:pt>
                <c:pt idx="2066">
                  <c:v>2096.453</c:v>
                </c:pt>
                <c:pt idx="2067">
                  <c:v>2096.9349999999999</c:v>
                </c:pt>
                <c:pt idx="2068">
                  <c:v>2097.4169999999999</c:v>
                </c:pt>
                <c:pt idx="2069">
                  <c:v>2097.8989999999999</c:v>
                </c:pt>
                <c:pt idx="2070">
                  <c:v>2098.3809999999999</c:v>
                </c:pt>
                <c:pt idx="2071">
                  <c:v>2098.8629999999998</c:v>
                </c:pt>
                <c:pt idx="2072">
                  <c:v>2099.3449999999998</c:v>
                </c:pt>
                <c:pt idx="2073">
                  <c:v>2099.828</c:v>
                </c:pt>
                <c:pt idx="2074">
                  <c:v>2100.31</c:v>
                </c:pt>
                <c:pt idx="2075">
                  <c:v>2100.7919999999999</c:v>
                </c:pt>
                <c:pt idx="2076">
                  <c:v>2101.2739999999999</c:v>
                </c:pt>
                <c:pt idx="2077">
                  <c:v>2101.7559999999999</c:v>
                </c:pt>
                <c:pt idx="2078">
                  <c:v>2102.2379999999998</c:v>
                </c:pt>
                <c:pt idx="2079">
                  <c:v>2102.7199999999998</c:v>
                </c:pt>
                <c:pt idx="2080">
                  <c:v>2103.2020000000002</c:v>
                </c:pt>
                <c:pt idx="2081">
                  <c:v>2103.6849999999999</c:v>
                </c:pt>
                <c:pt idx="2082">
                  <c:v>2104.1669999999999</c:v>
                </c:pt>
                <c:pt idx="2083">
                  <c:v>2104.6489999999999</c:v>
                </c:pt>
                <c:pt idx="2084">
                  <c:v>2105.1309999999999</c:v>
                </c:pt>
                <c:pt idx="2085">
                  <c:v>2105.6129999999998</c:v>
                </c:pt>
                <c:pt idx="2086">
                  <c:v>2106.0949999999998</c:v>
                </c:pt>
                <c:pt idx="2087">
                  <c:v>2106.5770000000002</c:v>
                </c:pt>
                <c:pt idx="2088">
                  <c:v>2107.0590000000002</c:v>
                </c:pt>
                <c:pt idx="2089">
                  <c:v>2107.5419999999999</c:v>
                </c:pt>
                <c:pt idx="2090">
                  <c:v>2108.0239999999999</c:v>
                </c:pt>
                <c:pt idx="2091">
                  <c:v>2108.5059999999999</c:v>
                </c:pt>
                <c:pt idx="2092">
                  <c:v>2108.9879999999998</c:v>
                </c:pt>
                <c:pt idx="2093">
                  <c:v>2109.4699999999998</c:v>
                </c:pt>
                <c:pt idx="2094">
                  <c:v>2109.9520000000002</c:v>
                </c:pt>
                <c:pt idx="2095">
                  <c:v>2110.4340000000002</c:v>
                </c:pt>
                <c:pt idx="2096">
                  <c:v>2110.9160000000002</c:v>
                </c:pt>
                <c:pt idx="2097">
                  <c:v>2111.3980000000001</c:v>
                </c:pt>
                <c:pt idx="2098">
                  <c:v>2111.8809999999999</c:v>
                </c:pt>
                <c:pt idx="2099">
                  <c:v>2112.3629999999998</c:v>
                </c:pt>
                <c:pt idx="2100">
                  <c:v>2112.8449999999998</c:v>
                </c:pt>
                <c:pt idx="2101">
                  <c:v>2113.3270000000002</c:v>
                </c:pt>
                <c:pt idx="2102">
                  <c:v>2113.8090000000002</c:v>
                </c:pt>
                <c:pt idx="2103">
                  <c:v>2114.2910000000002</c:v>
                </c:pt>
                <c:pt idx="2104">
                  <c:v>2114.7730000000001</c:v>
                </c:pt>
                <c:pt idx="2105">
                  <c:v>2115.2550000000001</c:v>
                </c:pt>
                <c:pt idx="2106">
                  <c:v>2115.7379999999998</c:v>
                </c:pt>
                <c:pt idx="2107">
                  <c:v>2116.2190000000001</c:v>
                </c:pt>
                <c:pt idx="2108">
                  <c:v>2116.7020000000002</c:v>
                </c:pt>
                <c:pt idx="2109">
                  <c:v>2117.1840000000002</c:v>
                </c:pt>
                <c:pt idx="2110">
                  <c:v>2117.6660000000002</c:v>
                </c:pt>
                <c:pt idx="2111">
                  <c:v>2118.1480000000001</c:v>
                </c:pt>
                <c:pt idx="2112">
                  <c:v>2118.63</c:v>
                </c:pt>
                <c:pt idx="2113">
                  <c:v>2119.1120000000001</c:v>
                </c:pt>
                <c:pt idx="2114">
                  <c:v>2119.5940000000001</c:v>
                </c:pt>
                <c:pt idx="2115">
                  <c:v>2120.076</c:v>
                </c:pt>
                <c:pt idx="2116">
                  <c:v>2120.5590000000002</c:v>
                </c:pt>
                <c:pt idx="2117">
                  <c:v>2121.0410000000002</c:v>
                </c:pt>
                <c:pt idx="2118">
                  <c:v>2121.5230000000001</c:v>
                </c:pt>
                <c:pt idx="2119">
                  <c:v>2122.0050000000001</c:v>
                </c:pt>
                <c:pt idx="2120">
                  <c:v>2122.4870000000001</c:v>
                </c:pt>
                <c:pt idx="2121">
                  <c:v>2122.9690000000001</c:v>
                </c:pt>
                <c:pt idx="2122">
                  <c:v>2123.451</c:v>
                </c:pt>
                <c:pt idx="2123">
                  <c:v>2123.933</c:v>
                </c:pt>
                <c:pt idx="2124">
                  <c:v>2124.4160000000002</c:v>
                </c:pt>
                <c:pt idx="2125">
                  <c:v>2124.8980000000001</c:v>
                </c:pt>
                <c:pt idx="2126">
                  <c:v>2125.38</c:v>
                </c:pt>
                <c:pt idx="2127">
                  <c:v>2125.8620000000001</c:v>
                </c:pt>
                <c:pt idx="2128">
                  <c:v>2126.3440000000001</c:v>
                </c:pt>
                <c:pt idx="2129">
                  <c:v>2126.826</c:v>
                </c:pt>
                <c:pt idx="2130">
                  <c:v>2127.308</c:v>
                </c:pt>
                <c:pt idx="2131">
                  <c:v>2127.79</c:v>
                </c:pt>
                <c:pt idx="2132">
                  <c:v>2128.2719999999999</c:v>
                </c:pt>
                <c:pt idx="2133">
                  <c:v>2128.7550000000001</c:v>
                </c:pt>
                <c:pt idx="2134">
                  <c:v>2129.2370000000001</c:v>
                </c:pt>
                <c:pt idx="2135">
                  <c:v>2129.7190000000001</c:v>
                </c:pt>
                <c:pt idx="2136">
                  <c:v>2130.201</c:v>
                </c:pt>
                <c:pt idx="2137">
                  <c:v>2130.683</c:v>
                </c:pt>
                <c:pt idx="2138">
                  <c:v>2131.165</c:v>
                </c:pt>
                <c:pt idx="2139">
                  <c:v>2131.6469999999999</c:v>
                </c:pt>
                <c:pt idx="2140">
                  <c:v>2132.1289999999999</c:v>
                </c:pt>
                <c:pt idx="2141">
                  <c:v>2132.6120000000001</c:v>
                </c:pt>
                <c:pt idx="2142">
                  <c:v>2133.0940000000001</c:v>
                </c:pt>
                <c:pt idx="2143">
                  <c:v>2133.576</c:v>
                </c:pt>
                <c:pt idx="2144">
                  <c:v>2134.058</c:v>
                </c:pt>
                <c:pt idx="2145">
                  <c:v>2134.54</c:v>
                </c:pt>
                <c:pt idx="2146">
                  <c:v>2135.0219999999999</c:v>
                </c:pt>
                <c:pt idx="2147">
                  <c:v>2135.5039999999999</c:v>
                </c:pt>
                <c:pt idx="2148">
                  <c:v>2135.9859999999999</c:v>
                </c:pt>
                <c:pt idx="2149">
                  <c:v>2136.4690000000001</c:v>
                </c:pt>
                <c:pt idx="2150">
                  <c:v>2136.951</c:v>
                </c:pt>
                <c:pt idx="2151">
                  <c:v>2137.433</c:v>
                </c:pt>
                <c:pt idx="2152">
                  <c:v>2137.915</c:v>
                </c:pt>
                <c:pt idx="2153">
                  <c:v>2138.3969999999999</c:v>
                </c:pt>
                <c:pt idx="2154">
                  <c:v>2138.8789999999999</c:v>
                </c:pt>
                <c:pt idx="2155">
                  <c:v>2139.3609999999999</c:v>
                </c:pt>
                <c:pt idx="2156">
                  <c:v>2139.8429999999998</c:v>
                </c:pt>
                <c:pt idx="2157">
                  <c:v>2140.3249999999998</c:v>
                </c:pt>
                <c:pt idx="2158">
                  <c:v>2140.808</c:v>
                </c:pt>
                <c:pt idx="2159">
                  <c:v>2141.29</c:v>
                </c:pt>
                <c:pt idx="2160">
                  <c:v>2141.7719999999999</c:v>
                </c:pt>
                <c:pt idx="2161">
                  <c:v>2142.2539999999999</c:v>
                </c:pt>
                <c:pt idx="2162">
                  <c:v>2142.7359999999999</c:v>
                </c:pt>
                <c:pt idx="2163">
                  <c:v>2143.2179999999998</c:v>
                </c:pt>
                <c:pt idx="2164">
                  <c:v>2143.6999999999998</c:v>
                </c:pt>
                <c:pt idx="2165">
                  <c:v>2144.1819999999998</c:v>
                </c:pt>
                <c:pt idx="2166">
                  <c:v>2144.665</c:v>
                </c:pt>
                <c:pt idx="2167">
                  <c:v>2145.1460000000002</c:v>
                </c:pt>
                <c:pt idx="2168">
                  <c:v>2145.6289999999999</c:v>
                </c:pt>
                <c:pt idx="2169">
                  <c:v>2146.1109999999999</c:v>
                </c:pt>
                <c:pt idx="2170">
                  <c:v>2146.5929999999998</c:v>
                </c:pt>
                <c:pt idx="2171">
                  <c:v>2147.0749999999998</c:v>
                </c:pt>
                <c:pt idx="2172">
                  <c:v>2147.5569999999998</c:v>
                </c:pt>
                <c:pt idx="2173">
                  <c:v>2148.0390000000002</c:v>
                </c:pt>
                <c:pt idx="2174">
                  <c:v>2148.5210000000002</c:v>
                </c:pt>
                <c:pt idx="2175">
                  <c:v>2149.0030000000002</c:v>
                </c:pt>
                <c:pt idx="2176">
                  <c:v>2149.4859999999999</c:v>
                </c:pt>
                <c:pt idx="2177">
                  <c:v>2149.9679999999998</c:v>
                </c:pt>
                <c:pt idx="2178">
                  <c:v>2150.4499999999998</c:v>
                </c:pt>
                <c:pt idx="2179">
                  <c:v>2150.9319999999998</c:v>
                </c:pt>
                <c:pt idx="2180">
                  <c:v>2151.4140000000002</c:v>
                </c:pt>
                <c:pt idx="2181">
                  <c:v>2151.8960000000002</c:v>
                </c:pt>
                <c:pt idx="2182">
                  <c:v>2152.3780000000002</c:v>
                </c:pt>
                <c:pt idx="2183">
                  <c:v>2152.86</c:v>
                </c:pt>
                <c:pt idx="2184">
                  <c:v>2153.3429999999998</c:v>
                </c:pt>
                <c:pt idx="2185">
                  <c:v>2153.8249999999998</c:v>
                </c:pt>
                <c:pt idx="2186">
                  <c:v>2154.3069999999998</c:v>
                </c:pt>
                <c:pt idx="2187">
                  <c:v>2154.7890000000002</c:v>
                </c:pt>
                <c:pt idx="2188">
                  <c:v>2155.2710000000002</c:v>
                </c:pt>
                <c:pt idx="2189">
                  <c:v>2155.7530000000002</c:v>
                </c:pt>
                <c:pt idx="2190">
                  <c:v>2156.2350000000001</c:v>
                </c:pt>
                <c:pt idx="2191">
                  <c:v>2156.7170000000001</c:v>
                </c:pt>
                <c:pt idx="2192">
                  <c:v>2157.1990000000001</c:v>
                </c:pt>
                <c:pt idx="2193">
                  <c:v>2157.6819999999998</c:v>
                </c:pt>
                <c:pt idx="2194">
                  <c:v>2158.1640000000002</c:v>
                </c:pt>
                <c:pt idx="2195">
                  <c:v>2158.6460000000002</c:v>
                </c:pt>
                <c:pt idx="2196">
                  <c:v>2159.1280000000002</c:v>
                </c:pt>
                <c:pt idx="2197">
                  <c:v>2159.61</c:v>
                </c:pt>
                <c:pt idx="2198">
                  <c:v>2160.0920000000001</c:v>
                </c:pt>
                <c:pt idx="2199">
                  <c:v>2160.5740000000001</c:v>
                </c:pt>
                <c:pt idx="2200">
                  <c:v>2161.056</c:v>
                </c:pt>
                <c:pt idx="2201">
                  <c:v>2161.5390000000002</c:v>
                </c:pt>
                <c:pt idx="2202">
                  <c:v>2162.0210000000002</c:v>
                </c:pt>
                <c:pt idx="2203">
                  <c:v>2162.5030000000002</c:v>
                </c:pt>
                <c:pt idx="2204">
                  <c:v>2162.9850000000001</c:v>
                </c:pt>
                <c:pt idx="2205">
                  <c:v>2163.4670000000001</c:v>
                </c:pt>
                <c:pt idx="2206">
                  <c:v>2163.9490000000001</c:v>
                </c:pt>
                <c:pt idx="2207">
                  <c:v>2164.431</c:v>
                </c:pt>
                <c:pt idx="2208">
                  <c:v>2164.913</c:v>
                </c:pt>
                <c:pt idx="2209">
                  <c:v>2165.3960000000002</c:v>
                </c:pt>
                <c:pt idx="2210">
                  <c:v>2165.8780000000002</c:v>
                </c:pt>
                <c:pt idx="2211">
                  <c:v>2166.36</c:v>
                </c:pt>
                <c:pt idx="2212">
                  <c:v>2166.8420000000001</c:v>
                </c:pt>
                <c:pt idx="2213">
                  <c:v>2167.3240000000001</c:v>
                </c:pt>
                <c:pt idx="2214">
                  <c:v>2167.806</c:v>
                </c:pt>
                <c:pt idx="2215">
                  <c:v>2168.288</c:v>
                </c:pt>
                <c:pt idx="2216">
                  <c:v>2168.77</c:v>
                </c:pt>
                <c:pt idx="2217">
                  <c:v>2169.252</c:v>
                </c:pt>
                <c:pt idx="2218">
                  <c:v>2169.7350000000001</c:v>
                </c:pt>
                <c:pt idx="2219">
                  <c:v>2170.2170000000001</c:v>
                </c:pt>
                <c:pt idx="2220">
                  <c:v>2170.6990000000001</c:v>
                </c:pt>
                <c:pt idx="2221">
                  <c:v>2171.181</c:v>
                </c:pt>
                <c:pt idx="2222">
                  <c:v>2171.663</c:v>
                </c:pt>
                <c:pt idx="2223">
                  <c:v>2172.145</c:v>
                </c:pt>
                <c:pt idx="2224">
                  <c:v>2172.627</c:v>
                </c:pt>
                <c:pt idx="2225">
                  <c:v>2173.1089999999999</c:v>
                </c:pt>
                <c:pt idx="2226">
                  <c:v>2173.5920000000001</c:v>
                </c:pt>
                <c:pt idx="2227">
                  <c:v>2174.0729999999999</c:v>
                </c:pt>
                <c:pt idx="2228">
                  <c:v>2174.556</c:v>
                </c:pt>
                <c:pt idx="2229">
                  <c:v>2175.038</c:v>
                </c:pt>
                <c:pt idx="2230">
                  <c:v>2175.52</c:v>
                </c:pt>
                <c:pt idx="2231">
                  <c:v>2176.002</c:v>
                </c:pt>
                <c:pt idx="2232">
                  <c:v>2176.4839999999999</c:v>
                </c:pt>
                <c:pt idx="2233">
                  <c:v>2176.9659999999999</c:v>
                </c:pt>
                <c:pt idx="2234">
                  <c:v>2177.4479999999999</c:v>
                </c:pt>
                <c:pt idx="2235">
                  <c:v>2177.9299999999998</c:v>
                </c:pt>
                <c:pt idx="2236">
                  <c:v>2178.413</c:v>
                </c:pt>
                <c:pt idx="2237">
                  <c:v>2178.895</c:v>
                </c:pt>
                <c:pt idx="2238">
                  <c:v>2179.377</c:v>
                </c:pt>
                <c:pt idx="2239">
                  <c:v>2179.8589999999999</c:v>
                </c:pt>
                <c:pt idx="2240">
                  <c:v>2180.3409999999999</c:v>
                </c:pt>
                <c:pt idx="2241">
                  <c:v>2180.8229999999999</c:v>
                </c:pt>
                <c:pt idx="2242">
                  <c:v>2181.3049999999998</c:v>
                </c:pt>
                <c:pt idx="2243">
                  <c:v>2181.7869999999998</c:v>
                </c:pt>
                <c:pt idx="2244">
                  <c:v>2182.27</c:v>
                </c:pt>
                <c:pt idx="2245">
                  <c:v>2182.752</c:v>
                </c:pt>
                <c:pt idx="2246">
                  <c:v>2183.2339999999999</c:v>
                </c:pt>
                <c:pt idx="2247">
                  <c:v>2183.7159999999999</c:v>
                </c:pt>
                <c:pt idx="2248">
                  <c:v>2184.1979999999999</c:v>
                </c:pt>
                <c:pt idx="2249">
                  <c:v>2184.6799999999998</c:v>
                </c:pt>
                <c:pt idx="2250">
                  <c:v>2185.1619999999998</c:v>
                </c:pt>
                <c:pt idx="2251">
                  <c:v>2185.6439999999998</c:v>
                </c:pt>
                <c:pt idx="2252">
                  <c:v>2186.1260000000002</c:v>
                </c:pt>
                <c:pt idx="2253">
                  <c:v>2186.6089999999999</c:v>
                </c:pt>
                <c:pt idx="2254">
                  <c:v>2187.0909999999999</c:v>
                </c:pt>
                <c:pt idx="2255">
                  <c:v>2187.5729999999999</c:v>
                </c:pt>
                <c:pt idx="2256">
                  <c:v>2188.0549999999998</c:v>
                </c:pt>
                <c:pt idx="2257">
                  <c:v>2188.5369999999998</c:v>
                </c:pt>
                <c:pt idx="2258">
                  <c:v>2189.0189999999998</c:v>
                </c:pt>
                <c:pt idx="2259">
                  <c:v>2189.5010000000002</c:v>
                </c:pt>
                <c:pt idx="2260">
                  <c:v>2189.9830000000002</c:v>
                </c:pt>
                <c:pt idx="2261">
                  <c:v>2190.4659999999999</c:v>
                </c:pt>
                <c:pt idx="2262">
                  <c:v>2190.9479999999999</c:v>
                </c:pt>
                <c:pt idx="2263">
                  <c:v>2191.4299999999998</c:v>
                </c:pt>
                <c:pt idx="2264">
                  <c:v>2191.9119999999998</c:v>
                </c:pt>
                <c:pt idx="2265">
                  <c:v>2192.3939999999998</c:v>
                </c:pt>
                <c:pt idx="2266">
                  <c:v>2192.8760000000002</c:v>
                </c:pt>
                <c:pt idx="2267">
                  <c:v>2193.3580000000002</c:v>
                </c:pt>
                <c:pt idx="2268">
                  <c:v>2193.84</c:v>
                </c:pt>
                <c:pt idx="2269">
                  <c:v>2194.3229999999999</c:v>
                </c:pt>
                <c:pt idx="2270">
                  <c:v>2194.8049999999998</c:v>
                </c:pt>
                <c:pt idx="2271">
                  <c:v>2195.2869999999998</c:v>
                </c:pt>
                <c:pt idx="2272">
                  <c:v>2195.7689999999998</c:v>
                </c:pt>
                <c:pt idx="2273">
                  <c:v>2196.2510000000002</c:v>
                </c:pt>
                <c:pt idx="2274">
                  <c:v>2196.7330000000002</c:v>
                </c:pt>
                <c:pt idx="2275">
                  <c:v>2197.2150000000001</c:v>
                </c:pt>
                <c:pt idx="2276">
                  <c:v>2197.6970000000001</c:v>
                </c:pt>
                <c:pt idx="2277">
                  <c:v>2198.1790000000001</c:v>
                </c:pt>
                <c:pt idx="2278">
                  <c:v>2198.6619999999998</c:v>
                </c:pt>
                <c:pt idx="2279">
                  <c:v>2199.1439999999998</c:v>
                </c:pt>
                <c:pt idx="2280">
                  <c:v>2199.6260000000002</c:v>
                </c:pt>
                <c:pt idx="2281">
                  <c:v>2200.1080000000002</c:v>
                </c:pt>
                <c:pt idx="2282">
                  <c:v>2200.59</c:v>
                </c:pt>
                <c:pt idx="2283">
                  <c:v>2201.0720000000001</c:v>
                </c:pt>
                <c:pt idx="2284">
                  <c:v>2201.5540000000001</c:v>
                </c:pt>
                <c:pt idx="2285">
                  <c:v>2202.0360000000001</c:v>
                </c:pt>
                <c:pt idx="2286">
                  <c:v>2202.5189999999998</c:v>
                </c:pt>
                <c:pt idx="2287">
                  <c:v>2203</c:v>
                </c:pt>
                <c:pt idx="2288">
                  <c:v>2203.4830000000002</c:v>
                </c:pt>
                <c:pt idx="2289">
                  <c:v>2203.9650000000001</c:v>
                </c:pt>
                <c:pt idx="2290">
                  <c:v>2204.4470000000001</c:v>
                </c:pt>
                <c:pt idx="2291">
                  <c:v>2204.9290000000001</c:v>
                </c:pt>
                <c:pt idx="2292">
                  <c:v>2205.4110000000001</c:v>
                </c:pt>
                <c:pt idx="2293">
                  <c:v>2205.893</c:v>
                </c:pt>
                <c:pt idx="2294">
                  <c:v>2206.375</c:v>
                </c:pt>
                <c:pt idx="2295">
                  <c:v>2206.857</c:v>
                </c:pt>
                <c:pt idx="2296">
                  <c:v>2207.34</c:v>
                </c:pt>
                <c:pt idx="2297">
                  <c:v>2207.8220000000001</c:v>
                </c:pt>
                <c:pt idx="2298">
                  <c:v>2208.3040000000001</c:v>
                </c:pt>
                <c:pt idx="2299">
                  <c:v>2208.7860000000001</c:v>
                </c:pt>
                <c:pt idx="2300">
                  <c:v>2209.268</c:v>
                </c:pt>
                <c:pt idx="2301">
                  <c:v>2209.75</c:v>
                </c:pt>
                <c:pt idx="2302">
                  <c:v>2210.232</c:v>
                </c:pt>
                <c:pt idx="2303">
                  <c:v>2210.7139999999999</c:v>
                </c:pt>
                <c:pt idx="2304">
                  <c:v>2211.1970000000001</c:v>
                </c:pt>
                <c:pt idx="2305">
                  <c:v>2211.6790000000001</c:v>
                </c:pt>
                <c:pt idx="2306">
                  <c:v>2212.1610000000001</c:v>
                </c:pt>
                <c:pt idx="2307">
                  <c:v>2212.643</c:v>
                </c:pt>
                <c:pt idx="2308">
                  <c:v>2213.125</c:v>
                </c:pt>
                <c:pt idx="2309">
                  <c:v>2213.607</c:v>
                </c:pt>
                <c:pt idx="2310">
                  <c:v>2214.0889999999999</c:v>
                </c:pt>
                <c:pt idx="2311">
                  <c:v>2214.5709999999999</c:v>
                </c:pt>
                <c:pt idx="2312">
                  <c:v>2215.0529999999999</c:v>
                </c:pt>
                <c:pt idx="2313">
                  <c:v>2215.5360000000001</c:v>
                </c:pt>
                <c:pt idx="2314">
                  <c:v>2216.018</c:v>
                </c:pt>
                <c:pt idx="2315">
                  <c:v>2216.5</c:v>
                </c:pt>
                <c:pt idx="2316">
                  <c:v>2216.982</c:v>
                </c:pt>
                <c:pt idx="2317">
                  <c:v>2217.4639999999999</c:v>
                </c:pt>
                <c:pt idx="2318">
                  <c:v>2217.9459999999999</c:v>
                </c:pt>
                <c:pt idx="2319">
                  <c:v>2218.4279999999999</c:v>
                </c:pt>
                <c:pt idx="2320">
                  <c:v>2218.91</c:v>
                </c:pt>
                <c:pt idx="2321">
                  <c:v>2219.393</c:v>
                </c:pt>
                <c:pt idx="2322">
                  <c:v>2219.875</c:v>
                </c:pt>
                <c:pt idx="2323">
                  <c:v>2220.357</c:v>
                </c:pt>
                <c:pt idx="2324">
                  <c:v>2220.8389999999999</c:v>
                </c:pt>
                <c:pt idx="2325">
                  <c:v>2221.3209999999999</c:v>
                </c:pt>
                <c:pt idx="2326">
                  <c:v>2221.8029999999999</c:v>
                </c:pt>
                <c:pt idx="2327">
                  <c:v>2222.2849999999999</c:v>
                </c:pt>
                <c:pt idx="2328">
                  <c:v>2222.7669999999998</c:v>
                </c:pt>
                <c:pt idx="2329">
                  <c:v>2223.25</c:v>
                </c:pt>
                <c:pt idx="2330">
                  <c:v>2223.732</c:v>
                </c:pt>
                <c:pt idx="2331">
                  <c:v>2224.2139999999999</c:v>
                </c:pt>
                <c:pt idx="2332">
                  <c:v>2224.6959999999999</c:v>
                </c:pt>
                <c:pt idx="2333">
                  <c:v>2225.1779999999999</c:v>
                </c:pt>
                <c:pt idx="2334">
                  <c:v>2225.66</c:v>
                </c:pt>
                <c:pt idx="2335">
                  <c:v>2226.1419999999998</c:v>
                </c:pt>
                <c:pt idx="2336">
                  <c:v>2226.6239999999998</c:v>
                </c:pt>
                <c:pt idx="2337">
                  <c:v>2227.1060000000002</c:v>
                </c:pt>
                <c:pt idx="2338">
                  <c:v>2227.5889999999999</c:v>
                </c:pt>
                <c:pt idx="2339">
                  <c:v>2228.0709999999999</c:v>
                </c:pt>
                <c:pt idx="2340">
                  <c:v>2228.5529999999999</c:v>
                </c:pt>
                <c:pt idx="2341">
                  <c:v>2229.0349999999999</c:v>
                </c:pt>
                <c:pt idx="2342">
                  <c:v>2229.5169999999998</c:v>
                </c:pt>
                <c:pt idx="2343">
                  <c:v>2229.9989999999998</c:v>
                </c:pt>
                <c:pt idx="2344">
                  <c:v>2230.4810000000002</c:v>
                </c:pt>
                <c:pt idx="2345">
                  <c:v>2230.9630000000002</c:v>
                </c:pt>
                <c:pt idx="2346">
                  <c:v>2231.4459999999999</c:v>
                </c:pt>
                <c:pt idx="2347">
                  <c:v>2231.9270000000001</c:v>
                </c:pt>
                <c:pt idx="2348">
                  <c:v>2232.41</c:v>
                </c:pt>
                <c:pt idx="2349">
                  <c:v>2232.8919999999998</c:v>
                </c:pt>
                <c:pt idx="2350">
                  <c:v>2233.3739999999998</c:v>
                </c:pt>
                <c:pt idx="2351">
                  <c:v>2233.8560000000002</c:v>
                </c:pt>
                <c:pt idx="2352">
                  <c:v>2234.3380000000002</c:v>
                </c:pt>
                <c:pt idx="2353">
                  <c:v>2234.8200000000002</c:v>
                </c:pt>
                <c:pt idx="2354">
                  <c:v>2235.3020000000001</c:v>
                </c:pt>
                <c:pt idx="2355">
                  <c:v>2235.7840000000001</c:v>
                </c:pt>
                <c:pt idx="2356">
                  <c:v>2236.2669999999998</c:v>
                </c:pt>
                <c:pt idx="2357">
                  <c:v>2236.7489999999998</c:v>
                </c:pt>
                <c:pt idx="2358">
                  <c:v>2237.2310000000002</c:v>
                </c:pt>
                <c:pt idx="2359">
                  <c:v>2237.7130000000002</c:v>
                </c:pt>
                <c:pt idx="2360">
                  <c:v>2238.1950000000002</c:v>
                </c:pt>
                <c:pt idx="2361">
                  <c:v>2238.6770000000001</c:v>
                </c:pt>
                <c:pt idx="2362">
                  <c:v>2239.1590000000001</c:v>
                </c:pt>
                <c:pt idx="2363">
                  <c:v>2239.6410000000001</c:v>
                </c:pt>
                <c:pt idx="2364">
                  <c:v>2240.1239999999998</c:v>
                </c:pt>
                <c:pt idx="2365">
                  <c:v>2240.6060000000002</c:v>
                </c:pt>
                <c:pt idx="2366">
                  <c:v>2241.0880000000002</c:v>
                </c:pt>
                <c:pt idx="2367">
                  <c:v>2241.5700000000002</c:v>
                </c:pt>
                <c:pt idx="2368">
                  <c:v>2242.0520000000001</c:v>
                </c:pt>
                <c:pt idx="2369">
                  <c:v>2242.5340000000001</c:v>
                </c:pt>
                <c:pt idx="2370">
                  <c:v>2243.0160000000001</c:v>
                </c:pt>
                <c:pt idx="2371">
                  <c:v>2243.498</c:v>
                </c:pt>
                <c:pt idx="2372">
                  <c:v>2243.98</c:v>
                </c:pt>
                <c:pt idx="2373">
                  <c:v>2244.4630000000002</c:v>
                </c:pt>
                <c:pt idx="2374">
                  <c:v>2244.9450000000002</c:v>
                </c:pt>
                <c:pt idx="2375">
                  <c:v>2245.4270000000001</c:v>
                </c:pt>
                <c:pt idx="2376">
                  <c:v>2245.9090000000001</c:v>
                </c:pt>
                <c:pt idx="2377">
                  <c:v>2246.3910000000001</c:v>
                </c:pt>
                <c:pt idx="2378">
                  <c:v>2246.873</c:v>
                </c:pt>
                <c:pt idx="2379">
                  <c:v>2247.355</c:v>
                </c:pt>
                <c:pt idx="2380">
                  <c:v>2247.837</c:v>
                </c:pt>
                <c:pt idx="2381">
                  <c:v>2248.3200000000002</c:v>
                </c:pt>
                <c:pt idx="2382">
                  <c:v>2248.8020000000001</c:v>
                </c:pt>
                <c:pt idx="2383">
                  <c:v>2249.2840000000001</c:v>
                </c:pt>
                <c:pt idx="2384">
                  <c:v>2249.7660000000001</c:v>
                </c:pt>
                <c:pt idx="2385">
                  <c:v>2250.248</c:v>
                </c:pt>
                <c:pt idx="2386">
                  <c:v>2250.73</c:v>
                </c:pt>
                <c:pt idx="2387">
                  <c:v>2251.212</c:v>
                </c:pt>
                <c:pt idx="2388">
                  <c:v>2251.694</c:v>
                </c:pt>
                <c:pt idx="2389">
                  <c:v>2252.1770000000001</c:v>
                </c:pt>
                <c:pt idx="2390">
                  <c:v>2252.6590000000001</c:v>
                </c:pt>
                <c:pt idx="2391">
                  <c:v>2253.1410000000001</c:v>
                </c:pt>
                <c:pt idx="2392">
                  <c:v>2253.623</c:v>
                </c:pt>
                <c:pt idx="2393">
                  <c:v>2254.105</c:v>
                </c:pt>
                <c:pt idx="2394">
                  <c:v>2254.587</c:v>
                </c:pt>
                <c:pt idx="2395">
                  <c:v>2255.069</c:v>
                </c:pt>
                <c:pt idx="2396">
                  <c:v>2255.5509999999999</c:v>
                </c:pt>
                <c:pt idx="2397">
                  <c:v>2256.0329999999999</c:v>
                </c:pt>
                <c:pt idx="2398">
                  <c:v>2256.5160000000001</c:v>
                </c:pt>
                <c:pt idx="2399">
                  <c:v>2256.998</c:v>
                </c:pt>
                <c:pt idx="2400">
                  <c:v>2257.48</c:v>
                </c:pt>
                <c:pt idx="2401">
                  <c:v>2257.962</c:v>
                </c:pt>
                <c:pt idx="2402">
                  <c:v>2258.444</c:v>
                </c:pt>
                <c:pt idx="2403">
                  <c:v>2258.9259999999999</c:v>
                </c:pt>
                <c:pt idx="2404">
                  <c:v>2259.4079999999999</c:v>
                </c:pt>
                <c:pt idx="2405">
                  <c:v>2259.89</c:v>
                </c:pt>
                <c:pt idx="2406">
                  <c:v>2260.373</c:v>
                </c:pt>
                <c:pt idx="2407">
                  <c:v>2260.8539999999998</c:v>
                </c:pt>
                <c:pt idx="2408">
                  <c:v>2261.337</c:v>
                </c:pt>
                <c:pt idx="2409">
                  <c:v>2261.819</c:v>
                </c:pt>
                <c:pt idx="2410">
                  <c:v>2262.3009999999999</c:v>
                </c:pt>
                <c:pt idx="2411">
                  <c:v>2262.7829999999999</c:v>
                </c:pt>
                <c:pt idx="2412">
                  <c:v>2263.2649999999999</c:v>
                </c:pt>
                <c:pt idx="2413">
                  <c:v>2263.7469999999998</c:v>
                </c:pt>
                <c:pt idx="2414">
                  <c:v>2264.2289999999998</c:v>
                </c:pt>
                <c:pt idx="2415">
                  <c:v>2264.7109999999998</c:v>
                </c:pt>
                <c:pt idx="2416">
                  <c:v>2265.194</c:v>
                </c:pt>
                <c:pt idx="2417">
                  <c:v>2265.6759999999999</c:v>
                </c:pt>
                <c:pt idx="2418">
                  <c:v>2266.1579999999999</c:v>
                </c:pt>
                <c:pt idx="2419">
                  <c:v>2266.64</c:v>
                </c:pt>
                <c:pt idx="2420">
                  <c:v>2267.1219999999998</c:v>
                </c:pt>
                <c:pt idx="2421">
                  <c:v>2267.6039999999998</c:v>
                </c:pt>
                <c:pt idx="2422">
                  <c:v>2268.0859999999998</c:v>
                </c:pt>
                <c:pt idx="2423">
                  <c:v>2268.5680000000002</c:v>
                </c:pt>
                <c:pt idx="2424">
                  <c:v>2269.0509999999999</c:v>
                </c:pt>
                <c:pt idx="2425">
                  <c:v>2269.5329999999999</c:v>
                </c:pt>
                <c:pt idx="2426">
                  <c:v>2270.0149999999999</c:v>
                </c:pt>
                <c:pt idx="2427">
                  <c:v>2270.4969999999998</c:v>
                </c:pt>
                <c:pt idx="2428">
                  <c:v>2270.9789999999998</c:v>
                </c:pt>
                <c:pt idx="2429">
                  <c:v>2271.4609999999998</c:v>
                </c:pt>
                <c:pt idx="2430">
                  <c:v>2271.9430000000002</c:v>
                </c:pt>
                <c:pt idx="2431">
                  <c:v>2272.4250000000002</c:v>
                </c:pt>
                <c:pt idx="2432">
                  <c:v>2272.9070000000002</c:v>
                </c:pt>
                <c:pt idx="2433">
                  <c:v>2273.39</c:v>
                </c:pt>
                <c:pt idx="2434">
                  <c:v>2273.8719999999998</c:v>
                </c:pt>
                <c:pt idx="2435">
                  <c:v>2274.3539999999998</c:v>
                </c:pt>
                <c:pt idx="2436">
                  <c:v>2274.8359999999998</c:v>
                </c:pt>
                <c:pt idx="2437">
                  <c:v>2275.3180000000002</c:v>
                </c:pt>
                <c:pt idx="2438">
                  <c:v>2275.8000000000002</c:v>
                </c:pt>
                <c:pt idx="2439">
                  <c:v>2276.2820000000002</c:v>
                </c:pt>
                <c:pt idx="2440">
                  <c:v>2276.7640000000001</c:v>
                </c:pt>
                <c:pt idx="2441">
                  <c:v>2277.2469999999998</c:v>
                </c:pt>
                <c:pt idx="2442">
                  <c:v>2277.7289999999998</c:v>
                </c:pt>
                <c:pt idx="2443">
                  <c:v>2278.2109999999998</c:v>
                </c:pt>
                <c:pt idx="2444">
                  <c:v>2278.6930000000002</c:v>
                </c:pt>
                <c:pt idx="2445">
                  <c:v>2279.1750000000002</c:v>
                </c:pt>
                <c:pt idx="2446">
                  <c:v>2279.6570000000002</c:v>
                </c:pt>
                <c:pt idx="2447">
                  <c:v>2280.1390000000001</c:v>
                </c:pt>
                <c:pt idx="2448">
                  <c:v>2280.6210000000001</c:v>
                </c:pt>
                <c:pt idx="2449">
                  <c:v>2281.1039999999998</c:v>
                </c:pt>
                <c:pt idx="2450">
                  <c:v>2281.5859999999998</c:v>
                </c:pt>
                <c:pt idx="2451">
                  <c:v>2282.0680000000002</c:v>
                </c:pt>
                <c:pt idx="2452">
                  <c:v>2282.5500000000002</c:v>
                </c:pt>
                <c:pt idx="2453">
                  <c:v>2283.0320000000002</c:v>
                </c:pt>
                <c:pt idx="2454">
                  <c:v>2283.5140000000001</c:v>
                </c:pt>
                <c:pt idx="2455">
                  <c:v>2283.9960000000001</c:v>
                </c:pt>
                <c:pt idx="2456">
                  <c:v>2284.4780000000001</c:v>
                </c:pt>
                <c:pt idx="2457">
                  <c:v>2284.96</c:v>
                </c:pt>
                <c:pt idx="2458">
                  <c:v>2285.4430000000002</c:v>
                </c:pt>
                <c:pt idx="2459">
                  <c:v>2285.9250000000002</c:v>
                </c:pt>
                <c:pt idx="2460">
                  <c:v>2286.4070000000002</c:v>
                </c:pt>
                <c:pt idx="2461">
                  <c:v>2286.8890000000001</c:v>
                </c:pt>
                <c:pt idx="2462">
                  <c:v>2287.3710000000001</c:v>
                </c:pt>
                <c:pt idx="2463">
                  <c:v>2287.8530000000001</c:v>
                </c:pt>
                <c:pt idx="2464">
                  <c:v>2288.335</c:v>
                </c:pt>
                <c:pt idx="2465">
                  <c:v>2288.817</c:v>
                </c:pt>
                <c:pt idx="2466">
                  <c:v>2289.3000000000002</c:v>
                </c:pt>
                <c:pt idx="2467">
                  <c:v>2289.7809999999999</c:v>
                </c:pt>
                <c:pt idx="2468">
                  <c:v>2290.2640000000001</c:v>
                </c:pt>
                <c:pt idx="2469">
                  <c:v>2290.7460000000001</c:v>
                </c:pt>
                <c:pt idx="2470">
                  <c:v>2291.2280000000001</c:v>
                </c:pt>
                <c:pt idx="2471">
                  <c:v>2291.71</c:v>
                </c:pt>
                <c:pt idx="2472">
                  <c:v>2292.192</c:v>
                </c:pt>
                <c:pt idx="2473">
                  <c:v>2292.674</c:v>
                </c:pt>
                <c:pt idx="2474">
                  <c:v>2293.1559999999999</c:v>
                </c:pt>
                <c:pt idx="2475">
                  <c:v>2293.6379999999999</c:v>
                </c:pt>
                <c:pt idx="2476">
                  <c:v>2294.1210000000001</c:v>
                </c:pt>
                <c:pt idx="2477">
                  <c:v>2294.6030000000001</c:v>
                </c:pt>
                <c:pt idx="2478">
                  <c:v>2295.085</c:v>
                </c:pt>
                <c:pt idx="2479">
                  <c:v>2295.567</c:v>
                </c:pt>
                <c:pt idx="2480">
                  <c:v>2296.049</c:v>
                </c:pt>
                <c:pt idx="2481">
                  <c:v>2296.5309999999999</c:v>
                </c:pt>
                <c:pt idx="2482">
                  <c:v>2297.0129999999999</c:v>
                </c:pt>
                <c:pt idx="2483">
                  <c:v>2297.4949999999999</c:v>
                </c:pt>
                <c:pt idx="2484">
                  <c:v>2297.9780000000001</c:v>
                </c:pt>
                <c:pt idx="2485">
                  <c:v>2298.46</c:v>
                </c:pt>
                <c:pt idx="2486">
                  <c:v>2298.942</c:v>
                </c:pt>
                <c:pt idx="2487">
                  <c:v>2299.424</c:v>
                </c:pt>
                <c:pt idx="2488">
                  <c:v>2299.9059999999999</c:v>
                </c:pt>
                <c:pt idx="2489">
                  <c:v>2300.3879999999999</c:v>
                </c:pt>
                <c:pt idx="2490">
                  <c:v>2300.87</c:v>
                </c:pt>
                <c:pt idx="2491">
                  <c:v>2301.3519999999999</c:v>
                </c:pt>
                <c:pt idx="2492">
                  <c:v>2301.8339999999998</c:v>
                </c:pt>
                <c:pt idx="2493">
                  <c:v>2302.317</c:v>
                </c:pt>
                <c:pt idx="2494">
                  <c:v>2302.799</c:v>
                </c:pt>
                <c:pt idx="2495">
                  <c:v>2303.2809999999999</c:v>
                </c:pt>
                <c:pt idx="2496">
                  <c:v>2303.7629999999999</c:v>
                </c:pt>
                <c:pt idx="2497">
                  <c:v>2304.2449999999999</c:v>
                </c:pt>
                <c:pt idx="2498">
                  <c:v>2304.7269999999999</c:v>
                </c:pt>
                <c:pt idx="2499">
                  <c:v>2305.2089999999998</c:v>
                </c:pt>
                <c:pt idx="2500">
                  <c:v>2305.6909999999998</c:v>
                </c:pt>
                <c:pt idx="2501">
                  <c:v>2306.174</c:v>
                </c:pt>
                <c:pt idx="2502">
                  <c:v>2306.6559999999999</c:v>
                </c:pt>
                <c:pt idx="2503">
                  <c:v>2307.1379999999999</c:v>
                </c:pt>
                <c:pt idx="2504">
                  <c:v>2307.62</c:v>
                </c:pt>
                <c:pt idx="2505">
                  <c:v>2308.1019999999999</c:v>
                </c:pt>
                <c:pt idx="2506">
                  <c:v>2308.5839999999998</c:v>
                </c:pt>
                <c:pt idx="2507">
                  <c:v>2309.0659999999998</c:v>
                </c:pt>
                <c:pt idx="2508">
                  <c:v>2309.5479999999998</c:v>
                </c:pt>
                <c:pt idx="2509">
                  <c:v>2310.0309999999999</c:v>
                </c:pt>
                <c:pt idx="2510">
                  <c:v>2310.5129999999999</c:v>
                </c:pt>
                <c:pt idx="2511">
                  <c:v>2310.9949999999999</c:v>
                </c:pt>
                <c:pt idx="2512">
                  <c:v>2311.4769999999999</c:v>
                </c:pt>
                <c:pt idx="2513">
                  <c:v>2311.9589999999998</c:v>
                </c:pt>
                <c:pt idx="2514">
                  <c:v>2312.4409999999998</c:v>
                </c:pt>
                <c:pt idx="2515">
                  <c:v>2312.9229999999998</c:v>
                </c:pt>
                <c:pt idx="2516">
                  <c:v>2313.4050000000002</c:v>
                </c:pt>
                <c:pt idx="2517">
                  <c:v>2313.8870000000002</c:v>
                </c:pt>
                <c:pt idx="2518">
                  <c:v>2314.37</c:v>
                </c:pt>
                <c:pt idx="2519">
                  <c:v>2314.8519999999999</c:v>
                </c:pt>
                <c:pt idx="2520">
                  <c:v>2315.3339999999998</c:v>
                </c:pt>
                <c:pt idx="2521">
                  <c:v>2315.8159999999998</c:v>
                </c:pt>
                <c:pt idx="2522">
                  <c:v>2316.2979999999998</c:v>
                </c:pt>
                <c:pt idx="2523">
                  <c:v>2316.7800000000002</c:v>
                </c:pt>
                <c:pt idx="2524">
                  <c:v>2317.2620000000002</c:v>
                </c:pt>
                <c:pt idx="2525">
                  <c:v>2317.7440000000001</c:v>
                </c:pt>
                <c:pt idx="2526">
                  <c:v>2318.2269999999999</c:v>
                </c:pt>
                <c:pt idx="2527">
                  <c:v>2318.7080000000001</c:v>
                </c:pt>
                <c:pt idx="2528">
                  <c:v>2319.1909999999998</c:v>
                </c:pt>
                <c:pt idx="2529">
                  <c:v>2319.6729999999998</c:v>
                </c:pt>
                <c:pt idx="2530">
                  <c:v>2320.1550000000002</c:v>
                </c:pt>
                <c:pt idx="2531">
                  <c:v>2320.6370000000002</c:v>
                </c:pt>
                <c:pt idx="2532">
                  <c:v>2321.1190000000001</c:v>
                </c:pt>
                <c:pt idx="2533">
                  <c:v>2321.6010000000001</c:v>
                </c:pt>
                <c:pt idx="2534">
                  <c:v>2322.0830000000001</c:v>
                </c:pt>
                <c:pt idx="2535">
                  <c:v>2322.5650000000001</c:v>
                </c:pt>
                <c:pt idx="2536">
                  <c:v>2323.0479999999998</c:v>
                </c:pt>
                <c:pt idx="2537">
                  <c:v>2323.5300000000002</c:v>
                </c:pt>
                <c:pt idx="2538">
                  <c:v>2324.0120000000002</c:v>
                </c:pt>
                <c:pt idx="2539">
                  <c:v>2324.4940000000001</c:v>
                </c:pt>
                <c:pt idx="2540">
                  <c:v>2324.9760000000001</c:v>
                </c:pt>
                <c:pt idx="2541">
                  <c:v>2325.4580000000001</c:v>
                </c:pt>
                <c:pt idx="2542">
                  <c:v>2325.94</c:v>
                </c:pt>
                <c:pt idx="2543">
                  <c:v>2326.422</c:v>
                </c:pt>
                <c:pt idx="2544">
                  <c:v>2326.9050000000002</c:v>
                </c:pt>
                <c:pt idx="2545">
                  <c:v>2327.3870000000002</c:v>
                </c:pt>
                <c:pt idx="2546">
                  <c:v>2327.8690000000001</c:v>
                </c:pt>
                <c:pt idx="2547">
                  <c:v>2328.3510000000001</c:v>
                </c:pt>
                <c:pt idx="2548">
                  <c:v>2328.8330000000001</c:v>
                </c:pt>
                <c:pt idx="2549">
                  <c:v>2329.3150000000001</c:v>
                </c:pt>
                <c:pt idx="2550">
                  <c:v>2329.797</c:v>
                </c:pt>
                <c:pt idx="2551">
                  <c:v>2330.279</c:v>
                </c:pt>
                <c:pt idx="2552">
                  <c:v>2330.761</c:v>
                </c:pt>
                <c:pt idx="2553">
                  <c:v>2331.2440000000001</c:v>
                </c:pt>
                <c:pt idx="2554">
                  <c:v>2331.7260000000001</c:v>
                </c:pt>
                <c:pt idx="2555">
                  <c:v>2332.2080000000001</c:v>
                </c:pt>
                <c:pt idx="2556">
                  <c:v>2332.69</c:v>
                </c:pt>
                <c:pt idx="2557">
                  <c:v>2333.172</c:v>
                </c:pt>
                <c:pt idx="2558">
                  <c:v>2333.654</c:v>
                </c:pt>
                <c:pt idx="2559">
                  <c:v>2334.136</c:v>
                </c:pt>
                <c:pt idx="2560">
                  <c:v>2334.6179999999999</c:v>
                </c:pt>
                <c:pt idx="2561">
                  <c:v>2335.1010000000001</c:v>
                </c:pt>
                <c:pt idx="2562">
                  <c:v>2335.5830000000001</c:v>
                </c:pt>
                <c:pt idx="2563">
                  <c:v>2336.0650000000001</c:v>
                </c:pt>
                <c:pt idx="2564">
                  <c:v>2336.547</c:v>
                </c:pt>
                <c:pt idx="2565">
                  <c:v>2337.029</c:v>
                </c:pt>
                <c:pt idx="2566">
                  <c:v>2337.511</c:v>
                </c:pt>
                <c:pt idx="2567">
                  <c:v>2337.9929999999999</c:v>
                </c:pt>
                <c:pt idx="2568">
                  <c:v>2338.4749999999999</c:v>
                </c:pt>
                <c:pt idx="2569">
                  <c:v>2338.9580000000001</c:v>
                </c:pt>
                <c:pt idx="2570">
                  <c:v>2339.44</c:v>
                </c:pt>
                <c:pt idx="2571">
                  <c:v>2339.922</c:v>
                </c:pt>
                <c:pt idx="2572">
                  <c:v>2340.404</c:v>
                </c:pt>
                <c:pt idx="2573">
                  <c:v>2340.886</c:v>
                </c:pt>
                <c:pt idx="2574">
                  <c:v>2341.3679999999999</c:v>
                </c:pt>
                <c:pt idx="2575">
                  <c:v>2341.85</c:v>
                </c:pt>
                <c:pt idx="2576">
                  <c:v>2342.3319999999999</c:v>
                </c:pt>
                <c:pt idx="2577">
                  <c:v>2342.8139999999999</c:v>
                </c:pt>
                <c:pt idx="2578">
                  <c:v>2343.297</c:v>
                </c:pt>
                <c:pt idx="2579">
                  <c:v>2343.779</c:v>
                </c:pt>
                <c:pt idx="2580">
                  <c:v>2344.261</c:v>
                </c:pt>
                <c:pt idx="2581">
                  <c:v>2344.7429999999999</c:v>
                </c:pt>
                <c:pt idx="2582">
                  <c:v>2345.2249999999999</c:v>
                </c:pt>
                <c:pt idx="2583">
                  <c:v>2345.7069999999999</c:v>
                </c:pt>
                <c:pt idx="2584">
                  <c:v>2346.1889999999999</c:v>
                </c:pt>
                <c:pt idx="2585">
                  <c:v>2346.6709999999998</c:v>
                </c:pt>
                <c:pt idx="2586">
                  <c:v>2347.154</c:v>
                </c:pt>
                <c:pt idx="2587">
                  <c:v>2347.6350000000002</c:v>
                </c:pt>
                <c:pt idx="2588">
                  <c:v>2348.1179999999999</c:v>
                </c:pt>
                <c:pt idx="2589">
                  <c:v>2348.6</c:v>
                </c:pt>
                <c:pt idx="2590">
                  <c:v>2349.0819999999999</c:v>
                </c:pt>
                <c:pt idx="2591">
                  <c:v>2349.5639999999999</c:v>
                </c:pt>
                <c:pt idx="2592">
                  <c:v>2350.0459999999998</c:v>
                </c:pt>
                <c:pt idx="2593">
                  <c:v>2350.5279999999998</c:v>
                </c:pt>
                <c:pt idx="2594">
                  <c:v>2351.0100000000002</c:v>
                </c:pt>
                <c:pt idx="2595">
                  <c:v>2351.4920000000002</c:v>
                </c:pt>
                <c:pt idx="2596">
                  <c:v>2351.9749999999999</c:v>
                </c:pt>
                <c:pt idx="2597">
                  <c:v>2352.4569999999999</c:v>
                </c:pt>
                <c:pt idx="2598">
                  <c:v>2352.9389999999999</c:v>
                </c:pt>
                <c:pt idx="2599">
                  <c:v>2353.4209999999998</c:v>
                </c:pt>
                <c:pt idx="2600">
                  <c:v>2353.9029999999998</c:v>
                </c:pt>
                <c:pt idx="2601">
                  <c:v>2354.3850000000002</c:v>
                </c:pt>
                <c:pt idx="2602">
                  <c:v>2354.8670000000002</c:v>
                </c:pt>
                <c:pt idx="2603">
                  <c:v>2355.3490000000002</c:v>
                </c:pt>
                <c:pt idx="2604">
                  <c:v>2355.8319999999999</c:v>
                </c:pt>
                <c:pt idx="2605">
                  <c:v>2356.3139999999999</c:v>
                </c:pt>
                <c:pt idx="2606">
                  <c:v>2356.7959999999998</c:v>
                </c:pt>
                <c:pt idx="2607">
                  <c:v>2357.2779999999998</c:v>
                </c:pt>
                <c:pt idx="2608">
                  <c:v>2357.7600000000002</c:v>
                </c:pt>
                <c:pt idx="2609">
                  <c:v>2358.2420000000002</c:v>
                </c:pt>
                <c:pt idx="2610">
                  <c:v>2358.7240000000002</c:v>
                </c:pt>
                <c:pt idx="2611">
                  <c:v>2359.2060000000001</c:v>
                </c:pt>
                <c:pt idx="2612">
                  <c:v>2359.6880000000001</c:v>
                </c:pt>
                <c:pt idx="2613">
                  <c:v>2360.1709999999998</c:v>
                </c:pt>
                <c:pt idx="2614">
                  <c:v>2360.6529999999998</c:v>
                </c:pt>
                <c:pt idx="2615">
                  <c:v>2361.1350000000002</c:v>
                </c:pt>
                <c:pt idx="2616">
                  <c:v>2361.6170000000002</c:v>
                </c:pt>
                <c:pt idx="2617">
                  <c:v>2362.0990000000002</c:v>
                </c:pt>
                <c:pt idx="2618">
                  <c:v>2362.5810000000001</c:v>
                </c:pt>
                <c:pt idx="2619">
                  <c:v>2363.0630000000001</c:v>
                </c:pt>
                <c:pt idx="2620">
                  <c:v>2363.5450000000001</c:v>
                </c:pt>
                <c:pt idx="2621">
                  <c:v>2364.0279999999998</c:v>
                </c:pt>
                <c:pt idx="2622">
                  <c:v>2364.5100000000002</c:v>
                </c:pt>
                <c:pt idx="2623">
                  <c:v>2364.9920000000002</c:v>
                </c:pt>
                <c:pt idx="2624">
                  <c:v>2365.4740000000002</c:v>
                </c:pt>
                <c:pt idx="2625">
                  <c:v>2365.9560000000001</c:v>
                </c:pt>
                <c:pt idx="2626">
                  <c:v>2366.4380000000001</c:v>
                </c:pt>
                <c:pt idx="2627">
                  <c:v>2366.92</c:v>
                </c:pt>
                <c:pt idx="2628">
                  <c:v>2367.402</c:v>
                </c:pt>
                <c:pt idx="2629">
                  <c:v>2367.8850000000002</c:v>
                </c:pt>
                <c:pt idx="2630">
                  <c:v>2368.3670000000002</c:v>
                </c:pt>
                <c:pt idx="2631">
                  <c:v>2368.8490000000002</c:v>
                </c:pt>
                <c:pt idx="2632">
                  <c:v>2369.3310000000001</c:v>
                </c:pt>
                <c:pt idx="2633">
                  <c:v>2369.8130000000001</c:v>
                </c:pt>
                <c:pt idx="2634">
                  <c:v>2370.2950000000001</c:v>
                </c:pt>
                <c:pt idx="2635">
                  <c:v>2370.777</c:v>
                </c:pt>
                <c:pt idx="2636">
                  <c:v>2371.259</c:v>
                </c:pt>
                <c:pt idx="2637">
                  <c:v>2371.741</c:v>
                </c:pt>
                <c:pt idx="2638">
                  <c:v>2372.2240000000002</c:v>
                </c:pt>
                <c:pt idx="2639">
                  <c:v>2372.7060000000001</c:v>
                </c:pt>
                <c:pt idx="2640">
                  <c:v>2373.1880000000001</c:v>
                </c:pt>
                <c:pt idx="2641">
                  <c:v>2373.67</c:v>
                </c:pt>
                <c:pt idx="2642">
                  <c:v>2374.152</c:v>
                </c:pt>
                <c:pt idx="2643">
                  <c:v>2374.634</c:v>
                </c:pt>
                <c:pt idx="2644">
                  <c:v>2375.116</c:v>
                </c:pt>
                <c:pt idx="2645">
                  <c:v>2375.598</c:v>
                </c:pt>
                <c:pt idx="2646">
                  <c:v>2376.0810000000001</c:v>
                </c:pt>
                <c:pt idx="2647">
                  <c:v>2376.5630000000001</c:v>
                </c:pt>
                <c:pt idx="2648">
                  <c:v>2377.0450000000001</c:v>
                </c:pt>
                <c:pt idx="2649">
                  <c:v>2377.527</c:v>
                </c:pt>
                <c:pt idx="2650">
                  <c:v>2378.009</c:v>
                </c:pt>
                <c:pt idx="2651">
                  <c:v>2378.491</c:v>
                </c:pt>
                <c:pt idx="2652">
                  <c:v>2378.973</c:v>
                </c:pt>
                <c:pt idx="2653">
                  <c:v>2379.4549999999999</c:v>
                </c:pt>
                <c:pt idx="2654">
                  <c:v>2379.9380000000001</c:v>
                </c:pt>
                <c:pt idx="2655">
                  <c:v>2380.4189999999999</c:v>
                </c:pt>
                <c:pt idx="2656">
                  <c:v>2380.902</c:v>
                </c:pt>
                <c:pt idx="2657">
                  <c:v>2381.384</c:v>
                </c:pt>
                <c:pt idx="2658">
                  <c:v>2381.866</c:v>
                </c:pt>
                <c:pt idx="2659">
                  <c:v>2382.348</c:v>
                </c:pt>
                <c:pt idx="2660">
                  <c:v>2382.83</c:v>
                </c:pt>
                <c:pt idx="2661">
                  <c:v>2383.3119999999999</c:v>
                </c:pt>
                <c:pt idx="2662">
                  <c:v>2383.7939999999999</c:v>
                </c:pt>
                <c:pt idx="2663">
                  <c:v>2384.2759999999998</c:v>
                </c:pt>
                <c:pt idx="2664">
                  <c:v>2384.759</c:v>
                </c:pt>
                <c:pt idx="2665">
                  <c:v>2385.241</c:v>
                </c:pt>
                <c:pt idx="2666">
                  <c:v>2385.723</c:v>
                </c:pt>
                <c:pt idx="2667">
                  <c:v>2386.2049999999999</c:v>
                </c:pt>
                <c:pt idx="2668">
                  <c:v>2386.6869999999999</c:v>
                </c:pt>
                <c:pt idx="2669">
                  <c:v>2387.1689999999999</c:v>
                </c:pt>
                <c:pt idx="2670">
                  <c:v>2387.6509999999998</c:v>
                </c:pt>
                <c:pt idx="2671">
                  <c:v>2388.1329999999998</c:v>
                </c:pt>
                <c:pt idx="2672">
                  <c:v>2388.6149999999998</c:v>
                </c:pt>
                <c:pt idx="2673">
                  <c:v>2389.098</c:v>
                </c:pt>
                <c:pt idx="2674">
                  <c:v>2389.58</c:v>
                </c:pt>
                <c:pt idx="2675">
                  <c:v>2390.0619999999999</c:v>
                </c:pt>
                <c:pt idx="2676">
                  <c:v>2390.5439999999999</c:v>
                </c:pt>
                <c:pt idx="2677">
                  <c:v>2391.0259999999998</c:v>
                </c:pt>
                <c:pt idx="2678">
                  <c:v>2391.5079999999998</c:v>
                </c:pt>
                <c:pt idx="2679">
                  <c:v>2391.9899999999998</c:v>
                </c:pt>
                <c:pt idx="2680">
                  <c:v>2392.4720000000002</c:v>
                </c:pt>
                <c:pt idx="2681">
                  <c:v>2392.9549999999999</c:v>
                </c:pt>
                <c:pt idx="2682">
                  <c:v>2393.4369999999999</c:v>
                </c:pt>
                <c:pt idx="2683">
                  <c:v>2393.9189999999999</c:v>
                </c:pt>
                <c:pt idx="2684">
                  <c:v>2394.4009999999998</c:v>
                </c:pt>
                <c:pt idx="2685">
                  <c:v>2394.8829999999998</c:v>
                </c:pt>
                <c:pt idx="2686">
                  <c:v>2395.3649999999998</c:v>
                </c:pt>
                <c:pt idx="2687">
                  <c:v>2395.8470000000002</c:v>
                </c:pt>
                <c:pt idx="2688">
                  <c:v>2396.3290000000002</c:v>
                </c:pt>
                <c:pt idx="2689">
                  <c:v>2396.8119999999999</c:v>
                </c:pt>
                <c:pt idx="2690">
                  <c:v>2397.2939999999999</c:v>
                </c:pt>
                <c:pt idx="2691">
                  <c:v>2397.7759999999998</c:v>
                </c:pt>
                <c:pt idx="2692">
                  <c:v>2398.2579999999998</c:v>
                </c:pt>
                <c:pt idx="2693">
                  <c:v>2398.7399999999998</c:v>
                </c:pt>
                <c:pt idx="2694">
                  <c:v>2399.2220000000002</c:v>
                </c:pt>
                <c:pt idx="2695">
                  <c:v>2399.7040000000002</c:v>
                </c:pt>
                <c:pt idx="2696">
                  <c:v>2400.1860000000001</c:v>
                </c:pt>
                <c:pt idx="2697">
                  <c:v>2400.6680000000001</c:v>
                </c:pt>
                <c:pt idx="2698">
                  <c:v>2401.1509999999998</c:v>
                </c:pt>
                <c:pt idx="2699">
                  <c:v>2401.6329999999998</c:v>
                </c:pt>
                <c:pt idx="2700">
                  <c:v>2402.1149999999998</c:v>
                </c:pt>
                <c:pt idx="2701">
                  <c:v>2402.5970000000002</c:v>
                </c:pt>
                <c:pt idx="2702">
                  <c:v>2403.0790000000002</c:v>
                </c:pt>
                <c:pt idx="2703">
                  <c:v>2403.5610000000001</c:v>
                </c:pt>
                <c:pt idx="2704">
                  <c:v>2404.0430000000001</c:v>
                </c:pt>
                <c:pt idx="2705">
                  <c:v>2404.5250000000001</c:v>
                </c:pt>
                <c:pt idx="2706">
                  <c:v>2405.0079999999998</c:v>
                </c:pt>
                <c:pt idx="2707">
                  <c:v>2405.4899999999998</c:v>
                </c:pt>
                <c:pt idx="2708">
                  <c:v>2405.9720000000002</c:v>
                </c:pt>
                <c:pt idx="2709">
                  <c:v>2406.4540000000002</c:v>
                </c:pt>
                <c:pt idx="2710">
                  <c:v>2406.9360000000001</c:v>
                </c:pt>
                <c:pt idx="2711">
                  <c:v>2407.4180000000001</c:v>
                </c:pt>
                <c:pt idx="2712">
                  <c:v>2407.9</c:v>
                </c:pt>
                <c:pt idx="2713">
                  <c:v>2408.3820000000001</c:v>
                </c:pt>
                <c:pt idx="2714">
                  <c:v>2408.8649999999998</c:v>
                </c:pt>
                <c:pt idx="2715">
                  <c:v>2409.346</c:v>
                </c:pt>
                <c:pt idx="2716">
                  <c:v>2409.8290000000002</c:v>
                </c:pt>
                <c:pt idx="2717">
                  <c:v>2410.3110000000001</c:v>
                </c:pt>
                <c:pt idx="2718">
                  <c:v>2410.7930000000001</c:v>
                </c:pt>
                <c:pt idx="2719">
                  <c:v>2411.2750000000001</c:v>
                </c:pt>
                <c:pt idx="2720">
                  <c:v>2411.7570000000001</c:v>
                </c:pt>
                <c:pt idx="2721">
                  <c:v>2412.239</c:v>
                </c:pt>
                <c:pt idx="2722">
                  <c:v>2412.721</c:v>
                </c:pt>
                <c:pt idx="2723">
                  <c:v>2413.203</c:v>
                </c:pt>
                <c:pt idx="2724">
                  <c:v>2413.6860000000001</c:v>
                </c:pt>
                <c:pt idx="2725">
                  <c:v>2414.1680000000001</c:v>
                </c:pt>
                <c:pt idx="2726">
                  <c:v>2414.65</c:v>
                </c:pt>
                <c:pt idx="2727">
                  <c:v>2415.1320000000001</c:v>
                </c:pt>
                <c:pt idx="2728">
                  <c:v>2415.614</c:v>
                </c:pt>
                <c:pt idx="2729">
                  <c:v>2416.096</c:v>
                </c:pt>
                <c:pt idx="2730">
                  <c:v>2416.578</c:v>
                </c:pt>
                <c:pt idx="2731">
                  <c:v>2417.06</c:v>
                </c:pt>
                <c:pt idx="2732">
                  <c:v>2417.5419999999999</c:v>
                </c:pt>
                <c:pt idx="2733">
                  <c:v>2418.0250000000001</c:v>
                </c:pt>
                <c:pt idx="2734">
                  <c:v>2418.5070000000001</c:v>
                </c:pt>
                <c:pt idx="2735">
                  <c:v>2418.989</c:v>
                </c:pt>
                <c:pt idx="2736">
                  <c:v>2419.471</c:v>
                </c:pt>
                <c:pt idx="2737">
                  <c:v>2419.953</c:v>
                </c:pt>
                <c:pt idx="2738">
                  <c:v>2420.4349999999999</c:v>
                </c:pt>
                <c:pt idx="2739">
                  <c:v>2420.9169999999999</c:v>
                </c:pt>
                <c:pt idx="2740">
                  <c:v>2421.3989999999999</c:v>
                </c:pt>
                <c:pt idx="2741">
                  <c:v>2421.8820000000001</c:v>
                </c:pt>
                <c:pt idx="2742">
                  <c:v>2422.364</c:v>
                </c:pt>
                <c:pt idx="2743">
                  <c:v>2422.846</c:v>
                </c:pt>
                <c:pt idx="2744">
                  <c:v>2423.328</c:v>
                </c:pt>
                <c:pt idx="2745">
                  <c:v>2423.81</c:v>
                </c:pt>
                <c:pt idx="2746">
                  <c:v>2424.2919999999999</c:v>
                </c:pt>
                <c:pt idx="2747">
                  <c:v>2424.7739999999999</c:v>
                </c:pt>
                <c:pt idx="2748">
                  <c:v>2425.2559999999999</c:v>
                </c:pt>
                <c:pt idx="2749">
                  <c:v>2425.739</c:v>
                </c:pt>
                <c:pt idx="2750">
                  <c:v>2426.221</c:v>
                </c:pt>
                <c:pt idx="2751">
                  <c:v>2426.703</c:v>
                </c:pt>
                <c:pt idx="2752">
                  <c:v>2427.1849999999999</c:v>
                </c:pt>
                <c:pt idx="2753">
                  <c:v>2427.6669999999999</c:v>
                </c:pt>
                <c:pt idx="2754">
                  <c:v>2428.1489999999999</c:v>
                </c:pt>
                <c:pt idx="2755">
                  <c:v>2428.6309999999999</c:v>
                </c:pt>
                <c:pt idx="2756">
                  <c:v>2429.1129999999998</c:v>
                </c:pt>
                <c:pt idx="2757">
                  <c:v>2429.5949999999998</c:v>
                </c:pt>
                <c:pt idx="2758">
                  <c:v>2430.078</c:v>
                </c:pt>
                <c:pt idx="2759">
                  <c:v>2430.56</c:v>
                </c:pt>
                <c:pt idx="2760">
                  <c:v>2431.0419999999999</c:v>
                </c:pt>
                <c:pt idx="2761">
                  <c:v>2431.5239999999999</c:v>
                </c:pt>
                <c:pt idx="2762">
                  <c:v>2432.0059999999999</c:v>
                </c:pt>
                <c:pt idx="2763">
                  <c:v>2432.4879999999998</c:v>
                </c:pt>
                <c:pt idx="2764">
                  <c:v>2432.9699999999998</c:v>
                </c:pt>
                <c:pt idx="2765">
                  <c:v>2433.4520000000002</c:v>
                </c:pt>
                <c:pt idx="2766">
                  <c:v>2433.9349999999999</c:v>
                </c:pt>
                <c:pt idx="2767">
                  <c:v>2434.4169999999999</c:v>
                </c:pt>
                <c:pt idx="2768">
                  <c:v>2434.8989999999999</c:v>
                </c:pt>
                <c:pt idx="2769">
                  <c:v>2435.3809999999999</c:v>
                </c:pt>
                <c:pt idx="2770">
                  <c:v>2435.8629999999998</c:v>
                </c:pt>
                <c:pt idx="2771">
                  <c:v>2436.3449999999998</c:v>
                </c:pt>
                <c:pt idx="2772">
                  <c:v>2436.8270000000002</c:v>
                </c:pt>
                <c:pt idx="2773">
                  <c:v>2437.3090000000002</c:v>
                </c:pt>
                <c:pt idx="2774">
                  <c:v>2437.7919999999999</c:v>
                </c:pt>
                <c:pt idx="2775">
                  <c:v>2438.2730000000001</c:v>
                </c:pt>
                <c:pt idx="2776">
                  <c:v>2438.7559999999999</c:v>
                </c:pt>
                <c:pt idx="2777">
                  <c:v>2439.2379999999998</c:v>
                </c:pt>
                <c:pt idx="2778">
                  <c:v>2439.7199999999998</c:v>
                </c:pt>
                <c:pt idx="2779">
                  <c:v>2440.2020000000002</c:v>
                </c:pt>
                <c:pt idx="2780">
                  <c:v>2440.6840000000002</c:v>
                </c:pt>
                <c:pt idx="2781">
                  <c:v>2441.1660000000002</c:v>
                </c:pt>
                <c:pt idx="2782">
                  <c:v>2441.6480000000001</c:v>
                </c:pt>
                <c:pt idx="2783">
                  <c:v>2442.13</c:v>
                </c:pt>
                <c:pt idx="2784">
                  <c:v>2442.6129999999998</c:v>
                </c:pt>
                <c:pt idx="2785">
                  <c:v>2443.0949999999998</c:v>
                </c:pt>
                <c:pt idx="2786">
                  <c:v>2443.5770000000002</c:v>
                </c:pt>
                <c:pt idx="2787">
                  <c:v>2444.0590000000002</c:v>
                </c:pt>
                <c:pt idx="2788">
                  <c:v>2444.5410000000002</c:v>
                </c:pt>
                <c:pt idx="2789">
                  <c:v>2445.0230000000001</c:v>
                </c:pt>
                <c:pt idx="2790">
                  <c:v>2445.5050000000001</c:v>
                </c:pt>
                <c:pt idx="2791">
                  <c:v>2445.9870000000001</c:v>
                </c:pt>
                <c:pt idx="2792">
                  <c:v>2446.4690000000001</c:v>
                </c:pt>
                <c:pt idx="2793">
                  <c:v>2446.9520000000002</c:v>
                </c:pt>
                <c:pt idx="2794">
                  <c:v>2447.4340000000002</c:v>
                </c:pt>
                <c:pt idx="2795">
                  <c:v>2447.9160000000002</c:v>
                </c:pt>
                <c:pt idx="2796">
                  <c:v>2448.3980000000001</c:v>
                </c:pt>
                <c:pt idx="2797">
                  <c:v>2448.88</c:v>
                </c:pt>
                <c:pt idx="2798">
                  <c:v>2449.3620000000001</c:v>
                </c:pt>
                <c:pt idx="2799">
                  <c:v>2449.8440000000001</c:v>
                </c:pt>
                <c:pt idx="2800">
                  <c:v>2450.326</c:v>
                </c:pt>
                <c:pt idx="2801">
                  <c:v>2450.8090000000002</c:v>
                </c:pt>
                <c:pt idx="2802">
                  <c:v>2451.2910000000002</c:v>
                </c:pt>
                <c:pt idx="2803">
                  <c:v>2451.7730000000001</c:v>
                </c:pt>
                <c:pt idx="2804">
                  <c:v>2452.2550000000001</c:v>
                </c:pt>
                <c:pt idx="2805">
                  <c:v>2452.7370000000001</c:v>
                </c:pt>
                <c:pt idx="2806">
                  <c:v>2453.2190000000001</c:v>
                </c:pt>
                <c:pt idx="2807">
                  <c:v>2453.701</c:v>
                </c:pt>
                <c:pt idx="2808">
                  <c:v>2454.183</c:v>
                </c:pt>
                <c:pt idx="2809">
                  <c:v>2454.6660000000002</c:v>
                </c:pt>
                <c:pt idx="2810">
                  <c:v>2455.1480000000001</c:v>
                </c:pt>
                <c:pt idx="2811">
                  <c:v>2455.63</c:v>
                </c:pt>
                <c:pt idx="2812">
                  <c:v>2456.1120000000001</c:v>
                </c:pt>
                <c:pt idx="2813">
                  <c:v>2456.5940000000001</c:v>
                </c:pt>
                <c:pt idx="2814">
                  <c:v>2457.076</c:v>
                </c:pt>
                <c:pt idx="2815">
                  <c:v>2457.558</c:v>
                </c:pt>
                <c:pt idx="2816">
                  <c:v>2458.04</c:v>
                </c:pt>
                <c:pt idx="2817">
                  <c:v>2458.5219999999999</c:v>
                </c:pt>
                <c:pt idx="2818">
                  <c:v>2459.0050000000001</c:v>
                </c:pt>
                <c:pt idx="2819">
                  <c:v>2459.4870000000001</c:v>
                </c:pt>
                <c:pt idx="2820">
                  <c:v>2459.9690000000001</c:v>
                </c:pt>
                <c:pt idx="2821">
                  <c:v>2460.451</c:v>
                </c:pt>
                <c:pt idx="2822">
                  <c:v>2460.933</c:v>
                </c:pt>
                <c:pt idx="2823">
                  <c:v>2461.415</c:v>
                </c:pt>
                <c:pt idx="2824">
                  <c:v>2461.8969999999999</c:v>
                </c:pt>
                <c:pt idx="2825">
                  <c:v>2462.3789999999999</c:v>
                </c:pt>
                <c:pt idx="2826">
                  <c:v>2462.8620000000001</c:v>
                </c:pt>
                <c:pt idx="2827">
                  <c:v>2463.3440000000001</c:v>
                </c:pt>
                <c:pt idx="2828">
                  <c:v>2463.826</c:v>
                </c:pt>
                <c:pt idx="2829">
                  <c:v>2464.308</c:v>
                </c:pt>
                <c:pt idx="2830">
                  <c:v>2464.79</c:v>
                </c:pt>
                <c:pt idx="2831">
                  <c:v>2465.2719999999999</c:v>
                </c:pt>
                <c:pt idx="2832">
                  <c:v>2465.7539999999999</c:v>
                </c:pt>
                <c:pt idx="2833">
                  <c:v>2466.2359999999999</c:v>
                </c:pt>
                <c:pt idx="2834">
                  <c:v>2466.7190000000001</c:v>
                </c:pt>
                <c:pt idx="2835">
                  <c:v>2467.1999999999998</c:v>
                </c:pt>
                <c:pt idx="2836">
                  <c:v>2467.683</c:v>
                </c:pt>
                <c:pt idx="2837">
                  <c:v>2468.165</c:v>
                </c:pt>
                <c:pt idx="2838">
                  <c:v>2468.6469999999999</c:v>
                </c:pt>
                <c:pt idx="2839">
                  <c:v>2469.1289999999999</c:v>
                </c:pt>
                <c:pt idx="2840">
                  <c:v>2469.6109999999999</c:v>
                </c:pt>
                <c:pt idx="2841">
                  <c:v>2470.0929999999998</c:v>
                </c:pt>
                <c:pt idx="2842">
                  <c:v>2470.5749999999998</c:v>
                </c:pt>
                <c:pt idx="2843">
                  <c:v>2471.0569999999998</c:v>
                </c:pt>
                <c:pt idx="2844">
                  <c:v>2471.54</c:v>
                </c:pt>
                <c:pt idx="2845">
                  <c:v>2472.0219999999999</c:v>
                </c:pt>
                <c:pt idx="2846">
                  <c:v>2472.5039999999999</c:v>
                </c:pt>
                <c:pt idx="2847">
                  <c:v>2472.9859999999999</c:v>
                </c:pt>
                <c:pt idx="2848">
                  <c:v>2473.4679999999998</c:v>
                </c:pt>
                <c:pt idx="2849">
                  <c:v>2473.9499999999998</c:v>
                </c:pt>
                <c:pt idx="2850">
                  <c:v>2474.4319999999998</c:v>
                </c:pt>
                <c:pt idx="2851">
                  <c:v>2474.9140000000002</c:v>
                </c:pt>
                <c:pt idx="2852">
                  <c:v>2475.3960000000002</c:v>
                </c:pt>
                <c:pt idx="2853">
                  <c:v>2475.8789999999999</c:v>
                </c:pt>
                <c:pt idx="2854">
                  <c:v>2476.3609999999999</c:v>
                </c:pt>
                <c:pt idx="2855">
                  <c:v>2476.8429999999998</c:v>
                </c:pt>
                <c:pt idx="2856">
                  <c:v>2477.3249999999998</c:v>
                </c:pt>
                <c:pt idx="2857">
                  <c:v>2477.8069999999998</c:v>
                </c:pt>
                <c:pt idx="2858">
                  <c:v>2478.2890000000002</c:v>
                </c:pt>
                <c:pt idx="2859">
                  <c:v>2478.7710000000002</c:v>
                </c:pt>
                <c:pt idx="2860">
                  <c:v>2479.2530000000002</c:v>
                </c:pt>
                <c:pt idx="2861">
                  <c:v>2479.7359999999999</c:v>
                </c:pt>
                <c:pt idx="2862">
                  <c:v>2480.2179999999998</c:v>
                </c:pt>
                <c:pt idx="2863">
                  <c:v>2480.6999999999998</c:v>
                </c:pt>
                <c:pt idx="2864">
                  <c:v>2481.1819999999998</c:v>
                </c:pt>
                <c:pt idx="2865">
                  <c:v>2481.6640000000002</c:v>
                </c:pt>
                <c:pt idx="2866">
                  <c:v>2482.1460000000002</c:v>
                </c:pt>
                <c:pt idx="2867">
                  <c:v>2482.6280000000002</c:v>
                </c:pt>
                <c:pt idx="2868">
                  <c:v>2483.11</c:v>
                </c:pt>
                <c:pt idx="2869">
                  <c:v>2483.5929999999998</c:v>
                </c:pt>
                <c:pt idx="2870">
                  <c:v>2484.0749999999998</c:v>
                </c:pt>
                <c:pt idx="2871">
                  <c:v>2484.5569999999998</c:v>
                </c:pt>
                <c:pt idx="2872">
                  <c:v>2485.0390000000002</c:v>
                </c:pt>
                <c:pt idx="2873">
                  <c:v>2485.5210000000002</c:v>
                </c:pt>
                <c:pt idx="2874">
                  <c:v>2486.0030000000002</c:v>
                </c:pt>
                <c:pt idx="2875">
                  <c:v>2486.4850000000001</c:v>
                </c:pt>
                <c:pt idx="2876">
                  <c:v>2486.9670000000001</c:v>
                </c:pt>
                <c:pt idx="2877">
                  <c:v>2487.4490000000001</c:v>
                </c:pt>
                <c:pt idx="2878">
                  <c:v>2487.9319999999998</c:v>
                </c:pt>
                <c:pt idx="2879">
                  <c:v>2488.4140000000002</c:v>
                </c:pt>
                <c:pt idx="2880">
                  <c:v>2488.8960000000002</c:v>
                </c:pt>
                <c:pt idx="2881">
                  <c:v>2489.3780000000002</c:v>
                </c:pt>
                <c:pt idx="2882">
                  <c:v>2489.86</c:v>
                </c:pt>
                <c:pt idx="2883">
                  <c:v>2490.3420000000001</c:v>
                </c:pt>
                <c:pt idx="2884">
                  <c:v>2490.8240000000001</c:v>
                </c:pt>
                <c:pt idx="2885">
                  <c:v>2491.306</c:v>
                </c:pt>
                <c:pt idx="2886">
                  <c:v>2491.7890000000002</c:v>
                </c:pt>
                <c:pt idx="2887">
                  <c:v>2492.2710000000002</c:v>
                </c:pt>
                <c:pt idx="2888">
                  <c:v>2492.7530000000002</c:v>
                </c:pt>
                <c:pt idx="2889">
                  <c:v>2493.2350000000001</c:v>
                </c:pt>
                <c:pt idx="2890">
                  <c:v>2493.7170000000001</c:v>
                </c:pt>
                <c:pt idx="2891">
                  <c:v>2494.1990000000001</c:v>
                </c:pt>
                <c:pt idx="2892">
                  <c:v>2494.681</c:v>
                </c:pt>
                <c:pt idx="2893">
                  <c:v>2495.163</c:v>
                </c:pt>
                <c:pt idx="2894">
                  <c:v>2495.6460000000002</c:v>
                </c:pt>
                <c:pt idx="2895">
                  <c:v>2496.127</c:v>
                </c:pt>
                <c:pt idx="2896">
                  <c:v>2496.61</c:v>
                </c:pt>
                <c:pt idx="2897">
                  <c:v>2497.0920000000001</c:v>
                </c:pt>
                <c:pt idx="2898">
                  <c:v>2497.5740000000001</c:v>
                </c:pt>
                <c:pt idx="2899">
                  <c:v>2498.056</c:v>
                </c:pt>
                <c:pt idx="2900">
                  <c:v>2498.538</c:v>
                </c:pt>
                <c:pt idx="2901">
                  <c:v>2499.02</c:v>
                </c:pt>
                <c:pt idx="2902">
                  <c:v>2499.502</c:v>
                </c:pt>
                <c:pt idx="2903">
                  <c:v>2499.9839999999999</c:v>
                </c:pt>
                <c:pt idx="2904">
                  <c:v>2500.4670000000001</c:v>
                </c:pt>
                <c:pt idx="2905">
                  <c:v>2500.9490000000001</c:v>
                </c:pt>
                <c:pt idx="2906">
                  <c:v>2501.431</c:v>
                </c:pt>
                <c:pt idx="2907">
                  <c:v>2501.913</c:v>
                </c:pt>
                <c:pt idx="2908">
                  <c:v>2502.395</c:v>
                </c:pt>
                <c:pt idx="2909">
                  <c:v>2502.877</c:v>
                </c:pt>
                <c:pt idx="2910">
                  <c:v>2503.3589999999999</c:v>
                </c:pt>
                <c:pt idx="2911">
                  <c:v>2503.8409999999999</c:v>
                </c:pt>
                <c:pt idx="2912">
                  <c:v>2504.3229999999999</c:v>
                </c:pt>
                <c:pt idx="2913">
                  <c:v>2504.806</c:v>
                </c:pt>
                <c:pt idx="2914">
                  <c:v>2505.288</c:v>
                </c:pt>
                <c:pt idx="2915">
                  <c:v>2505.77</c:v>
                </c:pt>
                <c:pt idx="2916">
                  <c:v>2506.252</c:v>
                </c:pt>
                <c:pt idx="2917">
                  <c:v>2506.7339999999999</c:v>
                </c:pt>
                <c:pt idx="2918">
                  <c:v>2507.2159999999999</c:v>
                </c:pt>
                <c:pt idx="2919">
                  <c:v>2507.6979999999999</c:v>
                </c:pt>
                <c:pt idx="2920">
                  <c:v>2508.1799999999998</c:v>
                </c:pt>
                <c:pt idx="2921">
                  <c:v>2508.663</c:v>
                </c:pt>
                <c:pt idx="2922">
                  <c:v>2509.145</c:v>
                </c:pt>
                <c:pt idx="2923">
                  <c:v>2509.627</c:v>
                </c:pt>
                <c:pt idx="2924">
                  <c:v>2510.1089999999999</c:v>
                </c:pt>
                <c:pt idx="2925">
                  <c:v>2510.5909999999999</c:v>
                </c:pt>
                <c:pt idx="2926">
                  <c:v>2511.0729999999999</c:v>
                </c:pt>
                <c:pt idx="2927">
                  <c:v>2511.5549999999998</c:v>
                </c:pt>
                <c:pt idx="2928">
                  <c:v>2512.0369999999998</c:v>
                </c:pt>
                <c:pt idx="2929">
                  <c:v>2512.52</c:v>
                </c:pt>
                <c:pt idx="2930">
                  <c:v>2513.002</c:v>
                </c:pt>
                <c:pt idx="2931">
                  <c:v>2513.4839999999999</c:v>
                </c:pt>
                <c:pt idx="2932">
                  <c:v>2513.9659999999999</c:v>
                </c:pt>
                <c:pt idx="2933">
                  <c:v>2514.4479999999999</c:v>
                </c:pt>
                <c:pt idx="2934">
                  <c:v>2514.9299999999998</c:v>
                </c:pt>
                <c:pt idx="2935">
                  <c:v>2515.4119999999998</c:v>
                </c:pt>
                <c:pt idx="2936">
                  <c:v>2515.8939999999998</c:v>
                </c:pt>
                <c:pt idx="2937">
                  <c:v>2516.3760000000002</c:v>
                </c:pt>
                <c:pt idx="2938">
                  <c:v>2516.8589999999999</c:v>
                </c:pt>
                <c:pt idx="2939">
                  <c:v>2517.3409999999999</c:v>
                </c:pt>
                <c:pt idx="2940">
                  <c:v>2517.8229999999999</c:v>
                </c:pt>
                <c:pt idx="2941">
                  <c:v>2518.3049999999998</c:v>
                </c:pt>
                <c:pt idx="2942">
                  <c:v>2518.7869999999998</c:v>
                </c:pt>
                <c:pt idx="2943">
                  <c:v>2519.2689999999998</c:v>
                </c:pt>
                <c:pt idx="2944">
                  <c:v>2519.7510000000002</c:v>
                </c:pt>
                <c:pt idx="2945">
                  <c:v>2520.2330000000002</c:v>
                </c:pt>
                <c:pt idx="2946">
                  <c:v>2520.7159999999999</c:v>
                </c:pt>
                <c:pt idx="2947">
                  <c:v>2521.1979999999999</c:v>
                </c:pt>
                <c:pt idx="2948">
                  <c:v>2521.6799999999998</c:v>
                </c:pt>
                <c:pt idx="2949">
                  <c:v>2522.1619999999998</c:v>
                </c:pt>
                <c:pt idx="2950">
                  <c:v>2522.6439999999998</c:v>
                </c:pt>
                <c:pt idx="2951">
                  <c:v>2523.1260000000002</c:v>
                </c:pt>
                <c:pt idx="2952">
                  <c:v>2523.6080000000002</c:v>
                </c:pt>
                <c:pt idx="2953">
                  <c:v>2524.09</c:v>
                </c:pt>
                <c:pt idx="2954">
                  <c:v>2524.5729999999999</c:v>
                </c:pt>
                <c:pt idx="2955">
                  <c:v>2525.0540000000001</c:v>
                </c:pt>
                <c:pt idx="2956">
                  <c:v>2525.5369999999998</c:v>
                </c:pt>
                <c:pt idx="2957">
                  <c:v>2526.0189999999998</c:v>
                </c:pt>
                <c:pt idx="2958">
                  <c:v>2526.5010000000002</c:v>
                </c:pt>
                <c:pt idx="2959">
                  <c:v>2526.9830000000002</c:v>
                </c:pt>
                <c:pt idx="2960">
                  <c:v>2527.4650000000001</c:v>
                </c:pt>
                <c:pt idx="2961">
                  <c:v>2527.9470000000001</c:v>
                </c:pt>
                <c:pt idx="2962">
                  <c:v>2528.4290000000001</c:v>
                </c:pt>
                <c:pt idx="2963">
                  <c:v>2528.9110000000001</c:v>
                </c:pt>
                <c:pt idx="2964">
                  <c:v>2529.3939999999998</c:v>
                </c:pt>
                <c:pt idx="2965">
                  <c:v>2529.8760000000002</c:v>
                </c:pt>
                <c:pt idx="2966">
                  <c:v>2530.3580000000002</c:v>
                </c:pt>
                <c:pt idx="2967">
                  <c:v>2530.84</c:v>
                </c:pt>
                <c:pt idx="2968">
                  <c:v>2531.3220000000001</c:v>
                </c:pt>
                <c:pt idx="2969">
                  <c:v>2531.8040000000001</c:v>
                </c:pt>
                <c:pt idx="2970">
                  <c:v>2532.2860000000001</c:v>
                </c:pt>
                <c:pt idx="2971">
                  <c:v>2532.768</c:v>
                </c:pt>
                <c:pt idx="2972">
                  <c:v>2533.25</c:v>
                </c:pt>
                <c:pt idx="2973">
                  <c:v>2533.7330000000002</c:v>
                </c:pt>
                <c:pt idx="2974">
                  <c:v>2534.2150000000001</c:v>
                </c:pt>
                <c:pt idx="2975">
                  <c:v>2534.6970000000001</c:v>
                </c:pt>
                <c:pt idx="2976">
                  <c:v>2535.1790000000001</c:v>
                </c:pt>
                <c:pt idx="2977">
                  <c:v>2535.6610000000001</c:v>
                </c:pt>
                <c:pt idx="2978">
                  <c:v>2536.143</c:v>
                </c:pt>
                <c:pt idx="2979">
                  <c:v>2536.625</c:v>
                </c:pt>
                <c:pt idx="2980">
                  <c:v>2537.107</c:v>
                </c:pt>
                <c:pt idx="2981">
                  <c:v>2537.59</c:v>
                </c:pt>
                <c:pt idx="2982">
                  <c:v>2538.0720000000001</c:v>
                </c:pt>
                <c:pt idx="2983">
                  <c:v>2538.5540000000001</c:v>
                </c:pt>
                <c:pt idx="2984">
                  <c:v>2539.0360000000001</c:v>
                </c:pt>
                <c:pt idx="2985">
                  <c:v>2539.518</c:v>
                </c:pt>
                <c:pt idx="2986">
                  <c:v>2540</c:v>
                </c:pt>
                <c:pt idx="2987">
                  <c:v>2540.482</c:v>
                </c:pt>
                <c:pt idx="2988">
                  <c:v>2540.9639999999999</c:v>
                </c:pt>
                <c:pt idx="2989">
                  <c:v>2541.4470000000001</c:v>
                </c:pt>
                <c:pt idx="2990">
                  <c:v>2541.9290000000001</c:v>
                </c:pt>
                <c:pt idx="2991">
                  <c:v>2542.4110000000001</c:v>
                </c:pt>
                <c:pt idx="2992">
                  <c:v>2542.893</c:v>
                </c:pt>
                <c:pt idx="2993">
                  <c:v>2543.375</c:v>
                </c:pt>
                <c:pt idx="2994">
                  <c:v>2543.857</c:v>
                </c:pt>
                <c:pt idx="2995">
                  <c:v>2544.3389999999999</c:v>
                </c:pt>
                <c:pt idx="2996">
                  <c:v>2544.8209999999999</c:v>
                </c:pt>
                <c:pt idx="2997">
                  <c:v>2545.3029999999999</c:v>
                </c:pt>
                <c:pt idx="2998">
                  <c:v>2545.7860000000001</c:v>
                </c:pt>
                <c:pt idx="2999">
                  <c:v>2546.268</c:v>
                </c:pt>
                <c:pt idx="3000">
                  <c:v>2546.75</c:v>
                </c:pt>
                <c:pt idx="3001">
                  <c:v>2547.232</c:v>
                </c:pt>
                <c:pt idx="3002">
                  <c:v>2547.7139999999999</c:v>
                </c:pt>
                <c:pt idx="3003">
                  <c:v>2548.1959999999999</c:v>
                </c:pt>
                <c:pt idx="3004">
                  <c:v>2548.6779999999999</c:v>
                </c:pt>
                <c:pt idx="3005">
                  <c:v>2549.16</c:v>
                </c:pt>
                <c:pt idx="3006">
                  <c:v>2549.643</c:v>
                </c:pt>
                <c:pt idx="3007">
                  <c:v>2550.125</c:v>
                </c:pt>
                <c:pt idx="3008">
                  <c:v>2550.607</c:v>
                </c:pt>
                <c:pt idx="3009">
                  <c:v>2551.0889999999999</c:v>
                </c:pt>
                <c:pt idx="3010">
                  <c:v>2551.5709999999999</c:v>
                </c:pt>
                <c:pt idx="3011">
                  <c:v>2552.0529999999999</c:v>
                </c:pt>
                <c:pt idx="3012">
                  <c:v>2552.5349999999999</c:v>
                </c:pt>
                <c:pt idx="3013">
                  <c:v>2553.0169999999998</c:v>
                </c:pt>
                <c:pt idx="3014">
                  <c:v>2553.5</c:v>
                </c:pt>
                <c:pt idx="3015">
                  <c:v>2553.9810000000002</c:v>
                </c:pt>
                <c:pt idx="3016">
                  <c:v>2554.4639999999999</c:v>
                </c:pt>
                <c:pt idx="3017">
                  <c:v>2554.9459999999999</c:v>
                </c:pt>
                <c:pt idx="3018">
                  <c:v>2555.4279999999999</c:v>
                </c:pt>
                <c:pt idx="3019">
                  <c:v>2555.91</c:v>
                </c:pt>
                <c:pt idx="3020">
                  <c:v>2556.3919999999998</c:v>
                </c:pt>
                <c:pt idx="3021">
                  <c:v>2556.8739999999998</c:v>
                </c:pt>
                <c:pt idx="3022">
                  <c:v>2557.3560000000002</c:v>
                </c:pt>
                <c:pt idx="3023">
                  <c:v>2557.8380000000002</c:v>
                </c:pt>
                <c:pt idx="3024">
                  <c:v>2558.3209999999999</c:v>
                </c:pt>
                <c:pt idx="3025">
                  <c:v>2558.8029999999999</c:v>
                </c:pt>
                <c:pt idx="3026">
                  <c:v>2559.2849999999999</c:v>
                </c:pt>
                <c:pt idx="3027">
                  <c:v>2559.7669999999998</c:v>
                </c:pt>
                <c:pt idx="3028">
                  <c:v>2560.2489999999998</c:v>
                </c:pt>
                <c:pt idx="3029">
                  <c:v>2560.7310000000002</c:v>
                </c:pt>
                <c:pt idx="3030">
                  <c:v>2561.2130000000002</c:v>
                </c:pt>
                <c:pt idx="3031">
                  <c:v>2561.6950000000002</c:v>
                </c:pt>
                <c:pt idx="3032">
                  <c:v>2562.1770000000001</c:v>
                </c:pt>
                <c:pt idx="3033">
                  <c:v>2562.66</c:v>
                </c:pt>
                <c:pt idx="3034">
                  <c:v>2563.1419999999998</c:v>
                </c:pt>
                <c:pt idx="3035">
                  <c:v>2563.6239999999998</c:v>
                </c:pt>
                <c:pt idx="3036">
                  <c:v>2564.1060000000002</c:v>
                </c:pt>
                <c:pt idx="3037">
                  <c:v>2564.5880000000002</c:v>
                </c:pt>
                <c:pt idx="3038">
                  <c:v>2565.0700000000002</c:v>
                </c:pt>
                <c:pt idx="3039">
                  <c:v>2565.5520000000001</c:v>
                </c:pt>
                <c:pt idx="3040">
                  <c:v>2566.0340000000001</c:v>
                </c:pt>
                <c:pt idx="3041">
                  <c:v>2566.5169999999998</c:v>
                </c:pt>
                <c:pt idx="3042">
                  <c:v>2566.9989999999998</c:v>
                </c:pt>
                <c:pt idx="3043">
                  <c:v>2567.4810000000002</c:v>
                </c:pt>
                <c:pt idx="3044">
                  <c:v>2567.9630000000002</c:v>
                </c:pt>
                <c:pt idx="3045">
                  <c:v>2568.4450000000002</c:v>
                </c:pt>
                <c:pt idx="3046">
                  <c:v>2568.9270000000001</c:v>
                </c:pt>
                <c:pt idx="3047">
                  <c:v>2569.4090000000001</c:v>
                </c:pt>
                <c:pt idx="3048">
                  <c:v>2569.8910000000001</c:v>
                </c:pt>
                <c:pt idx="3049">
                  <c:v>2570.3739999999998</c:v>
                </c:pt>
                <c:pt idx="3050">
                  <c:v>2570.8560000000002</c:v>
                </c:pt>
                <c:pt idx="3051">
                  <c:v>2571.3380000000002</c:v>
                </c:pt>
                <c:pt idx="3052">
                  <c:v>2571.8200000000002</c:v>
                </c:pt>
                <c:pt idx="3053">
                  <c:v>2572.3020000000001</c:v>
                </c:pt>
                <c:pt idx="3054">
                  <c:v>2572.7840000000001</c:v>
                </c:pt>
                <c:pt idx="3055">
                  <c:v>2573.2660000000001</c:v>
                </c:pt>
                <c:pt idx="3056">
                  <c:v>2573.748</c:v>
                </c:pt>
                <c:pt idx="3057">
                  <c:v>2574.23</c:v>
                </c:pt>
                <c:pt idx="3058">
                  <c:v>2574.7130000000002</c:v>
                </c:pt>
                <c:pt idx="3059">
                  <c:v>2575.1950000000002</c:v>
                </c:pt>
                <c:pt idx="3060">
                  <c:v>2575.6770000000001</c:v>
                </c:pt>
                <c:pt idx="3061">
                  <c:v>2576.1590000000001</c:v>
                </c:pt>
                <c:pt idx="3062">
                  <c:v>2576.6410000000001</c:v>
                </c:pt>
                <c:pt idx="3063">
                  <c:v>2577.123</c:v>
                </c:pt>
                <c:pt idx="3064">
                  <c:v>2577.605</c:v>
                </c:pt>
                <c:pt idx="3065">
                  <c:v>2578.087</c:v>
                </c:pt>
                <c:pt idx="3066">
                  <c:v>2578.5700000000002</c:v>
                </c:pt>
                <c:pt idx="3067">
                  <c:v>2579.0520000000001</c:v>
                </c:pt>
                <c:pt idx="3068">
                  <c:v>2579.5340000000001</c:v>
                </c:pt>
                <c:pt idx="3069">
                  <c:v>2580.0160000000001</c:v>
                </c:pt>
                <c:pt idx="3070">
                  <c:v>2580.498</c:v>
                </c:pt>
                <c:pt idx="3071">
                  <c:v>2580.98</c:v>
                </c:pt>
                <c:pt idx="3072">
                  <c:v>2581.462</c:v>
                </c:pt>
                <c:pt idx="3073">
                  <c:v>2581.944</c:v>
                </c:pt>
                <c:pt idx="3074">
                  <c:v>2582.4270000000001</c:v>
                </c:pt>
                <c:pt idx="3075">
                  <c:v>2582.9090000000001</c:v>
                </c:pt>
                <c:pt idx="3076">
                  <c:v>2583.3910000000001</c:v>
                </c:pt>
                <c:pt idx="3077">
                  <c:v>2583.873</c:v>
                </c:pt>
                <c:pt idx="3078">
                  <c:v>2584.355</c:v>
                </c:pt>
                <c:pt idx="3079">
                  <c:v>2584.837</c:v>
                </c:pt>
                <c:pt idx="3080">
                  <c:v>2585.319</c:v>
                </c:pt>
                <c:pt idx="3081">
                  <c:v>2585.8009999999999</c:v>
                </c:pt>
                <c:pt idx="3082">
                  <c:v>2586.2829999999999</c:v>
                </c:pt>
                <c:pt idx="3083">
                  <c:v>2586.7660000000001</c:v>
                </c:pt>
                <c:pt idx="3084">
                  <c:v>2587.248</c:v>
                </c:pt>
                <c:pt idx="3085">
                  <c:v>2587.73</c:v>
                </c:pt>
                <c:pt idx="3086">
                  <c:v>2588.212</c:v>
                </c:pt>
                <c:pt idx="3087">
                  <c:v>2588.694</c:v>
                </c:pt>
                <c:pt idx="3088">
                  <c:v>2589.1759999999999</c:v>
                </c:pt>
                <c:pt idx="3089">
                  <c:v>2589.6579999999999</c:v>
                </c:pt>
                <c:pt idx="3090">
                  <c:v>2590.14</c:v>
                </c:pt>
                <c:pt idx="3091">
                  <c:v>2590.623</c:v>
                </c:pt>
                <c:pt idx="3092">
                  <c:v>2591.1039999999998</c:v>
                </c:pt>
                <c:pt idx="3093">
                  <c:v>2591.587</c:v>
                </c:pt>
                <c:pt idx="3094">
                  <c:v>2592.069</c:v>
                </c:pt>
                <c:pt idx="3095">
                  <c:v>2592.5509999999999</c:v>
                </c:pt>
                <c:pt idx="3096">
                  <c:v>2593.0329999999999</c:v>
                </c:pt>
                <c:pt idx="3097">
                  <c:v>2593.5149999999999</c:v>
                </c:pt>
                <c:pt idx="3098">
                  <c:v>2593.9969999999998</c:v>
                </c:pt>
                <c:pt idx="3099">
                  <c:v>2594.4789999999998</c:v>
                </c:pt>
                <c:pt idx="3100">
                  <c:v>2594.9609999999998</c:v>
                </c:pt>
                <c:pt idx="3101">
                  <c:v>2595.444</c:v>
                </c:pt>
                <c:pt idx="3102">
                  <c:v>2595.9259999999999</c:v>
                </c:pt>
                <c:pt idx="3103">
                  <c:v>2596.4079999999999</c:v>
                </c:pt>
                <c:pt idx="3104">
                  <c:v>2596.89</c:v>
                </c:pt>
                <c:pt idx="3105">
                  <c:v>2597.3719999999998</c:v>
                </c:pt>
                <c:pt idx="3106">
                  <c:v>2597.8539999999998</c:v>
                </c:pt>
                <c:pt idx="3107">
                  <c:v>2598.3359999999998</c:v>
                </c:pt>
                <c:pt idx="3108">
                  <c:v>2598.8180000000002</c:v>
                </c:pt>
                <c:pt idx="3109">
                  <c:v>2599.3009999999999</c:v>
                </c:pt>
                <c:pt idx="3110">
                  <c:v>2599.7829999999999</c:v>
                </c:pt>
                <c:pt idx="3111">
                  <c:v>2600.2649999999999</c:v>
                </c:pt>
                <c:pt idx="3112">
                  <c:v>2600.7469999999998</c:v>
                </c:pt>
                <c:pt idx="3113">
                  <c:v>2601.2289999999998</c:v>
                </c:pt>
                <c:pt idx="3114">
                  <c:v>2601.7109999999998</c:v>
                </c:pt>
                <c:pt idx="3115">
                  <c:v>2602.1930000000002</c:v>
                </c:pt>
                <c:pt idx="3116">
                  <c:v>2602.6750000000002</c:v>
                </c:pt>
                <c:pt idx="3117">
                  <c:v>2603.1570000000002</c:v>
                </c:pt>
                <c:pt idx="3118">
                  <c:v>2603.64</c:v>
                </c:pt>
                <c:pt idx="3119">
                  <c:v>2604.1219999999998</c:v>
                </c:pt>
                <c:pt idx="3120">
                  <c:v>2604.6039999999998</c:v>
                </c:pt>
                <c:pt idx="3121">
                  <c:v>2605.0859999999998</c:v>
                </c:pt>
                <c:pt idx="3122">
                  <c:v>2605.5680000000002</c:v>
                </c:pt>
                <c:pt idx="3123">
                  <c:v>2606.0500000000002</c:v>
                </c:pt>
                <c:pt idx="3124">
                  <c:v>2606.5320000000002</c:v>
                </c:pt>
                <c:pt idx="3125">
                  <c:v>2607.0140000000001</c:v>
                </c:pt>
                <c:pt idx="3126">
                  <c:v>2607.4969999999998</c:v>
                </c:pt>
                <c:pt idx="3127">
                  <c:v>2607.9789999999998</c:v>
                </c:pt>
                <c:pt idx="3128">
                  <c:v>2608.4609999999998</c:v>
                </c:pt>
                <c:pt idx="3129">
                  <c:v>2608.9430000000002</c:v>
                </c:pt>
                <c:pt idx="3130">
                  <c:v>2609.4250000000002</c:v>
                </c:pt>
                <c:pt idx="3131">
                  <c:v>2609.9070000000002</c:v>
                </c:pt>
                <c:pt idx="3132">
                  <c:v>2610.3890000000001</c:v>
                </c:pt>
                <c:pt idx="3133">
                  <c:v>2610.8710000000001</c:v>
                </c:pt>
                <c:pt idx="3134">
                  <c:v>2611.3539999999998</c:v>
                </c:pt>
                <c:pt idx="3135">
                  <c:v>2611.8359999999998</c:v>
                </c:pt>
                <c:pt idx="3136">
                  <c:v>2612.3180000000002</c:v>
                </c:pt>
                <c:pt idx="3137">
                  <c:v>2612.8000000000002</c:v>
                </c:pt>
                <c:pt idx="3138">
                  <c:v>2613.2820000000002</c:v>
                </c:pt>
                <c:pt idx="3139">
                  <c:v>2613.7640000000001</c:v>
                </c:pt>
                <c:pt idx="3140">
                  <c:v>2614.2460000000001</c:v>
                </c:pt>
                <c:pt idx="3141">
                  <c:v>2614.7280000000001</c:v>
                </c:pt>
                <c:pt idx="3142">
                  <c:v>2615.21</c:v>
                </c:pt>
                <c:pt idx="3143">
                  <c:v>2615.6930000000002</c:v>
                </c:pt>
                <c:pt idx="3144">
                  <c:v>2616.1750000000002</c:v>
                </c:pt>
                <c:pt idx="3145">
                  <c:v>2616.6570000000002</c:v>
                </c:pt>
                <c:pt idx="3146">
                  <c:v>2617.1390000000001</c:v>
                </c:pt>
                <c:pt idx="3147">
                  <c:v>2617.6210000000001</c:v>
                </c:pt>
                <c:pt idx="3148">
                  <c:v>2618.1030000000001</c:v>
                </c:pt>
                <c:pt idx="3149">
                  <c:v>2618.585</c:v>
                </c:pt>
                <c:pt idx="3150">
                  <c:v>2619.067</c:v>
                </c:pt>
                <c:pt idx="3151">
                  <c:v>2619.5500000000002</c:v>
                </c:pt>
                <c:pt idx="3152">
                  <c:v>2620.0309999999999</c:v>
                </c:pt>
                <c:pt idx="3153">
                  <c:v>2620.5140000000001</c:v>
                </c:pt>
                <c:pt idx="3154">
                  <c:v>2620.9960000000001</c:v>
                </c:pt>
                <c:pt idx="3155">
                  <c:v>2621.4780000000001</c:v>
                </c:pt>
                <c:pt idx="3156">
                  <c:v>2621.96</c:v>
                </c:pt>
                <c:pt idx="3157">
                  <c:v>2622.442</c:v>
                </c:pt>
                <c:pt idx="3158">
                  <c:v>2622.924</c:v>
                </c:pt>
                <c:pt idx="3159">
                  <c:v>2623.4059999999999</c:v>
                </c:pt>
                <c:pt idx="3160">
                  <c:v>2623.8879999999999</c:v>
                </c:pt>
                <c:pt idx="3161">
                  <c:v>2624.3710000000001</c:v>
                </c:pt>
                <c:pt idx="3162">
                  <c:v>2624.8530000000001</c:v>
                </c:pt>
                <c:pt idx="3163">
                  <c:v>2625.335</c:v>
                </c:pt>
                <c:pt idx="3164">
                  <c:v>2625.817</c:v>
                </c:pt>
                <c:pt idx="3165">
                  <c:v>2626.299</c:v>
                </c:pt>
                <c:pt idx="3166">
                  <c:v>2626.7809999999999</c:v>
                </c:pt>
                <c:pt idx="3167">
                  <c:v>2627.2629999999999</c:v>
                </c:pt>
                <c:pt idx="3168">
                  <c:v>2627.7449999999999</c:v>
                </c:pt>
                <c:pt idx="3169">
                  <c:v>2628.2280000000001</c:v>
                </c:pt>
                <c:pt idx="3170">
                  <c:v>2628.71</c:v>
                </c:pt>
                <c:pt idx="3171">
                  <c:v>2629.192</c:v>
                </c:pt>
                <c:pt idx="3172">
                  <c:v>2629.674</c:v>
                </c:pt>
                <c:pt idx="3173">
                  <c:v>2630.1559999999999</c:v>
                </c:pt>
                <c:pt idx="3174">
                  <c:v>2630.6379999999999</c:v>
                </c:pt>
                <c:pt idx="3175">
                  <c:v>2631.12</c:v>
                </c:pt>
                <c:pt idx="3176">
                  <c:v>2631.6019999999999</c:v>
                </c:pt>
                <c:pt idx="3177">
                  <c:v>2632.0839999999998</c:v>
                </c:pt>
                <c:pt idx="3178">
                  <c:v>2632.567</c:v>
                </c:pt>
                <c:pt idx="3179">
                  <c:v>2633.049</c:v>
                </c:pt>
                <c:pt idx="3180">
                  <c:v>2633.5309999999999</c:v>
                </c:pt>
                <c:pt idx="3181">
                  <c:v>2634.0129999999999</c:v>
                </c:pt>
                <c:pt idx="3182">
                  <c:v>2634.4949999999999</c:v>
                </c:pt>
                <c:pt idx="3183">
                  <c:v>2634.9769999999999</c:v>
                </c:pt>
                <c:pt idx="3184">
                  <c:v>2635.4589999999998</c:v>
                </c:pt>
                <c:pt idx="3185">
                  <c:v>2635.9409999999998</c:v>
                </c:pt>
                <c:pt idx="3186">
                  <c:v>2636.424</c:v>
                </c:pt>
                <c:pt idx="3187">
                  <c:v>2636.9059999999999</c:v>
                </c:pt>
                <c:pt idx="3188">
                  <c:v>2637.3879999999999</c:v>
                </c:pt>
                <c:pt idx="3189">
                  <c:v>2637.87</c:v>
                </c:pt>
                <c:pt idx="3190">
                  <c:v>2638.3519999999999</c:v>
                </c:pt>
                <c:pt idx="3191">
                  <c:v>2638.8339999999998</c:v>
                </c:pt>
                <c:pt idx="3192">
                  <c:v>2639.3159999999998</c:v>
                </c:pt>
                <c:pt idx="3193">
                  <c:v>2639.7979999999998</c:v>
                </c:pt>
                <c:pt idx="3194">
                  <c:v>2640.2809999999999</c:v>
                </c:pt>
                <c:pt idx="3195">
                  <c:v>2640.7629999999999</c:v>
                </c:pt>
                <c:pt idx="3196">
                  <c:v>2641.2449999999999</c:v>
                </c:pt>
                <c:pt idx="3197">
                  <c:v>2641.7269999999999</c:v>
                </c:pt>
                <c:pt idx="3198">
                  <c:v>2642.2089999999998</c:v>
                </c:pt>
                <c:pt idx="3199">
                  <c:v>2642.6909999999998</c:v>
                </c:pt>
                <c:pt idx="3200">
                  <c:v>2643.1729999999998</c:v>
                </c:pt>
                <c:pt idx="3201">
                  <c:v>2643.6550000000002</c:v>
                </c:pt>
                <c:pt idx="3202">
                  <c:v>2644.1370000000002</c:v>
                </c:pt>
                <c:pt idx="3203">
                  <c:v>2644.62</c:v>
                </c:pt>
                <c:pt idx="3204">
                  <c:v>2645.1019999999999</c:v>
                </c:pt>
                <c:pt idx="3205">
                  <c:v>2645.5839999999998</c:v>
                </c:pt>
                <c:pt idx="3206">
                  <c:v>2646.0659999999998</c:v>
                </c:pt>
                <c:pt idx="3207">
                  <c:v>2646.5479999999998</c:v>
                </c:pt>
                <c:pt idx="3208">
                  <c:v>2647.03</c:v>
                </c:pt>
                <c:pt idx="3209">
                  <c:v>2647.5120000000002</c:v>
                </c:pt>
                <c:pt idx="3210">
                  <c:v>2647.9940000000001</c:v>
                </c:pt>
                <c:pt idx="3211">
                  <c:v>2648.4769999999999</c:v>
                </c:pt>
                <c:pt idx="3212">
                  <c:v>2648.9580000000001</c:v>
                </c:pt>
                <c:pt idx="3213">
                  <c:v>2649.4409999999998</c:v>
                </c:pt>
                <c:pt idx="3214">
                  <c:v>2649.9229999999998</c:v>
                </c:pt>
                <c:pt idx="3215">
                  <c:v>2650.4050000000002</c:v>
                </c:pt>
                <c:pt idx="3216">
                  <c:v>2650.8870000000002</c:v>
                </c:pt>
                <c:pt idx="3217">
                  <c:v>2651.3690000000001</c:v>
                </c:pt>
                <c:pt idx="3218">
                  <c:v>2651.8510000000001</c:v>
                </c:pt>
                <c:pt idx="3219">
                  <c:v>2652.3330000000001</c:v>
                </c:pt>
                <c:pt idx="3220">
                  <c:v>2652.8150000000001</c:v>
                </c:pt>
                <c:pt idx="3221">
                  <c:v>2653.2979999999998</c:v>
                </c:pt>
                <c:pt idx="3222">
                  <c:v>2653.78</c:v>
                </c:pt>
                <c:pt idx="3223">
                  <c:v>2654.2620000000002</c:v>
                </c:pt>
                <c:pt idx="3224">
                  <c:v>2654.7440000000001</c:v>
                </c:pt>
                <c:pt idx="3225">
                  <c:v>2655.2260000000001</c:v>
                </c:pt>
                <c:pt idx="3226">
                  <c:v>2655.7080000000001</c:v>
                </c:pt>
                <c:pt idx="3227">
                  <c:v>2656.19</c:v>
                </c:pt>
                <c:pt idx="3228">
                  <c:v>2656.672</c:v>
                </c:pt>
                <c:pt idx="3229">
                  <c:v>2657.1550000000002</c:v>
                </c:pt>
                <c:pt idx="3230">
                  <c:v>2657.6370000000002</c:v>
                </c:pt>
                <c:pt idx="3231">
                  <c:v>2658.1190000000001</c:v>
                </c:pt>
                <c:pt idx="3232">
                  <c:v>2658.6010000000001</c:v>
                </c:pt>
                <c:pt idx="3233">
                  <c:v>2659.0830000000001</c:v>
                </c:pt>
                <c:pt idx="3234">
                  <c:v>2659.5650000000001</c:v>
                </c:pt>
                <c:pt idx="3235">
                  <c:v>2660.047</c:v>
                </c:pt>
                <c:pt idx="3236">
                  <c:v>2660.529</c:v>
                </c:pt>
                <c:pt idx="3237">
                  <c:v>2661.011</c:v>
                </c:pt>
                <c:pt idx="3238">
                  <c:v>2661.4940000000001</c:v>
                </c:pt>
                <c:pt idx="3239">
                  <c:v>2661.9760000000001</c:v>
                </c:pt>
                <c:pt idx="3240">
                  <c:v>2662.4580000000001</c:v>
                </c:pt>
                <c:pt idx="3241">
                  <c:v>2662.94</c:v>
                </c:pt>
                <c:pt idx="3242">
                  <c:v>2663.422</c:v>
                </c:pt>
                <c:pt idx="3243">
                  <c:v>2663.904</c:v>
                </c:pt>
                <c:pt idx="3244">
                  <c:v>2664.386</c:v>
                </c:pt>
                <c:pt idx="3245">
                  <c:v>2664.8679999999999</c:v>
                </c:pt>
                <c:pt idx="3246">
                  <c:v>2665.3510000000001</c:v>
                </c:pt>
                <c:pt idx="3247">
                  <c:v>2665.8330000000001</c:v>
                </c:pt>
                <c:pt idx="3248">
                  <c:v>2666.3150000000001</c:v>
                </c:pt>
                <c:pt idx="3249">
                  <c:v>2666.797</c:v>
                </c:pt>
                <c:pt idx="3250">
                  <c:v>2667.279</c:v>
                </c:pt>
                <c:pt idx="3251">
                  <c:v>2667.761</c:v>
                </c:pt>
                <c:pt idx="3252">
                  <c:v>2668.2429999999999</c:v>
                </c:pt>
                <c:pt idx="3253">
                  <c:v>2668.7249999999999</c:v>
                </c:pt>
                <c:pt idx="3254">
                  <c:v>2669.2080000000001</c:v>
                </c:pt>
                <c:pt idx="3255">
                  <c:v>2669.69</c:v>
                </c:pt>
                <c:pt idx="3256">
                  <c:v>2670.172</c:v>
                </c:pt>
                <c:pt idx="3257">
                  <c:v>2670.654</c:v>
                </c:pt>
                <c:pt idx="3258">
                  <c:v>2671.136</c:v>
                </c:pt>
                <c:pt idx="3259">
                  <c:v>2671.6179999999999</c:v>
                </c:pt>
                <c:pt idx="3260">
                  <c:v>2672.1</c:v>
                </c:pt>
                <c:pt idx="3261">
                  <c:v>2672.5819999999999</c:v>
                </c:pt>
                <c:pt idx="3262">
                  <c:v>2673.0639999999999</c:v>
                </c:pt>
                <c:pt idx="3263">
                  <c:v>2673.547</c:v>
                </c:pt>
                <c:pt idx="3264">
                  <c:v>2674.029</c:v>
                </c:pt>
                <c:pt idx="3265">
                  <c:v>2674.511</c:v>
                </c:pt>
                <c:pt idx="3266">
                  <c:v>2674.9929999999999</c:v>
                </c:pt>
                <c:pt idx="3267">
                  <c:v>2675.4749999999999</c:v>
                </c:pt>
                <c:pt idx="3268">
                  <c:v>2675.9569999999999</c:v>
                </c:pt>
                <c:pt idx="3269">
                  <c:v>2676.4389999999999</c:v>
                </c:pt>
                <c:pt idx="3270">
                  <c:v>2676.9209999999998</c:v>
                </c:pt>
                <c:pt idx="3271">
                  <c:v>2677.404</c:v>
                </c:pt>
                <c:pt idx="3272">
                  <c:v>2677.8850000000002</c:v>
                </c:pt>
                <c:pt idx="3273">
                  <c:v>2678.3679999999999</c:v>
                </c:pt>
                <c:pt idx="3274">
                  <c:v>2678.85</c:v>
                </c:pt>
                <c:pt idx="3275">
                  <c:v>2679.3319999999999</c:v>
                </c:pt>
                <c:pt idx="3276">
                  <c:v>2679.8139999999999</c:v>
                </c:pt>
                <c:pt idx="3277">
                  <c:v>2680.2959999999998</c:v>
                </c:pt>
                <c:pt idx="3278">
                  <c:v>2680.7779999999998</c:v>
                </c:pt>
                <c:pt idx="3279">
                  <c:v>2681.26</c:v>
                </c:pt>
                <c:pt idx="3280">
                  <c:v>2681.7420000000002</c:v>
                </c:pt>
                <c:pt idx="3281">
                  <c:v>2682.2249999999999</c:v>
                </c:pt>
                <c:pt idx="3282">
                  <c:v>2682.7069999999999</c:v>
                </c:pt>
                <c:pt idx="3283">
                  <c:v>2683.1889999999999</c:v>
                </c:pt>
                <c:pt idx="3284">
                  <c:v>2683.6709999999998</c:v>
                </c:pt>
                <c:pt idx="3285">
                  <c:v>2684.1529999999998</c:v>
                </c:pt>
                <c:pt idx="3286">
                  <c:v>2684.6350000000002</c:v>
                </c:pt>
                <c:pt idx="3287">
                  <c:v>2685.1170000000002</c:v>
                </c:pt>
                <c:pt idx="3288">
                  <c:v>2685.5990000000002</c:v>
                </c:pt>
                <c:pt idx="3289">
                  <c:v>2686.0819999999999</c:v>
                </c:pt>
                <c:pt idx="3290">
                  <c:v>2686.5639999999999</c:v>
                </c:pt>
                <c:pt idx="3291">
                  <c:v>2687.0459999999998</c:v>
                </c:pt>
                <c:pt idx="3292">
                  <c:v>2687.5279999999998</c:v>
                </c:pt>
                <c:pt idx="3293">
                  <c:v>2688.01</c:v>
                </c:pt>
                <c:pt idx="3294">
                  <c:v>2688.4920000000002</c:v>
                </c:pt>
                <c:pt idx="3295">
                  <c:v>2688.9740000000002</c:v>
                </c:pt>
                <c:pt idx="3296">
                  <c:v>2689.4560000000001</c:v>
                </c:pt>
                <c:pt idx="3297">
                  <c:v>2689.9380000000001</c:v>
                </c:pt>
                <c:pt idx="3298">
                  <c:v>2690.4209999999998</c:v>
                </c:pt>
                <c:pt idx="3299">
                  <c:v>2690.9029999999998</c:v>
                </c:pt>
                <c:pt idx="3300">
                  <c:v>2691.3850000000002</c:v>
                </c:pt>
                <c:pt idx="3301">
                  <c:v>2691.8670000000002</c:v>
                </c:pt>
                <c:pt idx="3302">
                  <c:v>2692.3490000000002</c:v>
                </c:pt>
                <c:pt idx="3303">
                  <c:v>2692.8310000000001</c:v>
                </c:pt>
                <c:pt idx="3304">
                  <c:v>2693.3130000000001</c:v>
                </c:pt>
                <c:pt idx="3305">
                  <c:v>2693.7950000000001</c:v>
                </c:pt>
                <c:pt idx="3306">
                  <c:v>2694.2779999999998</c:v>
                </c:pt>
                <c:pt idx="3307">
                  <c:v>2694.76</c:v>
                </c:pt>
                <c:pt idx="3308">
                  <c:v>2695.2420000000002</c:v>
                </c:pt>
                <c:pt idx="3309">
                  <c:v>2695.7240000000002</c:v>
                </c:pt>
                <c:pt idx="3310">
                  <c:v>2696.2060000000001</c:v>
                </c:pt>
                <c:pt idx="3311">
                  <c:v>2696.6880000000001</c:v>
                </c:pt>
                <c:pt idx="3312">
                  <c:v>2697.17</c:v>
                </c:pt>
                <c:pt idx="3313">
                  <c:v>2697.652</c:v>
                </c:pt>
                <c:pt idx="3314">
                  <c:v>2698.1350000000002</c:v>
                </c:pt>
                <c:pt idx="3315">
                  <c:v>2698.6170000000002</c:v>
                </c:pt>
                <c:pt idx="3316">
                  <c:v>2699.0990000000002</c:v>
                </c:pt>
                <c:pt idx="3317">
                  <c:v>2699.5810000000001</c:v>
                </c:pt>
                <c:pt idx="3318">
                  <c:v>2700.0630000000001</c:v>
                </c:pt>
                <c:pt idx="3319">
                  <c:v>2700.5450000000001</c:v>
                </c:pt>
                <c:pt idx="3320">
                  <c:v>2701.027</c:v>
                </c:pt>
                <c:pt idx="3321">
                  <c:v>2701.509</c:v>
                </c:pt>
                <c:pt idx="3322">
                  <c:v>2701.991</c:v>
                </c:pt>
                <c:pt idx="3323">
                  <c:v>2702.4740000000002</c:v>
                </c:pt>
                <c:pt idx="3324">
                  <c:v>2702.9560000000001</c:v>
                </c:pt>
                <c:pt idx="3325">
                  <c:v>2703.4380000000001</c:v>
                </c:pt>
                <c:pt idx="3326">
                  <c:v>2703.92</c:v>
                </c:pt>
                <c:pt idx="3327">
                  <c:v>2704.402</c:v>
                </c:pt>
                <c:pt idx="3328">
                  <c:v>2704.884</c:v>
                </c:pt>
                <c:pt idx="3329">
                  <c:v>2705.366</c:v>
                </c:pt>
                <c:pt idx="3330">
                  <c:v>2705.848</c:v>
                </c:pt>
                <c:pt idx="3331">
                  <c:v>2706.3310000000001</c:v>
                </c:pt>
                <c:pt idx="3332">
                  <c:v>2706.8130000000001</c:v>
                </c:pt>
                <c:pt idx="3333">
                  <c:v>2707.2950000000001</c:v>
                </c:pt>
                <c:pt idx="3334">
                  <c:v>2707.777</c:v>
                </c:pt>
                <c:pt idx="3335">
                  <c:v>2708.259</c:v>
                </c:pt>
                <c:pt idx="3336">
                  <c:v>2708.741</c:v>
                </c:pt>
                <c:pt idx="3337">
                  <c:v>2709.223</c:v>
                </c:pt>
                <c:pt idx="3338">
                  <c:v>2709.7049999999999</c:v>
                </c:pt>
                <c:pt idx="3339">
                  <c:v>2710.1880000000001</c:v>
                </c:pt>
                <c:pt idx="3340">
                  <c:v>2710.6689999999999</c:v>
                </c:pt>
                <c:pt idx="3341">
                  <c:v>2711.152</c:v>
                </c:pt>
                <c:pt idx="3342">
                  <c:v>2711.634</c:v>
                </c:pt>
                <c:pt idx="3343">
                  <c:v>2712.116</c:v>
                </c:pt>
                <c:pt idx="3344">
                  <c:v>2712.598</c:v>
                </c:pt>
                <c:pt idx="3345">
                  <c:v>2713.08</c:v>
                </c:pt>
                <c:pt idx="3346">
                  <c:v>2713.5619999999999</c:v>
                </c:pt>
                <c:pt idx="3347">
                  <c:v>2714.0439999999999</c:v>
                </c:pt>
                <c:pt idx="3348">
                  <c:v>2714.5259999999998</c:v>
                </c:pt>
                <c:pt idx="3349">
                  <c:v>2715.009</c:v>
                </c:pt>
                <c:pt idx="3350">
                  <c:v>2715.491</c:v>
                </c:pt>
                <c:pt idx="3351">
                  <c:v>2715.973</c:v>
                </c:pt>
                <c:pt idx="3352">
                  <c:v>2716.4549999999999</c:v>
                </c:pt>
                <c:pt idx="3353">
                  <c:v>2716.9369999999999</c:v>
                </c:pt>
                <c:pt idx="3354">
                  <c:v>2717.4189999999999</c:v>
                </c:pt>
                <c:pt idx="3355">
                  <c:v>2717.9009999999998</c:v>
                </c:pt>
                <c:pt idx="3356">
                  <c:v>2718.3829999999998</c:v>
                </c:pt>
                <c:pt idx="3357">
                  <c:v>2718.8649999999998</c:v>
                </c:pt>
                <c:pt idx="3358">
                  <c:v>2719.348</c:v>
                </c:pt>
                <c:pt idx="3359">
                  <c:v>2719.83</c:v>
                </c:pt>
                <c:pt idx="3360">
                  <c:v>2720.3119999999999</c:v>
                </c:pt>
                <c:pt idx="3361">
                  <c:v>2720.7939999999999</c:v>
                </c:pt>
                <c:pt idx="3362">
                  <c:v>2721.2759999999998</c:v>
                </c:pt>
                <c:pt idx="3363">
                  <c:v>2721.7579999999998</c:v>
                </c:pt>
                <c:pt idx="3364">
                  <c:v>2722.24</c:v>
                </c:pt>
                <c:pt idx="3365">
                  <c:v>2722.7220000000002</c:v>
                </c:pt>
                <c:pt idx="3366">
                  <c:v>2723.2049999999999</c:v>
                </c:pt>
                <c:pt idx="3367">
                  <c:v>2723.6869999999999</c:v>
                </c:pt>
                <c:pt idx="3368">
                  <c:v>2724.1689999999999</c:v>
                </c:pt>
                <c:pt idx="3369">
                  <c:v>2724.6509999999998</c:v>
                </c:pt>
                <c:pt idx="3370">
                  <c:v>2725.1329999999998</c:v>
                </c:pt>
                <c:pt idx="3371">
                  <c:v>2725.6149999999998</c:v>
                </c:pt>
                <c:pt idx="3372">
                  <c:v>2726.0970000000002</c:v>
                </c:pt>
                <c:pt idx="3373">
                  <c:v>2726.5790000000002</c:v>
                </c:pt>
                <c:pt idx="3374">
                  <c:v>2727.0619999999999</c:v>
                </c:pt>
                <c:pt idx="3375">
                  <c:v>2727.5439999999999</c:v>
                </c:pt>
                <c:pt idx="3376">
                  <c:v>2728.0259999999998</c:v>
                </c:pt>
                <c:pt idx="3377">
                  <c:v>2728.5079999999998</c:v>
                </c:pt>
                <c:pt idx="3378">
                  <c:v>2728.99</c:v>
                </c:pt>
                <c:pt idx="3379">
                  <c:v>2729.4720000000002</c:v>
                </c:pt>
                <c:pt idx="3380">
                  <c:v>2729.9540000000002</c:v>
                </c:pt>
                <c:pt idx="3381">
                  <c:v>2730.4360000000001</c:v>
                </c:pt>
                <c:pt idx="3382">
                  <c:v>2730.9180000000001</c:v>
                </c:pt>
                <c:pt idx="3383">
                  <c:v>2731.4009999999998</c:v>
                </c:pt>
                <c:pt idx="3384">
                  <c:v>2731.8829999999998</c:v>
                </c:pt>
                <c:pt idx="3385">
                  <c:v>2732.3649999999998</c:v>
                </c:pt>
                <c:pt idx="3386">
                  <c:v>2732.8470000000002</c:v>
                </c:pt>
                <c:pt idx="3387">
                  <c:v>2733.3290000000002</c:v>
                </c:pt>
                <c:pt idx="3388">
                  <c:v>2733.8110000000001</c:v>
                </c:pt>
                <c:pt idx="3389">
                  <c:v>2734.2930000000001</c:v>
                </c:pt>
                <c:pt idx="3390">
                  <c:v>2734.7750000000001</c:v>
                </c:pt>
                <c:pt idx="3391">
                  <c:v>2735.2579999999998</c:v>
                </c:pt>
                <c:pt idx="3392">
                  <c:v>2735.74</c:v>
                </c:pt>
                <c:pt idx="3393">
                  <c:v>2736.2220000000002</c:v>
                </c:pt>
                <c:pt idx="3394">
                  <c:v>2736.7040000000002</c:v>
                </c:pt>
                <c:pt idx="3395">
                  <c:v>2737.1860000000001</c:v>
                </c:pt>
                <c:pt idx="3396">
                  <c:v>2737.6680000000001</c:v>
                </c:pt>
                <c:pt idx="3397">
                  <c:v>2738.15</c:v>
                </c:pt>
                <c:pt idx="3398">
                  <c:v>2738.6320000000001</c:v>
                </c:pt>
                <c:pt idx="3399">
                  <c:v>2739.1149999999998</c:v>
                </c:pt>
                <c:pt idx="3400">
                  <c:v>2739.596</c:v>
                </c:pt>
                <c:pt idx="3401">
                  <c:v>2740.0790000000002</c:v>
                </c:pt>
                <c:pt idx="3402">
                  <c:v>2740.5610000000001</c:v>
                </c:pt>
                <c:pt idx="3403">
                  <c:v>2741.0430000000001</c:v>
                </c:pt>
                <c:pt idx="3404">
                  <c:v>2741.5250000000001</c:v>
                </c:pt>
                <c:pt idx="3405">
                  <c:v>2742.0070000000001</c:v>
                </c:pt>
                <c:pt idx="3406">
                  <c:v>2742.489</c:v>
                </c:pt>
                <c:pt idx="3407">
                  <c:v>2742.971</c:v>
                </c:pt>
                <c:pt idx="3408">
                  <c:v>2743.453</c:v>
                </c:pt>
                <c:pt idx="3409">
                  <c:v>2743.9360000000001</c:v>
                </c:pt>
                <c:pt idx="3410">
                  <c:v>2744.4180000000001</c:v>
                </c:pt>
                <c:pt idx="3411">
                  <c:v>2744.9</c:v>
                </c:pt>
                <c:pt idx="3412">
                  <c:v>2745.3820000000001</c:v>
                </c:pt>
                <c:pt idx="3413">
                  <c:v>2745.864</c:v>
                </c:pt>
                <c:pt idx="3414">
                  <c:v>2746.346</c:v>
                </c:pt>
                <c:pt idx="3415">
                  <c:v>2746.828</c:v>
                </c:pt>
                <c:pt idx="3416">
                  <c:v>2747.31</c:v>
                </c:pt>
                <c:pt idx="3417">
                  <c:v>2747.7919999999999</c:v>
                </c:pt>
                <c:pt idx="3418">
                  <c:v>2748.2750000000001</c:v>
                </c:pt>
                <c:pt idx="3419">
                  <c:v>2748.7570000000001</c:v>
                </c:pt>
                <c:pt idx="3420">
                  <c:v>2749.239</c:v>
                </c:pt>
                <c:pt idx="3421">
                  <c:v>2749.721</c:v>
                </c:pt>
                <c:pt idx="3422">
                  <c:v>2750.203</c:v>
                </c:pt>
                <c:pt idx="3423">
                  <c:v>2750.6849999999999</c:v>
                </c:pt>
                <c:pt idx="3424">
                  <c:v>2751.1669999999999</c:v>
                </c:pt>
                <c:pt idx="3425">
                  <c:v>2751.6489999999999</c:v>
                </c:pt>
                <c:pt idx="3426">
                  <c:v>2752.1320000000001</c:v>
                </c:pt>
                <c:pt idx="3427">
                  <c:v>2752.614</c:v>
                </c:pt>
                <c:pt idx="3428">
                  <c:v>2753.096</c:v>
                </c:pt>
                <c:pt idx="3429">
                  <c:v>2753.578</c:v>
                </c:pt>
                <c:pt idx="3430">
                  <c:v>2754.06</c:v>
                </c:pt>
                <c:pt idx="3431">
                  <c:v>2754.5419999999999</c:v>
                </c:pt>
                <c:pt idx="3432">
                  <c:v>2755.0239999999999</c:v>
                </c:pt>
                <c:pt idx="3433">
                  <c:v>2755.5059999999999</c:v>
                </c:pt>
                <c:pt idx="3434">
                  <c:v>2755.989</c:v>
                </c:pt>
                <c:pt idx="3435">
                  <c:v>2756.471</c:v>
                </c:pt>
                <c:pt idx="3436">
                  <c:v>2756.953</c:v>
                </c:pt>
                <c:pt idx="3437">
                  <c:v>2757.4349999999999</c:v>
                </c:pt>
                <c:pt idx="3438">
                  <c:v>2757.9169999999999</c:v>
                </c:pt>
                <c:pt idx="3439">
                  <c:v>2758.3989999999999</c:v>
                </c:pt>
                <c:pt idx="3440">
                  <c:v>2758.8809999999999</c:v>
                </c:pt>
                <c:pt idx="3441">
                  <c:v>2759.3629999999998</c:v>
                </c:pt>
                <c:pt idx="3442">
                  <c:v>2759.8449999999998</c:v>
                </c:pt>
                <c:pt idx="3443">
                  <c:v>2760.328</c:v>
                </c:pt>
                <c:pt idx="3444">
                  <c:v>2760.81</c:v>
                </c:pt>
                <c:pt idx="3445">
                  <c:v>2761.2919999999999</c:v>
                </c:pt>
                <c:pt idx="3446">
                  <c:v>2761.7739999999999</c:v>
                </c:pt>
                <c:pt idx="3447">
                  <c:v>2762.2559999999999</c:v>
                </c:pt>
                <c:pt idx="3448">
                  <c:v>2762.7379999999998</c:v>
                </c:pt>
                <c:pt idx="3449">
                  <c:v>2763.22</c:v>
                </c:pt>
                <c:pt idx="3450">
                  <c:v>2763.7020000000002</c:v>
                </c:pt>
                <c:pt idx="3451">
                  <c:v>2764.1849999999999</c:v>
                </c:pt>
                <c:pt idx="3452">
                  <c:v>2764.6669999999999</c:v>
                </c:pt>
                <c:pt idx="3453">
                  <c:v>2765.1489999999999</c:v>
                </c:pt>
                <c:pt idx="3454">
                  <c:v>2765.6309999999999</c:v>
                </c:pt>
                <c:pt idx="3455">
                  <c:v>2766.1129999999998</c:v>
                </c:pt>
                <c:pt idx="3456">
                  <c:v>2766.5949999999998</c:v>
                </c:pt>
                <c:pt idx="3457">
                  <c:v>2767.0770000000002</c:v>
                </c:pt>
                <c:pt idx="3458">
                  <c:v>2767.5590000000002</c:v>
                </c:pt>
                <c:pt idx="3459">
                  <c:v>2768.0419999999999</c:v>
                </c:pt>
                <c:pt idx="3460">
                  <c:v>2768.5230000000001</c:v>
                </c:pt>
                <c:pt idx="3461">
                  <c:v>2769.0059999999999</c:v>
                </c:pt>
                <c:pt idx="3462">
                  <c:v>2769.4879999999998</c:v>
                </c:pt>
                <c:pt idx="3463">
                  <c:v>2769.97</c:v>
                </c:pt>
                <c:pt idx="3464">
                  <c:v>2770.4520000000002</c:v>
                </c:pt>
                <c:pt idx="3465">
                  <c:v>2770.9340000000002</c:v>
                </c:pt>
                <c:pt idx="3466">
                  <c:v>2771.4160000000002</c:v>
                </c:pt>
                <c:pt idx="3467">
                  <c:v>2771.8980000000001</c:v>
                </c:pt>
                <c:pt idx="3468">
                  <c:v>2772.38</c:v>
                </c:pt>
                <c:pt idx="3469">
                  <c:v>2772.8629999999998</c:v>
                </c:pt>
                <c:pt idx="3470">
                  <c:v>2773.3449999999998</c:v>
                </c:pt>
                <c:pt idx="3471">
                  <c:v>2773.8270000000002</c:v>
                </c:pt>
                <c:pt idx="3472">
                  <c:v>2774.3090000000002</c:v>
                </c:pt>
                <c:pt idx="3473">
                  <c:v>2774.7910000000002</c:v>
                </c:pt>
                <c:pt idx="3474">
                  <c:v>2775.2730000000001</c:v>
                </c:pt>
                <c:pt idx="3475">
                  <c:v>2775.7550000000001</c:v>
                </c:pt>
                <c:pt idx="3476">
                  <c:v>2776.2370000000001</c:v>
                </c:pt>
                <c:pt idx="3477">
                  <c:v>2776.7190000000001</c:v>
                </c:pt>
                <c:pt idx="3478">
                  <c:v>2777.2020000000002</c:v>
                </c:pt>
                <c:pt idx="3479">
                  <c:v>2777.6840000000002</c:v>
                </c:pt>
                <c:pt idx="3480">
                  <c:v>2778.1660000000002</c:v>
                </c:pt>
                <c:pt idx="3481">
                  <c:v>2778.6480000000001</c:v>
                </c:pt>
                <c:pt idx="3482">
                  <c:v>2779.13</c:v>
                </c:pt>
                <c:pt idx="3483">
                  <c:v>2779.6120000000001</c:v>
                </c:pt>
                <c:pt idx="3484">
                  <c:v>2780.0940000000001</c:v>
                </c:pt>
                <c:pt idx="3485">
                  <c:v>2780.576</c:v>
                </c:pt>
                <c:pt idx="3486">
                  <c:v>2781.0590000000002</c:v>
                </c:pt>
                <c:pt idx="3487">
                  <c:v>2781.5410000000002</c:v>
                </c:pt>
                <c:pt idx="3488">
                  <c:v>2782.0230000000001</c:v>
                </c:pt>
                <c:pt idx="3489">
                  <c:v>2782.5050000000001</c:v>
                </c:pt>
                <c:pt idx="3490">
                  <c:v>2782.9870000000001</c:v>
                </c:pt>
                <c:pt idx="3491">
                  <c:v>2783.4690000000001</c:v>
                </c:pt>
                <c:pt idx="3492">
                  <c:v>2783.951</c:v>
                </c:pt>
                <c:pt idx="3493">
                  <c:v>2784.433</c:v>
                </c:pt>
                <c:pt idx="3494">
                  <c:v>2784.9160000000002</c:v>
                </c:pt>
                <c:pt idx="3495">
                  <c:v>2785.3980000000001</c:v>
                </c:pt>
                <c:pt idx="3496">
                  <c:v>2785.88</c:v>
                </c:pt>
                <c:pt idx="3497">
                  <c:v>2786.3620000000001</c:v>
                </c:pt>
                <c:pt idx="3498">
                  <c:v>2786.8440000000001</c:v>
                </c:pt>
                <c:pt idx="3499">
                  <c:v>2787.326</c:v>
                </c:pt>
                <c:pt idx="3500">
                  <c:v>2787.808</c:v>
                </c:pt>
                <c:pt idx="3501">
                  <c:v>2788.29</c:v>
                </c:pt>
                <c:pt idx="3502">
                  <c:v>2788.7719999999999</c:v>
                </c:pt>
                <c:pt idx="3503">
                  <c:v>2789.2550000000001</c:v>
                </c:pt>
                <c:pt idx="3504">
                  <c:v>2789.7370000000001</c:v>
                </c:pt>
                <c:pt idx="3505">
                  <c:v>2790.2190000000001</c:v>
                </c:pt>
                <c:pt idx="3506">
                  <c:v>2790.701</c:v>
                </c:pt>
                <c:pt idx="3507">
                  <c:v>2791.183</c:v>
                </c:pt>
                <c:pt idx="3508">
                  <c:v>2791.665</c:v>
                </c:pt>
                <c:pt idx="3509">
                  <c:v>2792.1469999999999</c:v>
                </c:pt>
                <c:pt idx="3510">
                  <c:v>2792.6289999999999</c:v>
                </c:pt>
                <c:pt idx="3511">
                  <c:v>2793.1120000000001</c:v>
                </c:pt>
                <c:pt idx="3512">
                  <c:v>2793.5940000000001</c:v>
                </c:pt>
                <c:pt idx="3513">
                  <c:v>2794.076</c:v>
                </c:pt>
                <c:pt idx="3514">
                  <c:v>2794.558</c:v>
                </c:pt>
                <c:pt idx="3515">
                  <c:v>2795.04</c:v>
                </c:pt>
                <c:pt idx="3516">
                  <c:v>2795.5219999999999</c:v>
                </c:pt>
                <c:pt idx="3517">
                  <c:v>2796.0039999999999</c:v>
                </c:pt>
                <c:pt idx="3518">
                  <c:v>2796.4859999999999</c:v>
                </c:pt>
                <c:pt idx="3519">
                  <c:v>2796.9690000000001</c:v>
                </c:pt>
                <c:pt idx="3520">
                  <c:v>2797.45</c:v>
                </c:pt>
                <c:pt idx="3521">
                  <c:v>2797.933</c:v>
                </c:pt>
                <c:pt idx="3522">
                  <c:v>2798.415</c:v>
                </c:pt>
                <c:pt idx="3523">
                  <c:v>2798.8969999999999</c:v>
                </c:pt>
                <c:pt idx="3524">
                  <c:v>2799.3789999999999</c:v>
                </c:pt>
                <c:pt idx="3525">
                  <c:v>2799.8609999999999</c:v>
                </c:pt>
                <c:pt idx="3526">
                  <c:v>2800.3429999999998</c:v>
                </c:pt>
                <c:pt idx="3527">
                  <c:v>2800.8249999999998</c:v>
                </c:pt>
                <c:pt idx="3528">
                  <c:v>2801.3069999999998</c:v>
                </c:pt>
                <c:pt idx="3529">
                  <c:v>2801.79</c:v>
                </c:pt>
                <c:pt idx="3530">
                  <c:v>2802.2719999999999</c:v>
                </c:pt>
                <c:pt idx="3531">
                  <c:v>2802.7539999999999</c:v>
                </c:pt>
                <c:pt idx="3532">
                  <c:v>2803.2359999999999</c:v>
                </c:pt>
                <c:pt idx="3533">
                  <c:v>2803.7179999999998</c:v>
                </c:pt>
                <c:pt idx="3534">
                  <c:v>2804.2</c:v>
                </c:pt>
                <c:pt idx="3535">
                  <c:v>2804.6819999999998</c:v>
                </c:pt>
                <c:pt idx="3536">
                  <c:v>2805.1640000000002</c:v>
                </c:pt>
                <c:pt idx="3537">
                  <c:v>2805.6460000000002</c:v>
                </c:pt>
                <c:pt idx="3538">
                  <c:v>2806.1289999999999</c:v>
                </c:pt>
                <c:pt idx="3539">
                  <c:v>2806.6109999999999</c:v>
                </c:pt>
                <c:pt idx="3540">
                  <c:v>2807.0929999999998</c:v>
                </c:pt>
                <c:pt idx="3541">
                  <c:v>2807.5749999999998</c:v>
                </c:pt>
                <c:pt idx="3542">
                  <c:v>2808.0569999999998</c:v>
                </c:pt>
                <c:pt idx="3543">
                  <c:v>2808.5390000000002</c:v>
                </c:pt>
                <c:pt idx="3544">
                  <c:v>2809.0210000000002</c:v>
                </c:pt>
                <c:pt idx="3545">
                  <c:v>2809.5030000000002</c:v>
                </c:pt>
                <c:pt idx="3546">
                  <c:v>2809.9859999999999</c:v>
                </c:pt>
                <c:pt idx="3547">
                  <c:v>2810.4679999999998</c:v>
                </c:pt>
                <c:pt idx="3548">
                  <c:v>2810.95</c:v>
                </c:pt>
                <c:pt idx="3549">
                  <c:v>2811.4319999999998</c:v>
                </c:pt>
                <c:pt idx="3550">
                  <c:v>2811.9140000000002</c:v>
                </c:pt>
                <c:pt idx="3551">
                  <c:v>2812.3960000000002</c:v>
                </c:pt>
                <c:pt idx="3552">
                  <c:v>2812.8780000000002</c:v>
                </c:pt>
                <c:pt idx="3553">
                  <c:v>2813.36</c:v>
                </c:pt>
                <c:pt idx="3554">
                  <c:v>2813.8429999999998</c:v>
                </c:pt>
                <c:pt idx="3555">
                  <c:v>2814.3249999999998</c:v>
                </c:pt>
                <c:pt idx="3556">
                  <c:v>2814.8069999999998</c:v>
                </c:pt>
                <c:pt idx="3557">
                  <c:v>2815.2890000000002</c:v>
                </c:pt>
                <c:pt idx="3558">
                  <c:v>2815.7710000000002</c:v>
                </c:pt>
                <c:pt idx="3559">
                  <c:v>2816.2530000000002</c:v>
                </c:pt>
                <c:pt idx="3560">
                  <c:v>2816.7350000000001</c:v>
                </c:pt>
                <c:pt idx="3561">
                  <c:v>2817.2170000000001</c:v>
                </c:pt>
                <c:pt idx="3562">
                  <c:v>2817.6990000000001</c:v>
                </c:pt>
                <c:pt idx="3563">
                  <c:v>2818.1819999999998</c:v>
                </c:pt>
                <c:pt idx="3564">
                  <c:v>2818.6640000000002</c:v>
                </c:pt>
                <c:pt idx="3565">
                  <c:v>2819.1460000000002</c:v>
                </c:pt>
                <c:pt idx="3566">
                  <c:v>2819.6280000000002</c:v>
                </c:pt>
                <c:pt idx="3567">
                  <c:v>2820.11</c:v>
                </c:pt>
                <c:pt idx="3568">
                  <c:v>2820.5920000000001</c:v>
                </c:pt>
                <c:pt idx="3569">
                  <c:v>2821.0740000000001</c:v>
                </c:pt>
                <c:pt idx="3570">
                  <c:v>2821.556</c:v>
                </c:pt>
                <c:pt idx="3571">
                  <c:v>2822.0390000000002</c:v>
                </c:pt>
                <c:pt idx="3572">
                  <c:v>2822.5210000000002</c:v>
                </c:pt>
                <c:pt idx="3573">
                  <c:v>2823.0030000000002</c:v>
                </c:pt>
                <c:pt idx="3574">
                  <c:v>2823.4850000000001</c:v>
                </c:pt>
                <c:pt idx="3575">
                  <c:v>2823.9670000000001</c:v>
                </c:pt>
                <c:pt idx="3576">
                  <c:v>2824.4490000000001</c:v>
                </c:pt>
                <c:pt idx="3577">
                  <c:v>2824.931</c:v>
                </c:pt>
                <c:pt idx="3578">
                  <c:v>2825.413</c:v>
                </c:pt>
                <c:pt idx="3579">
                  <c:v>2825.8960000000002</c:v>
                </c:pt>
                <c:pt idx="3580">
                  <c:v>2826.377</c:v>
                </c:pt>
                <c:pt idx="3581">
                  <c:v>2826.86</c:v>
                </c:pt>
                <c:pt idx="3582">
                  <c:v>2827.3420000000001</c:v>
                </c:pt>
                <c:pt idx="3583">
                  <c:v>2827.8240000000001</c:v>
                </c:pt>
                <c:pt idx="3584">
                  <c:v>2828.306</c:v>
                </c:pt>
                <c:pt idx="3585">
                  <c:v>2828.788</c:v>
                </c:pt>
                <c:pt idx="3586">
                  <c:v>2829.27</c:v>
                </c:pt>
                <c:pt idx="3587">
                  <c:v>2829.752</c:v>
                </c:pt>
                <c:pt idx="3588">
                  <c:v>2830.2339999999999</c:v>
                </c:pt>
                <c:pt idx="3589">
                  <c:v>2830.7170000000001</c:v>
                </c:pt>
                <c:pt idx="3590">
                  <c:v>2831.1990000000001</c:v>
                </c:pt>
                <c:pt idx="3591">
                  <c:v>2831.681</c:v>
                </c:pt>
                <c:pt idx="3592">
                  <c:v>2832.163</c:v>
                </c:pt>
                <c:pt idx="3593">
                  <c:v>2832.645</c:v>
                </c:pt>
                <c:pt idx="3594">
                  <c:v>2833.127</c:v>
                </c:pt>
                <c:pt idx="3595">
                  <c:v>2833.6089999999999</c:v>
                </c:pt>
                <c:pt idx="3596">
                  <c:v>2834.0909999999999</c:v>
                </c:pt>
                <c:pt idx="3597">
                  <c:v>2834.5729999999999</c:v>
                </c:pt>
                <c:pt idx="3598">
                  <c:v>2835.056</c:v>
                </c:pt>
                <c:pt idx="3599">
                  <c:v>2835.538</c:v>
                </c:pt>
                <c:pt idx="3600">
                  <c:v>2836.02</c:v>
                </c:pt>
                <c:pt idx="3601">
                  <c:v>2836.502</c:v>
                </c:pt>
                <c:pt idx="3602">
                  <c:v>2836.9839999999999</c:v>
                </c:pt>
                <c:pt idx="3603">
                  <c:v>2837.4659999999999</c:v>
                </c:pt>
                <c:pt idx="3604">
                  <c:v>2837.9479999999999</c:v>
                </c:pt>
                <c:pt idx="3605">
                  <c:v>2838.43</c:v>
                </c:pt>
                <c:pt idx="3606">
                  <c:v>2838.913</c:v>
                </c:pt>
                <c:pt idx="3607">
                  <c:v>2839.395</c:v>
                </c:pt>
                <c:pt idx="3608">
                  <c:v>2839.877</c:v>
                </c:pt>
                <c:pt idx="3609">
                  <c:v>2840.3589999999999</c:v>
                </c:pt>
                <c:pt idx="3610">
                  <c:v>2840.8409999999999</c:v>
                </c:pt>
                <c:pt idx="3611">
                  <c:v>2841.3229999999999</c:v>
                </c:pt>
                <c:pt idx="3612">
                  <c:v>2841.8049999999998</c:v>
                </c:pt>
                <c:pt idx="3613">
                  <c:v>2842.2869999999998</c:v>
                </c:pt>
                <c:pt idx="3614">
                  <c:v>2842.77</c:v>
                </c:pt>
                <c:pt idx="3615">
                  <c:v>2843.252</c:v>
                </c:pt>
                <c:pt idx="3616">
                  <c:v>2843.7339999999999</c:v>
                </c:pt>
                <c:pt idx="3617">
                  <c:v>2844.2159999999999</c:v>
                </c:pt>
                <c:pt idx="3618">
                  <c:v>2844.6979999999999</c:v>
                </c:pt>
                <c:pt idx="3619">
                  <c:v>2845.18</c:v>
                </c:pt>
                <c:pt idx="3620">
                  <c:v>2845.6619999999998</c:v>
                </c:pt>
                <c:pt idx="3621">
                  <c:v>2846.1439999999998</c:v>
                </c:pt>
                <c:pt idx="3622">
                  <c:v>2846.6260000000002</c:v>
                </c:pt>
                <c:pt idx="3623">
                  <c:v>2847.1089999999999</c:v>
                </c:pt>
                <c:pt idx="3624">
                  <c:v>2847.5909999999999</c:v>
                </c:pt>
                <c:pt idx="3625">
                  <c:v>2848.0729999999999</c:v>
                </c:pt>
                <c:pt idx="3626">
                  <c:v>2848.5549999999998</c:v>
                </c:pt>
                <c:pt idx="3627">
                  <c:v>2849.0369999999998</c:v>
                </c:pt>
                <c:pt idx="3628">
                  <c:v>2849.5189999999998</c:v>
                </c:pt>
                <c:pt idx="3629">
                  <c:v>2850.0010000000002</c:v>
                </c:pt>
                <c:pt idx="3630">
                  <c:v>2850.4830000000002</c:v>
                </c:pt>
                <c:pt idx="3631">
                  <c:v>2850.9659999999999</c:v>
                </c:pt>
                <c:pt idx="3632">
                  <c:v>2851.4479999999999</c:v>
                </c:pt>
                <c:pt idx="3633">
                  <c:v>2851.93</c:v>
                </c:pt>
                <c:pt idx="3634">
                  <c:v>2852.4119999999998</c:v>
                </c:pt>
                <c:pt idx="3635">
                  <c:v>2852.8939999999998</c:v>
                </c:pt>
                <c:pt idx="3636">
                  <c:v>2853.3760000000002</c:v>
                </c:pt>
                <c:pt idx="3637">
                  <c:v>2853.8580000000002</c:v>
                </c:pt>
                <c:pt idx="3638">
                  <c:v>2854.34</c:v>
                </c:pt>
                <c:pt idx="3639">
                  <c:v>2854.8229999999999</c:v>
                </c:pt>
                <c:pt idx="3640">
                  <c:v>2855.3040000000001</c:v>
                </c:pt>
                <c:pt idx="3641">
                  <c:v>2855.7869999999998</c:v>
                </c:pt>
                <c:pt idx="3642">
                  <c:v>2856.2689999999998</c:v>
                </c:pt>
                <c:pt idx="3643">
                  <c:v>2856.7510000000002</c:v>
                </c:pt>
                <c:pt idx="3644">
                  <c:v>2857.2330000000002</c:v>
                </c:pt>
                <c:pt idx="3645">
                  <c:v>2857.7150000000001</c:v>
                </c:pt>
                <c:pt idx="3646">
                  <c:v>2858.1970000000001</c:v>
                </c:pt>
                <c:pt idx="3647">
                  <c:v>2858.6790000000001</c:v>
                </c:pt>
                <c:pt idx="3648">
                  <c:v>2859.1610000000001</c:v>
                </c:pt>
                <c:pt idx="3649">
                  <c:v>2859.6439999999998</c:v>
                </c:pt>
                <c:pt idx="3650">
                  <c:v>2860.1260000000002</c:v>
                </c:pt>
                <c:pt idx="3651">
                  <c:v>2860.6080000000002</c:v>
                </c:pt>
                <c:pt idx="3652">
                  <c:v>2861.09</c:v>
                </c:pt>
                <c:pt idx="3653">
                  <c:v>2861.5720000000001</c:v>
                </c:pt>
                <c:pt idx="3654">
                  <c:v>2862.0540000000001</c:v>
                </c:pt>
                <c:pt idx="3655">
                  <c:v>2862.5360000000001</c:v>
                </c:pt>
                <c:pt idx="3656">
                  <c:v>2863.018</c:v>
                </c:pt>
                <c:pt idx="3657">
                  <c:v>2863.5</c:v>
                </c:pt>
                <c:pt idx="3658">
                  <c:v>2863.9830000000002</c:v>
                </c:pt>
                <c:pt idx="3659">
                  <c:v>2864.4650000000001</c:v>
                </c:pt>
                <c:pt idx="3660">
                  <c:v>2864.9470000000001</c:v>
                </c:pt>
                <c:pt idx="3661">
                  <c:v>2865.4290000000001</c:v>
                </c:pt>
                <c:pt idx="3662">
                  <c:v>2865.9110000000001</c:v>
                </c:pt>
                <c:pt idx="3663">
                  <c:v>2866.393</c:v>
                </c:pt>
                <c:pt idx="3664">
                  <c:v>2866.875</c:v>
                </c:pt>
                <c:pt idx="3665">
                  <c:v>2867.357</c:v>
                </c:pt>
                <c:pt idx="3666">
                  <c:v>2867.84</c:v>
                </c:pt>
                <c:pt idx="3667">
                  <c:v>2868.3220000000001</c:v>
                </c:pt>
                <c:pt idx="3668">
                  <c:v>2868.8040000000001</c:v>
                </c:pt>
                <c:pt idx="3669">
                  <c:v>2869.2860000000001</c:v>
                </c:pt>
                <c:pt idx="3670">
                  <c:v>2869.768</c:v>
                </c:pt>
                <c:pt idx="3671">
                  <c:v>2870.25</c:v>
                </c:pt>
                <c:pt idx="3672">
                  <c:v>2870.732</c:v>
                </c:pt>
                <c:pt idx="3673">
                  <c:v>2871.2139999999999</c:v>
                </c:pt>
                <c:pt idx="3674">
                  <c:v>2871.6970000000001</c:v>
                </c:pt>
                <c:pt idx="3675">
                  <c:v>2872.1790000000001</c:v>
                </c:pt>
                <c:pt idx="3676">
                  <c:v>2872.6610000000001</c:v>
                </c:pt>
                <c:pt idx="3677">
                  <c:v>2873.143</c:v>
                </c:pt>
                <c:pt idx="3678">
                  <c:v>2873.625</c:v>
                </c:pt>
                <c:pt idx="3679">
                  <c:v>2874.107</c:v>
                </c:pt>
                <c:pt idx="3680">
                  <c:v>2874.5889999999999</c:v>
                </c:pt>
                <c:pt idx="3681">
                  <c:v>2875.0709999999999</c:v>
                </c:pt>
                <c:pt idx="3682">
                  <c:v>2875.5529999999999</c:v>
                </c:pt>
                <c:pt idx="3683">
                  <c:v>2876.0360000000001</c:v>
                </c:pt>
                <c:pt idx="3684">
                  <c:v>2876.518</c:v>
                </c:pt>
                <c:pt idx="3685">
                  <c:v>2877</c:v>
                </c:pt>
                <c:pt idx="3686">
                  <c:v>2877.482</c:v>
                </c:pt>
                <c:pt idx="3687">
                  <c:v>2877.9639999999999</c:v>
                </c:pt>
                <c:pt idx="3688">
                  <c:v>2878.4459999999999</c:v>
                </c:pt>
                <c:pt idx="3689">
                  <c:v>2878.9279999999999</c:v>
                </c:pt>
                <c:pt idx="3690">
                  <c:v>2879.41</c:v>
                </c:pt>
                <c:pt idx="3691">
                  <c:v>2879.893</c:v>
                </c:pt>
                <c:pt idx="3692">
                  <c:v>2880.375</c:v>
                </c:pt>
                <c:pt idx="3693">
                  <c:v>2880.857</c:v>
                </c:pt>
                <c:pt idx="3694">
                  <c:v>2881.3389999999999</c:v>
                </c:pt>
                <c:pt idx="3695">
                  <c:v>2881.8209999999999</c:v>
                </c:pt>
                <c:pt idx="3696">
                  <c:v>2882.3029999999999</c:v>
                </c:pt>
                <c:pt idx="3697">
                  <c:v>2882.7849999999999</c:v>
                </c:pt>
                <c:pt idx="3698">
                  <c:v>2883.2669999999998</c:v>
                </c:pt>
                <c:pt idx="3699">
                  <c:v>2883.75</c:v>
                </c:pt>
                <c:pt idx="3700">
                  <c:v>2884.2310000000002</c:v>
                </c:pt>
                <c:pt idx="3701">
                  <c:v>2884.7139999999999</c:v>
                </c:pt>
                <c:pt idx="3702">
                  <c:v>2885.1959999999999</c:v>
                </c:pt>
                <c:pt idx="3703">
                  <c:v>2885.6779999999999</c:v>
                </c:pt>
                <c:pt idx="3704">
                  <c:v>2886.16</c:v>
                </c:pt>
                <c:pt idx="3705">
                  <c:v>2886.6419999999998</c:v>
                </c:pt>
                <c:pt idx="3706">
                  <c:v>2887.1239999999998</c:v>
                </c:pt>
                <c:pt idx="3707">
                  <c:v>2887.6060000000002</c:v>
                </c:pt>
                <c:pt idx="3708">
                  <c:v>2888.0880000000002</c:v>
                </c:pt>
                <c:pt idx="3709">
                  <c:v>2888.5709999999999</c:v>
                </c:pt>
                <c:pt idx="3710">
                  <c:v>2889.0529999999999</c:v>
                </c:pt>
                <c:pt idx="3711">
                  <c:v>2889.5349999999999</c:v>
                </c:pt>
                <c:pt idx="3712">
                  <c:v>2890.0169999999998</c:v>
                </c:pt>
                <c:pt idx="3713">
                  <c:v>2890.4989999999998</c:v>
                </c:pt>
                <c:pt idx="3714">
                  <c:v>2890.9810000000002</c:v>
                </c:pt>
                <c:pt idx="3715">
                  <c:v>2891.4630000000002</c:v>
                </c:pt>
                <c:pt idx="3716">
                  <c:v>2891.9450000000002</c:v>
                </c:pt>
                <c:pt idx="3717">
                  <c:v>2892.4270000000001</c:v>
                </c:pt>
                <c:pt idx="3718">
                  <c:v>2892.91</c:v>
                </c:pt>
                <c:pt idx="3719">
                  <c:v>2893.3919999999998</c:v>
                </c:pt>
                <c:pt idx="3720">
                  <c:v>2893.8739999999998</c:v>
                </c:pt>
                <c:pt idx="3721">
                  <c:v>2894.3560000000002</c:v>
                </c:pt>
                <c:pt idx="3722">
                  <c:v>2894.8380000000002</c:v>
                </c:pt>
                <c:pt idx="3723">
                  <c:v>2895.32</c:v>
                </c:pt>
                <c:pt idx="3724">
                  <c:v>2895.8020000000001</c:v>
                </c:pt>
                <c:pt idx="3725">
                  <c:v>2896.2840000000001</c:v>
                </c:pt>
                <c:pt idx="3726">
                  <c:v>2896.7669999999998</c:v>
                </c:pt>
                <c:pt idx="3727">
                  <c:v>2897.2489999999998</c:v>
                </c:pt>
                <c:pt idx="3728">
                  <c:v>2897.7310000000002</c:v>
                </c:pt>
                <c:pt idx="3729">
                  <c:v>2898.2130000000002</c:v>
                </c:pt>
                <c:pt idx="3730">
                  <c:v>2898.6950000000002</c:v>
                </c:pt>
                <c:pt idx="3731">
                  <c:v>2899.1770000000001</c:v>
                </c:pt>
                <c:pt idx="3732">
                  <c:v>2899.6590000000001</c:v>
                </c:pt>
                <c:pt idx="3733">
                  <c:v>2900.1410000000001</c:v>
                </c:pt>
                <c:pt idx="3734">
                  <c:v>2900.6239999999998</c:v>
                </c:pt>
                <c:pt idx="3735">
                  <c:v>2901.1060000000002</c:v>
                </c:pt>
                <c:pt idx="3736">
                  <c:v>2901.5880000000002</c:v>
                </c:pt>
                <c:pt idx="3737">
                  <c:v>2902.07</c:v>
                </c:pt>
                <c:pt idx="3738">
                  <c:v>2902.5520000000001</c:v>
                </c:pt>
                <c:pt idx="3739">
                  <c:v>2903.0340000000001</c:v>
                </c:pt>
                <c:pt idx="3740">
                  <c:v>2903.5160000000001</c:v>
                </c:pt>
                <c:pt idx="3741">
                  <c:v>2903.998</c:v>
                </c:pt>
                <c:pt idx="3742">
                  <c:v>2904.48</c:v>
                </c:pt>
                <c:pt idx="3743">
                  <c:v>2904.9630000000002</c:v>
                </c:pt>
                <c:pt idx="3744">
                  <c:v>2905.4450000000002</c:v>
                </c:pt>
                <c:pt idx="3745">
                  <c:v>2905.9270000000001</c:v>
                </c:pt>
                <c:pt idx="3746">
                  <c:v>2906.4090000000001</c:v>
                </c:pt>
                <c:pt idx="3747">
                  <c:v>2906.8910000000001</c:v>
                </c:pt>
                <c:pt idx="3748">
                  <c:v>2907.373</c:v>
                </c:pt>
                <c:pt idx="3749">
                  <c:v>2907.855</c:v>
                </c:pt>
                <c:pt idx="3750">
                  <c:v>2908.337</c:v>
                </c:pt>
                <c:pt idx="3751">
                  <c:v>2908.82</c:v>
                </c:pt>
                <c:pt idx="3752">
                  <c:v>2909.3020000000001</c:v>
                </c:pt>
                <c:pt idx="3753">
                  <c:v>2909.7840000000001</c:v>
                </c:pt>
                <c:pt idx="3754">
                  <c:v>2910.2660000000001</c:v>
                </c:pt>
                <c:pt idx="3755">
                  <c:v>2910.748</c:v>
                </c:pt>
                <c:pt idx="3756">
                  <c:v>2911.23</c:v>
                </c:pt>
                <c:pt idx="3757">
                  <c:v>2911.712</c:v>
                </c:pt>
                <c:pt idx="3758">
                  <c:v>2912.194</c:v>
                </c:pt>
                <c:pt idx="3759">
                  <c:v>2912.6770000000001</c:v>
                </c:pt>
                <c:pt idx="3760">
                  <c:v>2913.1579999999999</c:v>
                </c:pt>
                <c:pt idx="3761">
                  <c:v>2913.6410000000001</c:v>
                </c:pt>
                <c:pt idx="3762">
                  <c:v>2914.123</c:v>
                </c:pt>
                <c:pt idx="3763">
                  <c:v>2914.605</c:v>
                </c:pt>
                <c:pt idx="3764">
                  <c:v>2915.087</c:v>
                </c:pt>
                <c:pt idx="3765">
                  <c:v>2915.569</c:v>
                </c:pt>
                <c:pt idx="3766">
                  <c:v>2916.0509999999999</c:v>
                </c:pt>
                <c:pt idx="3767">
                  <c:v>2916.5329999999999</c:v>
                </c:pt>
                <c:pt idx="3768">
                  <c:v>2917.0149999999999</c:v>
                </c:pt>
                <c:pt idx="3769">
                  <c:v>2917.498</c:v>
                </c:pt>
                <c:pt idx="3770">
                  <c:v>2917.98</c:v>
                </c:pt>
                <c:pt idx="3771">
                  <c:v>2918.462</c:v>
                </c:pt>
                <c:pt idx="3772">
                  <c:v>2918.944</c:v>
                </c:pt>
                <c:pt idx="3773">
                  <c:v>2919.4259999999999</c:v>
                </c:pt>
                <c:pt idx="3774">
                  <c:v>2919.9079999999999</c:v>
                </c:pt>
                <c:pt idx="3775">
                  <c:v>2920.39</c:v>
                </c:pt>
                <c:pt idx="3776">
                  <c:v>2920.8719999999998</c:v>
                </c:pt>
                <c:pt idx="3777">
                  <c:v>2921.3539999999998</c:v>
                </c:pt>
                <c:pt idx="3778">
                  <c:v>2921.837</c:v>
                </c:pt>
                <c:pt idx="3779">
                  <c:v>2922.319</c:v>
                </c:pt>
                <c:pt idx="3780">
                  <c:v>2922.8009999999999</c:v>
                </c:pt>
                <c:pt idx="3781">
                  <c:v>2923.2829999999999</c:v>
                </c:pt>
                <c:pt idx="3782">
                  <c:v>2923.7649999999999</c:v>
                </c:pt>
                <c:pt idx="3783">
                  <c:v>2924.2469999999998</c:v>
                </c:pt>
                <c:pt idx="3784">
                  <c:v>2924.7289999999998</c:v>
                </c:pt>
                <c:pt idx="3785">
                  <c:v>2925.2109999999998</c:v>
                </c:pt>
                <c:pt idx="3786">
                  <c:v>2925.694</c:v>
                </c:pt>
                <c:pt idx="3787">
                  <c:v>2926.1759999999999</c:v>
                </c:pt>
                <c:pt idx="3788">
                  <c:v>2926.6579999999999</c:v>
                </c:pt>
                <c:pt idx="3789">
                  <c:v>2927.14</c:v>
                </c:pt>
                <c:pt idx="3790">
                  <c:v>2927.6219999999998</c:v>
                </c:pt>
                <c:pt idx="3791">
                  <c:v>2928.1039999999998</c:v>
                </c:pt>
                <c:pt idx="3792">
                  <c:v>2928.5859999999998</c:v>
                </c:pt>
                <c:pt idx="3793">
                  <c:v>2929.0680000000002</c:v>
                </c:pt>
                <c:pt idx="3794">
                  <c:v>2929.5509999999999</c:v>
                </c:pt>
                <c:pt idx="3795">
                  <c:v>2930.0329999999999</c:v>
                </c:pt>
                <c:pt idx="3796">
                  <c:v>2930.5149999999999</c:v>
                </c:pt>
                <c:pt idx="3797">
                  <c:v>2930.9969999999998</c:v>
                </c:pt>
                <c:pt idx="3798">
                  <c:v>2931.4789999999998</c:v>
                </c:pt>
                <c:pt idx="3799">
                  <c:v>2931.9609999999998</c:v>
                </c:pt>
                <c:pt idx="3800">
                  <c:v>2932.4430000000002</c:v>
                </c:pt>
                <c:pt idx="3801">
                  <c:v>2932.9250000000002</c:v>
                </c:pt>
                <c:pt idx="3802">
                  <c:v>2933.4070000000002</c:v>
                </c:pt>
                <c:pt idx="3803">
                  <c:v>2933.89</c:v>
                </c:pt>
                <c:pt idx="3804">
                  <c:v>2934.3719999999998</c:v>
                </c:pt>
                <c:pt idx="3805">
                  <c:v>2934.8539999999998</c:v>
                </c:pt>
                <c:pt idx="3806">
                  <c:v>2935.3359999999998</c:v>
                </c:pt>
                <c:pt idx="3807">
                  <c:v>2935.8180000000002</c:v>
                </c:pt>
                <c:pt idx="3808">
                  <c:v>2936.3</c:v>
                </c:pt>
                <c:pt idx="3809">
                  <c:v>2936.7820000000002</c:v>
                </c:pt>
                <c:pt idx="3810">
                  <c:v>2937.2640000000001</c:v>
                </c:pt>
                <c:pt idx="3811">
                  <c:v>2937.7469999999998</c:v>
                </c:pt>
                <c:pt idx="3812">
                  <c:v>2938.2289999999998</c:v>
                </c:pt>
                <c:pt idx="3813">
                  <c:v>2938.7109999999998</c:v>
                </c:pt>
                <c:pt idx="3814">
                  <c:v>2939.1930000000002</c:v>
                </c:pt>
                <c:pt idx="3815">
                  <c:v>2939.6750000000002</c:v>
                </c:pt>
                <c:pt idx="3816">
                  <c:v>2940.1570000000002</c:v>
                </c:pt>
                <c:pt idx="3817">
                  <c:v>2940.6390000000001</c:v>
                </c:pt>
                <c:pt idx="3818">
                  <c:v>2941.1210000000001</c:v>
                </c:pt>
                <c:pt idx="3819">
                  <c:v>2941.6039999999998</c:v>
                </c:pt>
                <c:pt idx="3820">
                  <c:v>2942.085</c:v>
                </c:pt>
                <c:pt idx="3821">
                  <c:v>2942.5680000000002</c:v>
                </c:pt>
                <c:pt idx="3822">
                  <c:v>2943.05</c:v>
                </c:pt>
                <c:pt idx="3823">
                  <c:v>2943.5320000000002</c:v>
                </c:pt>
                <c:pt idx="3824">
                  <c:v>2944.0140000000001</c:v>
                </c:pt>
                <c:pt idx="3825">
                  <c:v>2944.4960000000001</c:v>
                </c:pt>
                <c:pt idx="3826">
                  <c:v>2944.9780000000001</c:v>
                </c:pt>
                <c:pt idx="3827">
                  <c:v>2945.46</c:v>
                </c:pt>
                <c:pt idx="3828">
                  <c:v>2945.942</c:v>
                </c:pt>
                <c:pt idx="3829">
                  <c:v>2946.4250000000002</c:v>
                </c:pt>
                <c:pt idx="3830">
                  <c:v>2946.9070000000002</c:v>
                </c:pt>
                <c:pt idx="3831">
                  <c:v>2947.3890000000001</c:v>
                </c:pt>
                <c:pt idx="3832">
                  <c:v>2947.8710000000001</c:v>
                </c:pt>
                <c:pt idx="3833">
                  <c:v>2948.3530000000001</c:v>
                </c:pt>
                <c:pt idx="3834">
                  <c:v>2948.835</c:v>
                </c:pt>
                <c:pt idx="3835">
                  <c:v>2949.317</c:v>
                </c:pt>
                <c:pt idx="3836">
                  <c:v>2949.799</c:v>
                </c:pt>
                <c:pt idx="3837">
                  <c:v>2950.2809999999999</c:v>
                </c:pt>
                <c:pt idx="3838">
                  <c:v>2950.7640000000001</c:v>
                </c:pt>
                <c:pt idx="3839">
                  <c:v>2951.2460000000001</c:v>
                </c:pt>
                <c:pt idx="3840">
                  <c:v>2951.7280000000001</c:v>
                </c:pt>
                <c:pt idx="3841">
                  <c:v>2952.21</c:v>
                </c:pt>
                <c:pt idx="3842">
                  <c:v>2952.692</c:v>
                </c:pt>
                <c:pt idx="3843">
                  <c:v>2953.174</c:v>
                </c:pt>
                <c:pt idx="3844">
                  <c:v>2953.6559999999999</c:v>
                </c:pt>
                <c:pt idx="3845">
                  <c:v>2954.1379999999999</c:v>
                </c:pt>
                <c:pt idx="3846">
                  <c:v>2954.6210000000001</c:v>
                </c:pt>
                <c:pt idx="3847">
                  <c:v>2955.1030000000001</c:v>
                </c:pt>
                <c:pt idx="3848">
                  <c:v>2955.585</c:v>
                </c:pt>
                <c:pt idx="3849">
                  <c:v>2956.067</c:v>
                </c:pt>
                <c:pt idx="3850">
                  <c:v>2956.549</c:v>
                </c:pt>
                <c:pt idx="3851">
                  <c:v>2957.0309999999999</c:v>
                </c:pt>
                <c:pt idx="3852">
                  <c:v>2957.5129999999999</c:v>
                </c:pt>
                <c:pt idx="3853">
                  <c:v>2957.9949999999999</c:v>
                </c:pt>
                <c:pt idx="3854">
                  <c:v>2958.4780000000001</c:v>
                </c:pt>
                <c:pt idx="3855">
                  <c:v>2958.96</c:v>
                </c:pt>
                <c:pt idx="3856">
                  <c:v>2959.442</c:v>
                </c:pt>
                <c:pt idx="3857">
                  <c:v>2959.924</c:v>
                </c:pt>
                <c:pt idx="3858">
                  <c:v>2960.4059999999999</c:v>
                </c:pt>
                <c:pt idx="3859">
                  <c:v>2960.8879999999999</c:v>
                </c:pt>
                <c:pt idx="3860">
                  <c:v>2961.37</c:v>
                </c:pt>
                <c:pt idx="3861">
                  <c:v>2961.8519999999999</c:v>
                </c:pt>
                <c:pt idx="3862">
                  <c:v>2962.3339999999998</c:v>
                </c:pt>
                <c:pt idx="3863">
                  <c:v>2962.817</c:v>
                </c:pt>
                <c:pt idx="3864">
                  <c:v>2963.299</c:v>
                </c:pt>
                <c:pt idx="3865">
                  <c:v>2963.7809999999999</c:v>
                </c:pt>
                <c:pt idx="3866">
                  <c:v>2964.2629999999999</c:v>
                </c:pt>
                <c:pt idx="3867">
                  <c:v>2964.7449999999999</c:v>
                </c:pt>
                <c:pt idx="3868">
                  <c:v>2965.2269999999999</c:v>
                </c:pt>
                <c:pt idx="3869">
                  <c:v>2965.7089999999998</c:v>
                </c:pt>
                <c:pt idx="3870">
                  <c:v>2966.1909999999998</c:v>
                </c:pt>
                <c:pt idx="3871">
                  <c:v>2966.674</c:v>
                </c:pt>
                <c:pt idx="3872">
                  <c:v>2967.1559999999999</c:v>
                </c:pt>
                <c:pt idx="3873">
                  <c:v>2967.6379999999999</c:v>
                </c:pt>
                <c:pt idx="3874">
                  <c:v>2968.12</c:v>
                </c:pt>
                <c:pt idx="3875">
                  <c:v>2968.6019999999999</c:v>
                </c:pt>
                <c:pt idx="3876">
                  <c:v>2969.0839999999998</c:v>
                </c:pt>
                <c:pt idx="3877">
                  <c:v>2969.5659999999998</c:v>
                </c:pt>
                <c:pt idx="3878">
                  <c:v>2970.0479999999998</c:v>
                </c:pt>
                <c:pt idx="3879">
                  <c:v>2970.5309999999999</c:v>
                </c:pt>
                <c:pt idx="3880">
                  <c:v>2971.0120000000002</c:v>
                </c:pt>
                <c:pt idx="3881">
                  <c:v>2971.4949999999999</c:v>
                </c:pt>
                <c:pt idx="3882">
                  <c:v>2971.9769999999999</c:v>
                </c:pt>
                <c:pt idx="3883">
                  <c:v>2972.4589999999998</c:v>
                </c:pt>
                <c:pt idx="3884">
                  <c:v>2972.9409999999998</c:v>
                </c:pt>
                <c:pt idx="3885">
                  <c:v>2973.4229999999998</c:v>
                </c:pt>
                <c:pt idx="3886">
                  <c:v>2973.9050000000002</c:v>
                </c:pt>
                <c:pt idx="3887">
                  <c:v>2974.3870000000002</c:v>
                </c:pt>
                <c:pt idx="3888">
                  <c:v>2974.8690000000001</c:v>
                </c:pt>
                <c:pt idx="3889">
                  <c:v>2975.3519999999999</c:v>
                </c:pt>
                <c:pt idx="3890">
                  <c:v>2975.8339999999998</c:v>
                </c:pt>
                <c:pt idx="3891">
                  <c:v>2976.3159999999998</c:v>
                </c:pt>
                <c:pt idx="3892">
                  <c:v>2976.7979999999998</c:v>
                </c:pt>
                <c:pt idx="3893">
                  <c:v>2977.28</c:v>
                </c:pt>
                <c:pt idx="3894">
                  <c:v>2977.7620000000002</c:v>
                </c:pt>
                <c:pt idx="3895">
                  <c:v>2978.2440000000001</c:v>
                </c:pt>
                <c:pt idx="3896">
                  <c:v>2978.7260000000001</c:v>
                </c:pt>
                <c:pt idx="3897">
                  <c:v>2979.2080000000001</c:v>
                </c:pt>
                <c:pt idx="3898">
                  <c:v>2979.6909999999998</c:v>
                </c:pt>
                <c:pt idx="3899">
                  <c:v>2980.1729999999998</c:v>
                </c:pt>
                <c:pt idx="3900">
                  <c:v>2980.6550000000002</c:v>
                </c:pt>
                <c:pt idx="3901">
                  <c:v>2981.1370000000002</c:v>
                </c:pt>
                <c:pt idx="3902">
                  <c:v>2981.6190000000001</c:v>
                </c:pt>
                <c:pt idx="3903">
                  <c:v>2982.1010000000001</c:v>
                </c:pt>
                <c:pt idx="3904">
                  <c:v>2982.5830000000001</c:v>
                </c:pt>
                <c:pt idx="3905">
                  <c:v>2983.0650000000001</c:v>
                </c:pt>
                <c:pt idx="3906">
                  <c:v>2983.5479999999998</c:v>
                </c:pt>
                <c:pt idx="3907">
                  <c:v>2984.03</c:v>
                </c:pt>
                <c:pt idx="3908">
                  <c:v>2984.5120000000002</c:v>
                </c:pt>
                <c:pt idx="3909">
                  <c:v>2984.9940000000001</c:v>
                </c:pt>
                <c:pt idx="3910">
                  <c:v>2985.4760000000001</c:v>
                </c:pt>
                <c:pt idx="3911">
                  <c:v>2985.9580000000001</c:v>
                </c:pt>
                <c:pt idx="3912">
                  <c:v>2986.44</c:v>
                </c:pt>
                <c:pt idx="3913">
                  <c:v>2986.922</c:v>
                </c:pt>
                <c:pt idx="3914">
                  <c:v>2987.4050000000002</c:v>
                </c:pt>
                <c:pt idx="3915">
                  <c:v>2987.8870000000002</c:v>
                </c:pt>
                <c:pt idx="3916">
                  <c:v>2988.3690000000001</c:v>
                </c:pt>
                <c:pt idx="3917">
                  <c:v>2988.8510000000001</c:v>
                </c:pt>
                <c:pt idx="3918">
                  <c:v>2989.3330000000001</c:v>
                </c:pt>
                <c:pt idx="3919">
                  <c:v>2989.8150000000001</c:v>
                </c:pt>
                <c:pt idx="3920">
                  <c:v>2990.297</c:v>
                </c:pt>
                <c:pt idx="3921">
                  <c:v>2990.779</c:v>
                </c:pt>
                <c:pt idx="3922">
                  <c:v>2991.261</c:v>
                </c:pt>
                <c:pt idx="3923">
                  <c:v>2991.7440000000001</c:v>
                </c:pt>
                <c:pt idx="3924">
                  <c:v>2992.2260000000001</c:v>
                </c:pt>
                <c:pt idx="3925">
                  <c:v>2992.7080000000001</c:v>
                </c:pt>
                <c:pt idx="3926">
                  <c:v>2993.19</c:v>
                </c:pt>
                <c:pt idx="3927">
                  <c:v>2993.672</c:v>
                </c:pt>
                <c:pt idx="3928">
                  <c:v>2994.154</c:v>
                </c:pt>
                <c:pt idx="3929">
                  <c:v>2994.636</c:v>
                </c:pt>
                <c:pt idx="3930">
                  <c:v>2995.1179999999999</c:v>
                </c:pt>
                <c:pt idx="3931">
                  <c:v>2995.6010000000001</c:v>
                </c:pt>
                <c:pt idx="3932">
                  <c:v>2996.0830000000001</c:v>
                </c:pt>
                <c:pt idx="3933">
                  <c:v>2996.5650000000001</c:v>
                </c:pt>
                <c:pt idx="3934">
                  <c:v>2997.047</c:v>
                </c:pt>
                <c:pt idx="3935">
                  <c:v>2997.529</c:v>
                </c:pt>
                <c:pt idx="3936">
                  <c:v>2998.011</c:v>
                </c:pt>
                <c:pt idx="3937">
                  <c:v>2998.4929999999999</c:v>
                </c:pt>
                <c:pt idx="3938">
                  <c:v>2998.9749999999999</c:v>
                </c:pt>
                <c:pt idx="3939">
                  <c:v>2999.4580000000001</c:v>
                </c:pt>
                <c:pt idx="3940">
                  <c:v>2999.9389999999999</c:v>
                </c:pt>
                <c:pt idx="3941">
                  <c:v>3000.422</c:v>
                </c:pt>
              </c:numCache>
            </c:numRef>
          </c:xVal>
          <c:yVal>
            <c:numRef>
              <c:f>'H2 created defects on MLG Trans'!$B$1:$B$3942</c:f>
              <c:numCache>
                <c:formatCode>0.00E+00</c:formatCode>
                <c:ptCount val="3942"/>
                <c:pt idx="0">
                  <c:v>9.5807730000000006</c:v>
                </c:pt>
                <c:pt idx="1">
                  <c:v>9.6323919999999994</c:v>
                </c:pt>
                <c:pt idx="2">
                  <c:v>9.6855060000000002</c:v>
                </c:pt>
                <c:pt idx="3">
                  <c:v>9.7732740000000007</c:v>
                </c:pt>
                <c:pt idx="4">
                  <c:v>9.8842149999999993</c:v>
                </c:pt>
                <c:pt idx="5">
                  <c:v>9.8709769999999999</c:v>
                </c:pt>
                <c:pt idx="6">
                  <c:v>9.6556259999999998</c:v>
                </c:pt>
                <c:pt idx="7">
                  <c:v>9.5034799999999997</c:v>
                </c:pt>
                <c:pt idx="8">
                  <c:v>9.4889200000000002</c:v>
                </c:pt>
                <c:pt idx="9">
                  <c:v>9.5666189999999993</c:v>
                </c:pt>
                <c:pt idx="10">
                  <c:v>9.7183250000000001</c:v>
                </c:pt>
                <c:pt idx="11">
                  <c:v>9.8875720000000005</c:v>
                </c:pt>
                <c:pt idx="12">
                  <c:v>9.9518419999999992</c:v>
                </c:pt>
                <c:pt idx="13">
                  <c:v>9.8421260000000004</c:v>
                </c:pt>
                <c:pt idx="14">
                  <c:v>9.7472700000000003</c:v>
                </c:pt>
                <c:pt idx="15">
                  <c:v>9.7061989999999998</c:v>
                </c:pt>
                <c:pt idx="16">
                  <c:v>9.7060569999999995</c:v>
                </c:pt>
                <c:pt idx="17">
                  <c:v>9.7564399999999996</c:v>
                </c:pt>
                <c:pt idx="18">
                  <c:v>9.8453929999999996</c:v>
                </c:pt>
                <c:pt idx="19">
                  <c:v>9.9017920000000004</c:v>
                </c:pt>
                <c:pt idx="20">
                  <c:v>9.9245889999999992</c:v>
                </c:pt>
                <c:pt idx="21">
                  <c:v>9.9092350000000007</c:v>
                </c:pt>
                <c:pt idx="22">
                  <c:v>9.8057289999999995</c:v>
                </c:pt>
                <c:pt idx="23">
                  <c:v>9.7147059999999996</c:v>
                </c:pt>
                <c:pt idx="24">
                  <c:v>9.7143429999999995</c:v>
                </c:pt>
                <c:pt idx="25">
                  <c:v>9.7511589999999995</c:v>
                </c:pt>
                <c:pt idx="26">
                  <c:v>9.7212569999999996</c:v>
                </c:pt>
                <c:pt idx="27">
                  <c:v>9.6041969999999992</c:v>
                </c:pt>
                <c:pt idx="28">
                  <c:v>9.5853699999999993</c:v>
                </c:pt>
                <c:pt idx="29">
                  <c:v>9.6875579999999992</c:v>
                </c:pt>
                <c:pt idx="30">
                  <c:v>9.8348069999999996</c:v>
                </c:pt>
                <c:pt idx="31">
                  <c:v>10.033480000000001</c:v>
                </c:pt>
                <c:pt idx="32">
                  <c:v>10.185589999999999</c:v>
                </c:pt>
                <c:pt idx="33">
                  <c:v>10.143470000000001</c:v>
                </c:pt>
                <c:pt idx="34">
                  <c:v>9.9117119999999996</c:v>
                </c:pt>
                <c:pt idx="35">
                  <c:v>9.8167720000000003</c:v>
                </c:pt>
                <c:pt idx="36">
                  <c:v>9.9365120000000005</c:v>
                </c:pt>
                <c:pt idx="37">
                  <c:v>10.00996</c:v>
                </c:pt>
                <c:pt idx="38">
                  <c:v>9.9442909999999998</c:v>
                </c:pt>
                <c:pt idx="39">
                  <c:v>9.8213480000000004</c:v>
                </c:pt>
                <c:pt idx="40">
                  <c:v>9.7265829999999998</c:v>
                </c:pt>
                <c:pt idx="41">
                  <c:v>9.6904140000000005</c:v>
                </c:pt>
                <c:pt idx="42">
                  <c:v>9.7985469999999992</c:v>
                </c:pt>
                <c:pt idx="43">
                  <c:v>10.17666</c:v>
                </c:pt>
                <c:pt idx="44">
                  <c:v>10.37584</c:v>
                </c:pt>
                <c:pt idx="45">
                  <c:v>10.204660000000001</c:v>
                </c:pt>
                <c:pt idx="46">
                  <c:v>9.9993200000000009</c:v>
                </c:pt>
                <c:pt idx="47">
                  <c:v>9.9816690000000001</c:v>
                </c:pt>
                <c:pt idx="48">
                  <c:v>10.108879999999999</c:v>
                </c:pt>
                <c:pt idx="49">
                  <c:v>10.142110000000001</c:v>
                </c:pt>
                <c:pt idx="50">
                  <c:v>10.10083</c:v>
                </c:pt>
                <c:pt idx="51">
                  <c:v>10.084630000000001</c:v>
                </c:pt>
                <c:pt idx="52">
                  <c:v>10.16793</c:v>
                </c:pt>
                <c:pt idx="53">
                  <c:v>10.260719999999999</c:v>
                </c:pt>
                <c:pt idx="54">
                  <c:v>10.36947</c:v>
                </c:pt>
                <c:pt idx="55">
                  <c:v>10.439959999999999</c:v>
                </c:pt>
                <c:pt idx="56">
                  <c:v>10.371420000000001</c:v>
                </c:pt>
                <c:pt idx="57">
                  <c:v>10.159179999999999</c:v>
                </c:pt>
                <c:pt idx="58">
                  <c:v>10.0288</c:v>
                </c:pt>
                <c:pt idx="59">
                  <c:v>10.00122</c:v>
                </c:pt>
                <c:pt idx="60">
                  <c:v>10.01783</c:v>
                </c:pt>
                <c:pt idx="61">
                  <c:v>10.0952</c:v>
                </c:pt>
                <c:pt idx="62">
                  <c:v>10.14377</c:v>
                </c:pt>
                <c:pt idx="63">
                  <c:v>10.02028</c:v>
                </c:pt>
                <c:pt idx="64">
                  <c:v>9.7684800000000003</c:v>
                </c:pt>
                <c:pt idx="65">
                  <c:v>9.7936099999999993</c:v>
                </c:pt>
                <c:pt idx="66">
                  <c:v>10.17807</c:v>
                </c:pt>
                <c:pt idx="67">
                  <c:v>10.420489999999999</c:v>
                </c:pt>
                <c:pt idx="68">
                  <c:v>10.363770000000001</c:v>
                </c:pt>
                <c:pt idx="69">
                  <c:v>10.17632</c:v>
                </c:pt>
                <c:pt idx="70">
                  <c:v>9.9675740000000008</c:v>
                </c:pt>
                <c:pt idx="71">
                  <c:v>9.8200479999999999</c:v>
                </c:pt>
                <c:pt idx="72">
                  <c:v>9.8860019999999995</c:v>
                </c:pt>
                <c:pt idx="73">
                  <c:v>10.29956</c:v>
                </c:pt>
                <c:pt idx="74">
                  <c:v>10.48573</c:v>
                </c:pt>
                <c:pt idx="75">
                  <c:v>10.341279999999999</c:v>
                </c:pt>
                <c:pt idx="76">
                  <c:v>10.14724</c:v>
                </c:pt>
                <c:pt idx="77">
                  <c:v>10.01263</c:v>
                </c:pt>
                <c:pt idx="78">
                  <c:v>9.9609100000000002</c:v>
                </c:pt>
                <c:pt idx="79">
                  <c:v>10.14134</c:v>
                </c:pt>
                <c:pt idx="80">
                  <c:v>10.452540000000001</c:v>
                </c:pt>
                <c:pt idx="81">
                  <c:v>10.60402</c:v>
                </c:pt>
                <c:pt idx="82">
                  <c:v>10.289300000000001</c:v>
                </c:pt>
                <c:pt idx="83">
                  <c:v>10.07915</c:v>
                </c:pt>
                <c:pt idx="84">
                  <c:v>10.094139999999999</c:v>
                </c:pt>
                <c:pt idx="85">
                  <c:v>10.201090000000001</c:v>
                </c:pt>
                <c:pt idx="86">
                  <c:v>10.28626</c:v>
                </c:pt>
                <c:pt idx="87">
                  <c:v>10.348520000000001</c:v>
                </c:pt>
                <c:pt idx="88">
                  <c:v>10.382</c:v>
                </c:pt>
                <c:pt idx="89">
                  <c:v>10.386659999999999</c:v>
                </c:pt>
                <c:pt idx="90">
                  <c:v>10.362399999999999</c:v>
                </c:pt>
                <c:pt idx="91">
                  <c:v>10.24818</c:v>
                </c:pt>
                <c:pt idx="92">
                  <c:v>10.172510000000001</c:v>
                </c:pt>
                <c:pt idx="93">
                  <c:v>10.21528</c:v>
                </c:pt>
                <c:pt idx="94">
                  <c:v>10.327199999999999</c:v>
                </c:pt>
                <c:pt idx="95">
                  <c:v>10.40882</c:v>
                </c:pt>
                <c:pt idx="96">
                  <c:v>10.4613</c:v>
                </c:pt>
                <c:pt idx="97">
                  <c:v>10.52454</c:v>
                </c:pt>
                <c:pt idx="98">
                  <c:v>10.60843</c:v>
                </c:pt>
                <c:pt idx="99">
                  <c:v>10.684430000000001</c:v>
                </c:pt>
                <c:pt idx="100">
                  <c:v>10.718489999999999</c:v>
                </c:pt>
                <c:pt idx="101">
                  <c:v>10.744020000000001</c:v>
                </c:pt>
                <c:pt idx="102">
                  <c:v>10.816750000000001</c:v>
                </c:pt>
                <c:pt idx="103">
                  <c:v>10.929930000000001</c:v>
                </c:pt>
                <c:pt idx="104">
                  <c:v>10.890639999999999</c:v>
                </c:pt>
                <c:pt idx="105">
                  <c:v>10.682180000000001</c:v>
                </c:pt>
                <c:pt idx="106">
                  <c:v>10.488300000000001</c:v>
                </c:pt>
                <c:pt idx="107">
                  <c:v>10.360720000000001</c:v>
                </c:pt>
                <c:pt idx="108">
                  <c:v>10.32033</c:v>
                </c:pt>
                <c:pt idx="109">
                  <c:v>10.466379999999999</c:v>
                </c:pt>
                <c:pt idx="110">
                  <c:v>10.68332</c:v>
                </c:pt>
                <c:pt idx="111">
                  <c:v>10.796860000000001</c:v>
                </c:pt>
                <c:pt idx="112">
                  <c:v>10.716100000000001</c:v>
                </c:pt>
                <c:pt idx="113">
                  <c:v>10.73218</c:v>
                </c:pt>
                <c:pt idx="114">
                  <c:v>10.87842</c:v>
                </c:pt>
                <c:pt idx="115">
                  <c:v>10.99588</c:v>
                </c:pt>
                <c:pt idx="116">
                  <c:v>10.91428</c:v>
                </c:pt>
                <c:pt idx="117">
                  <c:v>10.764340000000001</c:v>
                </c:pt>
                <c:pt idx="118">
                  <c:v>10.76984</c:v>
                </c:pt>
                <c:pt idx="119">
                  <c:v>10.88801</c:v>
                </c:pt>
                <c:pt idx="120">
                  <c:v>10.98798</c:v>
                </c:pt>
                <c:pt idx="121">
                  <c:v>11.019209999999999</c:v>
                </c:pt>
                <c:pt idx="122">
                  <c:v>11.057219999999999</c:v>
                </c:pt>
                <c:pt idx="123">
                  <c:v>11.13706</c:v>
                </c:pt>
                <c:pt idx="124">
                  <c:v>11.16464</c:v>
                </c:pt>
                <c:pt idx="125">
                  <c:v>10.933350000000001</c:v>
                </c:pt>
                <c:pt idx="126">
                  <c:v>10.594989999999999</c:v>
                </c:pt>
                <c:pt idx="127">
                  <c:v>10.5413</c:v>
                </c:pt>
                <c:pt idx="128">
                  <c:v>10.78087</c:v>
                </c:pt>
                <c:pt idx="129">
                  <c:v>10.977969999999999</c:v>
                </c:pt>
                <c:pt idx="130">
                  <c:v>10.96936</c:v>
                </c:pt>
                <c:pt idx="131">
                  <c:v>10.930429999999999</c:v>
                </c:pt>
                <c:pt idx="132">
                  <c:v>10.88843</c:v>
                </c:pt>
                <c:pt idx="133">
                  <c:v>10.867889999999999</c:v>
                </c:pt>
                <c:pt idx="134">
                  <c:v>10.944879999999999</c:v>
                </c:pt>
                <c:pt idx="135">
                  <c:v>11.08869</c:v>
                </c:pt>
                <c:pt idx="136">
                  <c:v>11.190899999999999</c:v>
                </c:pt>
                <c:pt idx="137">
                  <c:v>11.22841</c:v>
                </c:pt>
                <c:pt idx="138">
                  <c:v>11.219049999999999</c:v>
                </c:pt>
                <c:pt idx="139">
                  <c:v>11.10026</c:v>
                </c:pt>
                <c:pt idx="140">
                  <c:v>11.0113</c:v>
                </c:pt>
                <c:pt idx="141">
                  <c:v>11.04519</c:v>
                </c:pt>
                <c:pt idx="142">
                  <c:v>11.17042</c:v>
                </c:pt>
                <c:pt idx="143">
                  <c:v>11.19886</c:v>
                </c:pt>
                <c:pt idx="144">
                  <c:v>11.147600000000001</c:v>
                </c:pt>
                <c:pt idx="145">
                  <c:v>11.14306</c:v>
                </c:pt>
                <c:pt idx="146">
                  <c:v>11.26117</c:v>
                </c:pt>
                <c:pt idx="147">
                  <c:v>11.390180000000001</c:v>
                </c:pt>
                <c:pt idx="148">
                  <c:v>11.51202</c:v>
                </c:pt>
                <c:pt idx="149">
                  <c:v>11.57216</c:v>
                </c:pt>
                <c:pt idx="150">
                  <c:v>11.50811</c:v>
                </c:pt>
                <c:pt idx="151">
                  <c:v>11.30452</c:v>
                </c:pt>
                <c:pt idx="152">
                  <c:v>11.136049999999999</c:v>
                </c:pt>
                <c:pt idx="153">
                  <c:v>11.003489999999999</c:v>
                </c:pt>
                <c:pt idx="154">
                  <c:v>11.017060000000001</c:v>
                </c:pt>
                <c:pt idx="155">
                  <c:v>11.46274</c:v>
                </c:pt>
                <c:pt idx="156">
                  <c:v>11.864990000000001</c:v>
                </c:pt>
                <c:pt idx="157">
                  <c:v>11.770479999999999</c:v>
                </c:pt>
                <c:pt idx="158">
                  <c:v>11.42266</c:v>
                </c:pt>
                <c:pt idx="159">
                  <c:v>11.347770000000001</c:v>
                </c:pt>
                <c:pt idx="160">
                  <c:v>11.62149</c:v>
                </c:pt>
                <c:pt idx="161">
                  <c:v>11.75911</c:v>
                </c:pt>
                <c:pt idx="162">
                  <c:v>11.714230000000001</c:v>
                </c:pt>
                <c:pt idx="163">
                  <c:v>11.629350000000001</c:v>
                </c:pt>
                <c:pt idx="164">
                  <c:v>11.61481</c:v>
                </c:pt>
                <c:pt idx="165">
                  <c:v>11.62899</c:v>
                </c:pt>
                <c:pt idx="166">
                  <c:v>11.644780000000001</c:v>
                </c:pt>
                <c:pt idx="167">
                  <c:v>11.655419999999999</c:v>
                </c:pt>
                <c:pt idx="168">
                  <c:v>11.63082</c:v>
                </c:pt>
                <c:pt idx="169">
                  <c:v>11.54388</c:v>
                </c:pt>
                <c:pt idx="170">
                  <c:v>11.533060000000001</c:v>
                </c:pt>
                <c:pt idx="171">
                  <c:v>11.63368</c:v>
                </c:pt>
                <c:pt idx="172">
                  <c:v>11.786049999999999</c:v>
                </c:pt>
                <c:pt idx="173">
                  <c:v>11.99198</c:v>
                </c:pt>
                <c:pt idx="174">
                  <c:v>12.16675</c:v>
                </c:pt>
                <c:pt idx="175">
                  <c:v>12.193059999999999</c:v>
                </c:pt>
                <c:pt idx="176">
                  <c:v>12.044230000000001</c:v>
                </c:pt>
                <c:pt idx="177">
                  <c:v>11.862629999999999</c:v>
                </c:pt>
                <c:pt idx="178">
                  <c:v>11.61295</c:v>
                </c:pt>
                <c:pt idx="179">
                  <c:v>11.475020000000001</c:v>
                </c:pt>
                <c:pt idx="180">
                  <c:v>11.54562</c:v>
                </c:pt>
                <c:pt idx="181">
                  <c:v>11.69994</c:v>
                </c:pt>
                <c:pt idx="182">
                  <c:v>11.73878</c:v>
                </c:pt>
                <c:pt idx="183">
                  <c:v>11.730359999999999</c:v>
                </c:pt>
                <c:pt idx="184">
                  <c:v>11.794790000000001</c:v>
                </c:pt>
                <c:pt idx="185">
                  <c:v>12.00221</c:v>
                </c:pt>
                <c:pt idx="186">
                  <c:v>12.13932</c:v>
                </c:pt>
                <c:pt idx="187">
                  <c:v>12.1661</c:v>
                </c:pt>
                <c:pt idx="188">
                  <c:v>12.20538</c:v>
                </c:pt>
                <c:pt idx="189">
                  <c:v>12.367369999999999</c:v>
                </c:pt>
                <c:pt idx="190">
                  <c:v>12.561249999999999</c:v>
                </c:pt>
                <c:pt idx="191">
                  <c:v>12.55494</c:v>
                </c:pt>
                <c:pt idx="192">
                  <c:v>12.43014</c:v>
                </c:pt>
                <c:pt idx="193">
                  <c:v>12.38542</c:v>
                </c:pt>
                <c:pt idx="194">
                  <c:v>12.66818</c:v>
                </c:pt>
                <c:pt idx="195">
                  <c:v>12.72738</c:v>
                </c:pt>
                <c:pt idx="196">
                  <c:v>12.437200000000001</c:v>
                </c:pt>
                <c:pt idx="197">
                  <c:v>12.120799999999999</c:v>
                </c:pt>
                <c:pt idx="198">
                  <c:v>12.0975</c:v>
                </c:pt>
                <c:pt idx="199">
                  <c:v>12.24855</c:v>
                </c:pt>
                <c:pt idx="200">
                  <c:v>12.273720000000001</c:v>
                </c:pt>
                <c:pt idx="201">
                  <c:v>12.193099999999999</c:v>
                </c:pt>
                <c:pt idx="202">
                  <c:v>12.14132</c:v>
                </c:pt>
                <c:pt idx="203">
                  <c:v>12.15959</c:v>
                </c:pt>
                <c:pt idx="204">
                  <c:v>12.23448</c:v>
                </c:pt>
                <c:pt idx="205">
                  <c:v>12.380789999999999</c:v>
                </c:pt>
                <c:pt idx="206">
                  <c:v>12.549759999999999</c:v>
                </c:pt>
                <c:pt idx="207">
                  <c:v>12.68798</c:v>
                </c:pt>
                <c:pt idx="208">
                  <c:v>12.79632</c:v>
                </c:pt>
                <c:pt idx="209">
                  <c:v>12.883139999999999</c:v>
                </c:pt>
                <c:pt idx="210">
                  <c:v>12.9476</c:v>
                </c:pt>
                <c:pt idx="211">
                  <c:v>12.978820000000001</c:v>
                </c:pt>
                <c:pt idx="212">
                  <c:v>12.93845</c:v>
                </c:pt>
                <c:pt idx="213">
                  <c:v>12.904260000000001</c:v>
                </c:pt>
                <c:pt idx="214">
                  <c:v>12.891719999999999</c:v>
                </c:pt>
                <c:pt idx="215">
                  <c:v>12.90381</c:v>
                </c:pt>
                <c:pt idx="216">
                  <c:v>12.982469999999999</c:v>
                </c:pt>
                <c:pt idx="217">
                  <c:v>13.089079999999999</c:v>
                </c:pt>
                <c:pt idx="218">
                  <c:v>13.08356</c:v>
                </c:pt>
                <c:pt idx="219">
                  <c:v>12.927580000000001</c:v>
                </c:pt>
                <c:pt idx="220">
                  <c:v>12.800700000000001</c:v>
                </c:pt>
                <c:pt idx="221">
                  <c:v>12.769729999999999</c:v>
                </c:pt>
                <c:pt idx="222">
                  <c:v>12.801629999999999</c:v>
                </c:pt>
                <c:pt idx="223">
                  <c:v>12.8736</c:v>
                </c:pt>
                <c:pt idx="224">
                  <c:v>13.004989999999999</c:v>
                </c:pt>
                <c:pt idx="225">
                  <c:v>13.363350000000001</c:v>
                </c:pt>
                <c:pt idx="226">
                  <c:v>13.84334</c:v>
                </c:pt>
                <c:pt idx="227">
                  <c:v>14.048579999999999</c:v>
                </c:pt>
                <c:pt idx="228">
                  <c:v>13.751110000000001</c:v>
                </c:pt>
                <c:pt idx="229">
                  <c:v>13.51502</c:v>
                </c:pt>
                <c:pt idx="230">
                  <c:v>13.686199999999999</c:v>
                </c:pt>
                <c:pt idx="231">
                  <c:v>13.870810000000001</c:v>
                </c:pt>
                <c:pt idx="232">
                  <c:v>13.82551</c:v>
                </c:pt>
                <c:pt idx="233">
                  <c:v>13.61585</c:v>
                </c:pt>
                <c:pt idx="234">
                  <c:v>13.58597</c:v>
                </c:pt>
                <c:pt idx="235">
                  <c:v>13.69929</c:v>
                </c:pt>
                <c:pt idx="236">
                  <c:v>13.796900000000001</c:v>
                </c:pt>
                <c:pt idx="237">
                  <c:v>13.83145</c:v>
                </c:pt>
                <c:pt idx="238">
                  <c:v>13.80894</c:v>
                </c:pt>
                <c:pt idx="239">
                  <c:v>13.67426</c:v>
                </c:pt>
                <c:pt idx="240">
                  <c:v>13.53542</c:v>
                </c:pt>
                <c:pt idx="241">
                  <c:v>13.464219999999999</c:v>
                </c:pt>
                <c:pt idx="242">
                  <c:v>13.45961</c:v>
                </c:pt>
                <c:pt idx="243">
                  <c:v>13.52802</c:v>
                </c:pt>
                <c:pt idx="244">
                  <c:v>13.661849999999999</c:v>
                </c:pt>
                <c:pt idx="245">
                  <c:v>13.8179</c:v>
                </c:pt>
                <c:pt idx="246">
                  <c:v>14.067640000000001</c:v>
                </c:pt>
                <c:pt idx="247">
                  <c:v>14.208209999999999</c:v>
                </c:pt>
                <c:pt idx="248">
                  <c:v>14.073449999999999</c:v>
                </c:pt>
                <c:pt idx="249">
                  <c:v>13.882250000000001</c:v>
                </c:pt>
                <c:pt idx="250">
                  <c:v>13.87398</c:v>
                </c:pt>
                <c:pt idx="251">
                  <c:v>14.03243</c:v>
                </c:pt>
                <c:pt idx="252">
                  <c:v>14.29945</c:v>
                </c:pt>
                <c:pt idx="253">
                  <c:v>14.650320000000001</c:v>
                </c:pt>
                <c:pt idx="254">
                  <c:v>14.84108</c:v>
                </c:pt>
                <c:pt idx="255">
                  <c:v>14.51455</c:v>
                </c:pt>
                <c:pt idx="256">
                  <c:v>14.265650000000001</c:v>
                </c:pt>
                <c:pt idx="257">
                  <c:v>14.42637</c:v>
                </c:pt>
                <c:pt idx="258">
                  <c:v>14.70989</c:v>
                </c:pt>
                <c:pt idx="259">
                  <c:v>14.5524</c:v>
                </c:pt>
                <c:pt idx="260">
                  <c:v>14.066369999999999</c:v>
                </c:pt>
                <c:pt idx="261">
                  <c:v>14.04781</c:v>
                </c:pt>
                <c:pt idx="262">
                  <c:v>14.586550000000001</c:v>
                </c:pt>
                <c:pt idx="263">
                  <c:v>15.06579</c:v>
                </c:pt>
                <c:pt idx="264">
                  <c:v>15.03241</c:v>
                </c:pt>
                <c:pt idx="265">
                  <c:v>14.972440000000001</c:v>
                </c:pt>
                <c:pt idx="266">
                  <c:v>15.15108</c:v>
                </c:pt>
                <c:pt idx="267">
                  <c:v>15.41351</c:v>
                </c:pt>
                <c:pt idx="268">
                  <c:v>15.31719</c:v>
                </c:pt>
                <c:pt idx="269">
                  <c:v>14.95453</c:v>
                </c:pt>
                <c:pt idx="270">
                  <c:v>14.85783</c:v>
                </c:pt>
                <c:pt idx="271">
                  <c:v>15.160360000000001</c:v>
                </c:pt>
                <c:pt idx="272">
                  <c:v>15.41259</c:v>
                </c:pt>
                <c:pt idx="273">
                  <c:v>15.242279999999999</c:v>
                </c:pt>
                <c:pt idx="274">
                  <c:v>15.10257</c:v>
                </c:pt>
                <c:pt idx="275">
                  <c:v>15.239459999999999</c:v>
                </c:pt>
                <c:pt idx="276">
                  <c:v>15.55743</c:v>
                </c:pt>
                <c:pt idx="277">
                  <c:v>15.738440000000001</c:v>
                </c:pt>
                <c:pt idx="278">
                  <c:v>15.80443</c:v>
                </c:pt>
                <c:pt idx="279">
                  <c:v>15.86041</c:v>
                </c:pt>
                <c:pt idx="280">
                  <c:v>15.9521</c:v>
                </c:pt>
                <c:pt idx="281">
                  <c:v>15.97289</c:v>
                </c:pt>
                <c:pt idx="282">
                  <c:v>15.67601</c:v>
                </c:pt>
                <c:pt idx="283">
                  <c:v>15.512420000000001</c:v>
                </c:pt>
                <c:pt idx="284">
                  <c:v>15.81779</c:v>
                </c:pt>
                <c:pt idx="285">
                  <c:v>16.428270000000001</c:v>
                </c:pt>
                <c:pt idx="286">
                  <c:v>16.561990000000002</c:v>
                </c:pt>
                <c:pt idx="287">
                  <c:v>16.32714</c:v>
                </c:pt>
                <c:pt idx="288">
                  <c:v>16.152979999999999</c:v>
                </c:pt>
                <c:pt idx="289">
                  <c:v>16.252179999999999</c:v>
                </c:pt>
                <c:pt idx="290">
                  <c:v>16.305620000000001</c:v>
                </c:pt>
                <c:pt idx="291">
                  <c:v>16.065580000000001</c:v>
                </c:pt>
                <c:pt idx="292">
                  <c:v>15.87908</c:v>
                </c:pt>
                <c:pt idx="293">
                  <c:v>16.011749999999999</c:v>
                </c:pt>
                <c:pt idx="294">
                  <c:v>16.376080000000002</c:v>
                </c:pt>
                <c:pt idx="295">
                  <c:v>16.461069999999999</c:v>
                </c:pt>
                <c:pt idx="296">
                  <c:v>16.345009999999998</c:v>
                </c:pt>
                <c:pt idx="297">
                  <c:v>16.341290000000001</c:v>
                </c:pt>
                <c:pt idx="298">
                  <c:v>16.74596</c:v>
                </c:pt>
                <c:pt idx="299">
                  <c:v>17.0444</c:v>
                </c:pt>
                <c:pt idx="300">
                  <c:v>17.087050000000001</c:v>
                </c:pt>
                <c:pt idx="301">
                  <c:v>17.033660000000001</c:v>
                </c:pt>
                <c:pt idx="302">
                  <c:v>16.992619999999999</c:v>
                </c:pt>
                <c:pt idx="303">
                  <c:v>16.964079999999999</c:v>
                </c:pt>
                <c:pt idx="304">
                  <c:v>16.996510000000001</c:v>
                </c:pt>
                <c:pt idx="305">
                  <c:v>17.054169999999999</c:v>
                </c:pt>
                <c:pt idx="306">
                  <c:v>16.973379999999999</c:v>
                </c:pt>
                <c:pt idx="307">
                  <c:v>16.279039999999998</c:v>
                </c:pt>
                <c:pt idx="308">
                  <c:v>16.054549999999999</c:v>
                </c:pt>
                <c:pt idx="309">
                  <c:v>16.699169999999999</c:v>
                </c:pt>
                <c:pt idx="310">
                  <c:v>17.492339999999999</c:v>
                </c:pt>
                <c:pt idx="311">
                  <c:v>17.67221</c:v>
                </c:pt>
                <c:pt idx="312">
                  <c:v>17.39987</c:v>
                </c:pt>
                <c:pt idx="313">
                  <c:v>17.025120000000001</c:v>
                </c:pt>
                <c:pt idx="314">
                  <c:v>16.627089999999999</c:v>
                </c:pt>
                <c:pt idx="315">
                  <c:v>16.53528</c:v>
                </c:pt>
                <c:pt idx="316">
                  <c:v>17.218530000000001</c:v>
                </c:pt>
                <c:pt idx="317">
                  <c:v>17.75516</c:v>
                </c:pt>
                <c:pt idx="318">
                  <c:v>18.007269999999998</c:v>
                </c:pt>
                <c:pt idx="319">
                  <c:v>18.051300000000001</c:v>
                </c:pt>
                <c:pt idx="320">
                  <c:v>17.847860000000001</c:v>
                </c:pt>
                <c:pt idx="321">
                  <c:v>17.555299999999999</c:v>
                </c:pt>
                <c:pt idx="322">
                  <c:v>17.582129999999999</c:v>
                </c:pt>
                <c:pt idx="323">
                  <c:v>17.91591</c:v>
                </c:pt>
                <c:pt idx="324">
                  <c:v>18.163810000000002</c:v>
                </c:pt>
                <c:pt idx="325">
                  <c:v>18.137519999999999</c:v>
                </c:pt>
                <c:pt idx="326">
                  <c:v>18.127829999999999</c:v>
                </c:pt>
                <c:pt idx="327">
                  <c:v>18.178229999999999</c:v>
                </c:pt>
                <c:pt idx="328">
                  <c:v>18.277940000000001</c:v>
                </c:pt>
                <c:pt idx="329">
                  <c:v>18.430949999999999</c:v>
                </c:pt>
                <c:pt idx="330">
                  <c:v>18.612169999999999</c:v>
                </c:pt>
                <c:pt idx="331">
                  <c:v>18.787269999999999</c:v>
                </c:pt>
                <c:pt idx="332">
                  <c:v>18.95121</c:v>
                </c:pt>
                <c:pt idx="333">
                  <c:v>19.09985</c:v>
                </c:pt>
                <c:pt idx="334">
                  <c:v>19.261669999999999</c:v>
                </c:pt>
                <c:pt idx="335">
                  <c:v>19.33792</c:v>
                </c:pt>
                <c:pt idx="336">
                  <c:v>19.284459999999999</c:v>
                </c:pt>
                <c:pt idx="337">
                  <c:v>19.187930000000001</c:v>
                </c:pt>
                <c:pt idx="338">
                  <c:v>19.197050000000001</c:v>
                </c:pt>
                <c:pt idx="339">
                  <c:v>19.224769999999999</c:v>
                </c:pt>
                <c:pt idx="340">
                  <c:v>19.08484</c:v>
                </c:pt>
                <c:pt idx="341">
                  <c:v>18.74652</c:v>
                </c:pt>
                <c:pt idx="342">
                  <c:v>18.726569999999999</c:v>
                </c:pt>
                <c:pt idx="343">
                  <c:v>19.145050000000001</c:v>
                </c:pt>
                <c:pt idx="344">
                  <c:v>19.517430000000001</c:v>
                </c:pt>
                <c:pt idx="345">
                  <c:v>19.678100000000001</c:v>
                </c:pt>
                <c:pt idx="346">
                  <c:v>19.77704</c:v>
                </c:pt>
                <c:pt idx="347">
                  <c:v>20.05142</c:v>
                </c:pt>
                <c:pt idx="348">
                  <c:v>20.349920000000001</c:v>
                </c:pt>
                <c:pt idx="349">
                  <c:v>20.45214</c:v>
                </c:pt>
                <c:pt idx="350">
                  <c:v>20.306799999999999</c:v>
                </c:pt>
                <c:pt idx="351">
                  <c:v>20.337289999999999</c:v>
                </c:pt>
                <c:pt idx="352">
                  <c:v>20.569669999999999</c:v>
                </c:pt>
                <c:pt idx="353">
                  <c:v>20.802409999999998</c:v>
                </c:pt>
                <c:pt idx="354">
                  <c:v>20.981390000000001</c:v>
                </c:pt>
                <c:pt idx="355">
                  <c:v>21.08869</c:v>
                </c:pt>
                <c:pt idx="356">
                  <c:v>21.042480000000001</c:v>
                </c:pt>
                <c:pt idx="357">
                  <c:v>20.950859999999999</c:v>
                </c:pt>
                <c:pt idx="358">
                  <c:v>20.92606</c:v>
                </c:pt>
                <c:pt idx="359">
                  <c:v>20.9709</c:v>
                </c:pt>
                <c:pt idx="360">
                  <c:v>21.158570000000001</c:v>
                </c:pt>
                <c:pt idx="361">
                  <c:v>21.497920000000001</c:v>
                </c:pt>
                <c:pt idx="362">
                  <c:v>21.72654</c:v>
                </c:pt>
                <c:pt idx="363">
                  <c:v>21.680330000000001</c:v>
                </c:pt>
                <c:pt idx="364">
                  <c:v>21.603819999999999</c:v>
                </c:pt>
                <c:pt idx="365">
                  <c:v>21.689170000000001</c:v>
                </c:pt>
                <c:pt idx="366">
                  <c:v>21.855260000000001</c:v>
                </c:pt>
                <c:pt idx="367">
                  <c:v>22.041219999999999</c:v>
                </c:pt>
                <c:pt idx="368">
                  <c:v>22.246020000000001</c:v>
                </c:pt>
                <c:pt idx="369">
                  <c:v>22.20514</c:v>
                </c:pt>
                <c:pt idx="370">
                  <c:v>21.95016</c:v>
                </c:pt>
                <c:pt idx="371">
                  <c:v>21.926819999999999</c:v>
                </c:pt>
                <c:pt idx="372">
                  <c:v>22.549119999999998</c:v>
                </c:pt>
                <c:pt idx="373">
                  <c:v>23.11084</c:v>
                </c:pt>
                <c:pt idx="374">
                  <c:v>23.063300000000002</c:v>
                </c:pt>
                <c:pt idx="375">
                  <c:v>22.887149999999998</c:v>
                </c:pt>
                <c:pt idx="376">
                  <c:v>23.01792</c:v>
                </c:pt>
                <c:pt idx="377">
                  <c:v>23.42428</c:v>
                </c:pt>
                <c:pt idx="378">
                  <c:v>23.65889</c:v>
                </c:pt>
                <c:pt idx="379">
                  <c:v>23.74363</c:v>
                </c:pt>
                <c:pt idx="380">
                  <c:v>23.806470000000001</c:v>
                </c:pt>
                <c:pt idx="381">
                  <c:v>23.8811</c:v>
                </c:pt>
                <c:pt idx="382">
                  <c:v>23.982659999999999</c:v>
                </c:pt>
                <c:pt idx="383">
                  <c:v>24.107130000000002</c:v>
                </c:pt>
                <c:pt idx="384">
                  <c:v>24.273</c:v>
                </c:pt>
                <c:pt idx="385">
                  <c:v>24.54674</c:v>
                </c:pt>
                <c:pt idx="386">
                  <c:v>24.880569999999999</c:v>
                </c:pt>
                <c:pt idx="387">
                  <c:v>24.963830000000002</c:v>
                </c:pt>
                <c:pt idx="388">
                  <c:v>24.869050000000001</c:v>
                </c:pt>
                <c:pt idx="389">
                  <c:v>24.889890000000001</c:v>
                </c:pt>
                <c:pt idx="390">
                  <c:v>25.265170000000001</c:v>
                </c:pt>
                <c:pt idx="391">
                  <c:v>25.61347</c:v>
                </c:pt>
                <c:pt idx="392">
                  <c:v>25.93103</c:v>
                </c:pt>
                <c:pt idx="393">
                  <c:v>26.116720000000001</c:v>
                </c:pt>
                <c:pt idx="394">
                  <c:v>25.974979999999999</c:v>
                </c:pt>
                <c:pt idx="395">
                  <c:v>25.677800000000001</c:v>
                </c:pt>
                <c:pt idx="396">
                  <c:v>25.603670000000001</c:v>
                </c:pt>
                <c:pt idx="397">
                  <c:v>25.730720000000002</c:v>
                </c:pt>
                <c:pt idx="398">
                  <c:v>25.95844</c:v>
                </c:pt>
                <c:pt idx="399">
                  <c:v>26.326820000000001</c:v>
                </c:pt>
                <c:pt idx="400">
                  <c:v>26.692060000000001</c:v>
                </c:pt>
                <c:pt idx="401">
                  <c:v>27.05508</c:v>
                </c:pt>
                <c:pt idx="402">
                  <c:v>27.387820000000001</c:v>
                </c:pt>
                <c:pt idx="403">
                  <c:v>27.678609999999999</c:v>
                </c:pt>
                <c:pt idx="404">
                  <c:v>27.91395</c:v>
                </c:pt>
                <c:pt idx="405">
                  <c:v>28.031099999999999</c:v>
                </c:pt>
                <c:pt idx="406">
                  <c:v>28.078700000000001</c:v>
                </c:pt>
                <c:pt idx="407">
                  <c:v>28.245439999999999</c:v>
                </c:pt>
                <c:pt idx="408">
                  <c:v>28.65183</c:v>
                </c:pt>
                <c:pt idx="409">
                  <c:v>28.762540000000001</c:v>
                </c:pt>
                <c:pt idx="410">
                  <c:v>28.478429999999999</c:v>
                </c:pt>
                <c:pt idx="411">
                  <c:v>28.30696</c:v>
                </c:pt>
                <c:pt idx="412">
                  <c:v>28.82114</c:v>
                </c:pt>
                <c:pt idx="413">
                  <c:v>29.526299999999999</c:v>
                </c:pt>
                <c:pt idx="414">
                  <c:v>29.97906</c:v>
                </c:pt>
                <c:pt idx="415">
                  <c:v>30.25947</c:v>
                </c:pt>
                <c:pt idx="416">
                  <c:v>30.688300000000002</c:v>
                </c:pt>
                <c:pt idx="417">
                  <c:v>31.315560000000001</c:v>
                </c:pt>
                <c:pt idx="418">
                  <c:v>31.556560000000001</c:v>
                </c:pt>
                <c:pt idx="419">
                  <c:v>31.348109999999998</c:v>
                </c:pt>
                <c:pt idx="420">
                  <c:v>31.28173</c:v>
                </c:pt>
                <c:pt idx="421">
                  <c:v>31.99305</c:v>
                </c:pt>
                <c:pt idx="422">
                  <c:v>32.787399999999998</c:v>
                </c:pt>
                <c:pt idx="423">
                  <c:v>33.27919</c:v>
                </c:pt>
                <c:pt idx="424">
                  <c:v>33.542400000000001</c:v>
                </c:pt>
                <c:pt idx="425">
                  <c:v>33.577739999999999</c:v>
                </c:pt>
                <c:pt idx="426">
                  <c:v>33.431060000000002</c:v>
                </c:pt>
                <c:pt idx="427">
                  <c:v>33.680720000000001</c:v>
                </c:pt>
                <c:pt idx="428">
                  <c:v>34.36562</c:v>
                </c:pt>
                <c:pt idx="429">
                  <c:v>34.966030000000003</c:v>
                </c:pt>
                <c:pt idx="430">
                  <c:v>34.97081</c:v>
                </c:pt>
                <c:pt idx="431">
                  <c:v>35.13946</c:v>
                </c:pt>
                <c:pt idx="432">
                  <c:v>35.871369999999999</c:v>
                </c:pt>
                <c:pt idx="433">
                  <c:v>36.712240000000001</c:v>
                </c:pt>
                <c:pt idx="434">
                  <c:v>36.823070000000001</c:v>
                </c:pt>
                <c:pt idx="435">
                  <c:v>36.47186</c:v>
                </c:pt>
                <c:pt idx="436">
                  <c:v>36.452350000000003</c:v>
                </c:pt>
                <c:pt idx="437">
                  <c:v>36.824339999999999</c:v>
                </c:pt>
                <c:pt idx="438">
                  <c:v>37.30724</c:v>
                </c:pt>
                <c:pt idx="439">
                  <c:v>37.921250000000001</c:v>
                </c:pt>
                <c:pt idx="440">
                  <c:v>38.463949999999997</c:v>
                </c:pt>
                <c:pt idx="441">
                  <c:v>38.889470000000003</c:v>
                </c:pt>
                <c:pt idx="442">
                  <c:v>39.269689999999997</c:v>
                </c:pt>
                <c:pt idx="443">
                  <c:v>39.649880000000003</c:v>
                </c:pt>
                <c:pt idx="444">
                  <c:v>40.08034</c:v>
                </c:pt>
                <c:pt idx="445">
                  <c:v>40.724119999999999</c:v>
                </c:pt>
                <c:pt idx="446">
                  <c:v>41.555439999999997</c:v>
                </c:pt>
                <c:pt idx="447">
                  <c:v>42.105440000000002</c:v>
                </c:pt>
                <c:pt idx="448">
                  <c:v>42.27937</c:v>
                </c:pt>
                <c:pt idx="449">
                  <c:v>42.390219999999999</c:v>
                </c:pt>
                <c:pt idx="450">
                  <c:v>42.473959999999998</c:v>
                </c:pt>
                <c:pt idx="451">
                  <c:v>42.592959999999998</c:v>
                </c:pt>
                <c:pt idx="452">
                  <c:v>42.65475</c:v>
                </c:pt>
                <c:pt idx="453">
                  <c:v>42.908749999999998</c:v>
                </c:pt>
                <c:pt idx="454">
                  <c:v>43.799309999999998</c:v>
                </c:pt>
                <c:pt idx="455">
                  <c:v>45.159599999999998</c:v>
                </c:pt>
                <c:pt idx="456">
                  <c:v>45.956879999999998</c:v>
                </c:pt>
                <c:pt idx="457">
                  <c:v>46.14049</c:v>
                </c:pt>
                <c:pt idx="458">
                  <c:v>46.554560000000002</c:v>
                </c:pt>
                <c:pt idx="459">
                  <c:v>47.381900000000002</c:v>
                </c:pt>
                <c:pt idx="460">
                  <c:v>48.123170000000002</c:v>
                </c:pt>
                <c:pt idx="461">
                  <c:v>48.17313</c:v>
                </c:pt>
                <c:pt idx="462">
                  <c:v>48.222549999999998</c:v>
                </c:pt>
                <c:pt idx="463">
                  <c:v>48.724209999999999</c:v>
                </c:pt>
                <c:pt idx="464">
                  <c:v>49.532260000000001</c:v>
                </c:pt>
                <c:pt idx="465">
                  <c:v>50.367730000000002</c:v>
                </c:pt>
                <c:pt idx="466">
                  <c:v>51.214759999999998</c:v>
                </c:pt>
                <c:pt idx="467">
                  <c:v>51.969740000000002</c:v>
                </c:pt>
                <c:pt idx="468">
                  <c:v>52.614249999999998</c:v>
                </c:pt>
                <c:pt idx="469">
                  <c:v>53.242570000000001</c:v>
                </c:pt>
                <c:pt idx="470">
                  <c:v>53.884979999999999</c:v>
                </c:pt>
                <c:pt idx="471">
                  <c:v>54.555370000000003</c:v>
                </c:pt>
                <c:pt idx="472">
                  <c:v>55.296790000000001</c:v>
                </c:pt>
                <c:pt idx="473">
                  <c:v>55.997999999999998</c:v>
                </c:pt>
                <c:pt idx="474">
                  <c:v>56.275109999999998</c:v>
                </c:pt>
                <c:pt idx="475">
                  <c:v>56.41527</c:v>
                </c:pt>
                <c:pt idx="476">
                  <c:v>57.138080000000002</c:v>
                </c:pt>
                <c:pt idx="477">
                  <c:v>58.537080000000003</c:v>
                </c:pt>
                <c:pt idx="478">
                  <c:v>59.670960000000001</c:v>
                </c:pt>
                <c:pt idx="479">
                  <c:v>60.217089999999999</c:v>
                </c:pt>
                <c:pt idx="480">
                  <c:v>60.918509999999998</c:v>
                </c:pt>
                <c:pt idx="481">
                  <c:v>61.998190000000001</c:v>
                </c:pt>
                <c:pt idx="482">
                  <c:v>63.161790000000003</c:v>
                </c:pt>
                <c:pt idx="483">
                  <c:v>64.030770000000004</c:v>
                </c:pt>
                <c:pt idx="484">
                  <c:v>64.766549999999995</c:v>
                </c:pt>
                <c:pt idx="485">
                  <c:v>65.567809999999994</c:v>
                </c:pt>
                <c:pt idx="486">
                  <c:v>66.444640000000007</c:v>
                </c:pt>
                <c:pt idx="487">
                  <c:v>67.234660000000005</c:v>
                </c:pt>
                <c:pt idx="488">
                  <c:v>67.95693</c:v>
                </c:pt>
                <c:pt idx="489">
                  <c:v>68.394329999999997</c:v>
                </c:pt>
                <c:pt idx="490">
                  <c:v>68.425319999999999</c:v>
                </c:pt>
                <c:pt idx="491">
                  <c:v>68.645179999999996</c:v>
                </c:pt>
                <c:pt idx="492">
                  <c:v>69.685900000000004</c:v>
                </c:pt>
                <c:pt idx="493">
                  <c:v>71.013030000000001</c:v>
                </c:pt>
                <c:pt idx="494">
                  <c:v>72.378429999999994</c:v>
                </c:pt>
                <c:pt idx="495">
                  <c:v>73.654820000000001</c:v>
                </c:pt>
                <c:pt idx="496">
                  <c:v>74.449860000000001</c:v>
                </c:pt>
                <c:pt idx="497">
                  <c:v>74.832179999999994</c:v>
                </c:pt>
                <c:pt idx="498">
                  <c:v>75.304050000000004</c:v>
                </c:pt>
                <c:pt idx="499">
                  <c:v>75.970169999999996</c:v>
                </c:pt>
                <c:pt idx="500">
                  <c:v>76.52373</c:v>
                </c:pt>
                <c:pt idx="501">
                  <c:v>76.345579999999998</c:v>
                </c:pt>
                <c:pt idx="502">
                  <c:v>76.705969999999994</c:v>
                </c:pt>
                <c:pt idx="503">
                  <c:v>78.274299999999997</c:v>
                </c:pt>
                <c:pt idx="504">
                  <c:v>80.242099999999994</c:v>
                </c:pt>
                <c:pt idx="505">
                  <c:v>80.91601</c:v>
                </c:pt>
                <c:pt idx="506">
                  <c:v>80.888310000000004</c:v>
                </c:pt>
                <c:pt idx="507">
                  <c:v>81.46284</c:v>
                </c:pt>
                <c:pt idx="508">
                  <c:v>82.82938</c:v>
                </c:pt>
                <c:pt idx="509">
                  <c:v>83.810299999999998</c:v>
                </c:pt>
                <c:pt idx="510">
                  <c:v>84.14085</c:v>
                </c:pt>
                <c:pt idx="511">
                  <c:v>84.346159999999998</c:v>
                </c:pt>
                <c:pt idx="512">
                  <c:v>84.472800000000007</c:v>
                </c:pt>
                <c:pt idx="513">
                  <c:v>84.766810000000007</c:v>
                </c:pt>
                <c:pt idx="514">
                  <c:v>85.699290000000005</c:v>
                </c:pt>
                <c:pt idx="515">
                  <c:v>86.835520000000002</c:v>
                </c:pt>
                <c:pt idx="516">
                  <c:v>87.723230000000001</c:v>
                </c:pt>
                <c:pt idx="517">
                  <c:v>88.326549999999997</c:v>
                </c:pt>
                <c:pt idx="518">
                  <c:v>88.756150000000005</c:v>
                </c:pt>
                <c:pt idx="519">
                  <c:v>88.991619999999998</c:v>
                </c:pt>
                <c:pt idx="520">
                  <c:v>89.399420000000006</c:v>
                </c:pt>
                <c:pt idx="521">
                  <c:v>90.071879999999993</c:v>
                </c:pt>
                <c:pt idx="522">
                  <c:v>90.759479999999996</c:v>
                </c:pt>
                <c:pt idx="523">
                  <c:v>91.40634</c:v>
                </c:pt>
                <c:pt idx="524">
                  <c:v>91.8459</c:v>
                </c:pt>
                <c:pt idx="525">
                  <c:v>91.905640000000005</c:v>
                </c:pt>
                <c:pt idx="526">
                  <c:v>91.790819999999997</c:v>
                </c:pt>
                <c:pt idx="527">
                  <c:v>91.931820000000002</c:v>
                </c:pt>
                <c:pt idx="528">
                  <c:v>92.303579999999997</c:v>
                </c:pt>
                <c:pt idx="529">
                  <c:v>92.868610000000004</c:v>
                </c:pt>
                <c:pt idx="530">
                  <c:v>93.62236</c:v>
                </c:pt>
                <c:pt idx="531">
                  <c:v>94.260859999999994</c:v>
                </c:pt>
                <c:pt idx="532">
                  <c:v>94.729590000000002</c:v>
                </c:pt>
                <c:pt idx="533">
                  <c:v>94.9071</c:v>
                </c:pt>
                <c:pt idx="534">
                  <c:v>94.68723</c:v>
                </c:pt>
                <c:pt idx="535">
                  <c:v>94.330129999999997</c:v>
                </c:pt>
                <c:pt idx="536">
                  <c:v>94.210909999999998</c:v>
                </c:pt>
                <c:pt idx="537">
                  <c:v>94.197310000000002</c:v>
                </c:pt>
                <c:pt idx="538">
                  <c:v>94.102919999999997</c:v>
                </c:pt>
                <c:pt idx="539">
                  <c:v>93.910700000000006</c:v>
                </c:pt>
                <c:pt idx="540">
                  <c:v>93.689670000000007</c:v>
                </c:pt>
                <c:pt idx="541">
                  <c:v>93.4542</c:v>
                </c:pt>
                <c:pt idx="542">
                  <c:v>93.163409999999999</c:v>
                </c:pt>
                <c:pt idx="543">
                  <c:v>92.825289999999995</c:v>
                </c:pt>
                <c:pt idx="544">
                  <c:v>92.318740000000005</c:v>
                </c:pt>
                <c:pt idx="545">
                  <c:v>91.433009999999996</c:v>
                </c:pt>
                <c:pt idx="546">
                  <c:v>90.419359999999998</c:v>
                </c:pt>
                <c:pt idx="547">
                  <c:v>89.487719999999996</c:v>
                </c:pt>
                <c:pt idx="548">
                  <c:v>88.581879999999998</c:v>
                </c:pt>
                <c:pt idx="549">
                  <c:v>87.572630000000004</c:v>
                </c:pt>
                <c:pt idx="550">
                  <c:v>86.461489999999998</c:v>
                </c:pt>
                <c:pt idx="551">
                  <c:v>85.339160000000007</c:v>
                </c:pt>
                <c:pt idx="552">
                  <c:v>84.210549999999998</c:v>
                </c:pt>
                <c:pt idx="553">
                  <c:v>82.898929999999993</c:v>
                </c:pt>
                <c:pt idx="554">
                  <c:v>80.888369999999995</c:v>
                </c:pt>
                <c:pt idx="555">
                  <c:v>79.309380000000004</c:v>
                </c:pt>
                <c:pt idx="556">
                  <c:v>78.558790000000002</c:v>
                </c:pt>
                <c:pt idx="557">
                  <c:v>78.193119999999993</c:v>
                </c:pt>
                <c:pt idx="558">
                  <c:v>77.784710000000004</c:v>
                </c:pt>
                <c:pt idx="559">
                  <c:v>77.1982</c:v>
                </c:pt>
                <c:pt idx="560">
                  <c:v>76.106110000000001</c:v>
                </c:pt>
                <c:pt idx="561">
                  <c:v>74.53416</c:v>
                </c:pt>
                <c:pt idx="562">
                  <c:v>72.935789999999997</c:v>
                </c:pt>
                <c:pt idx="563">
                  <c:v>71.265159999999995</c:v>
                </c:pt>
                <c:pt idx="564">
                  <c:v>69.926479999999998</c:v>
                </c:pt>
                <c:pt idx="565">
                  <c:v>69.019970000000001</c:v>
                </c:pt>
                <c:pt idx="566">
                  <c:v>68.095330000000004</c:v>
                </c:pt>
                <c:pt idx="567">
                  <c:v>66.693079999999995</c:v>
                </c:pt>
                <c:pt idx="568">
                  <c:v>65.088030000000003</c:v>
                </c:pt>
                <c:pt idx="569">
                  <c:v>63.324640000000002</c:v>
                </c:pt>
                <c:pt idx="570">
                  <c:v>61.638590000000001</c:v>
                </c:pt>
                <c:pt idx="571">
                  <c:v>60.74906</c:v>
                </c:pt>
                <c:pt idx="572">
                  <c:v>60.590769999999999</c:v>
                </c:pt>
                <c:pt idx="573">
                  <c:v>59.654989999999998</c:v>
                </c:pt>
                <c:pt idx="574">
                  <c:v>57.856169999999999</c:v>
                </c:pt>
                <c:pt idx="575">
                  <c:v>56.038469999999997</c:v>
                </c:pt>
                <c:pt idx="576">
                  <c:v>54.582299999999996</c:v>
                </c:pt>
                <c:pt idx="577">
                  <c:v>53.430259999999997</c:v>
                </c:pt>
                <c:pt idx="578">
                  <c:v>52.622790000000002</c:v>
                </c:pt>
                <c:pt idx="579">
                  <c:v>51.932049999999997</c:v>
                </c:pt>
                <c:pt idx="580">
                  <c:v>51.03792</c:v>
                </c:pt>
                <c:pt idx="581">
                  <c:v>50.06409</c:v>
                </c:pt>
                <c:pt idx="582">
                  <c:v>49.329090000000001</c:v>
                </c:pt>
                <c:pt idx="583">
                  <c:v>48.764809999999997</c:v>
                </c:pt>
                <c:pt idx="584">
                  <c:v>47.970689999999998</c:v>
                </c:pt>
                <c:pt idx="585">
                  <c:v>46.711359999999999</c:v>
                </c:pt>
                <c:pt idx="586">
                  <c:v>45.67221</c:v>
                </c:pt>
                <c:pt idx="587">
                  <c:v>44.927720000000001</c:v>
                </c:pt>
                <c:pt idx="588">
                  <c:v>44.253959999999999</c:v>
                </c:pt>
                <c:pt idx="589">
                  <c:v>43.542789999999997</c:v>
                </c:pt>
                <c:pt idx="590">
                  <c:v>42.751339999999999</c:v>
                </c:pt>
                <c:pt idx="591">
                  <c:v>41.649009999999997</c:v>
                </c:pt>
                <c:pt idx="592">
                  <c:v>40.553550000000001</c:v>
                </c:pt>
                <c:pt idx="593">
                  <c:v>40.078879999999998</c:v>
                </c:pt>
                <c:pt idx="594">
                  <c:v>40.205390000000001</c:v>
                </c:pt>
                <c:pt idx="595">
                  <c:v>40.089170000000003</c:v>
                </c:pt>
                <c:pt idx="596">
                  <c:v>39.704970000000003</c:v>
                </c:pt>
                <c:pt idx="597">
                  <c:v>39.145710000000001</c:v>
                </c:pt>
                <c:pt idx="598">
                  <c:v>38.283560000000001</c:v>
                </c:pt>
                <c:pt idx="599">
                  <c:v>37.494900000000001</c:v>
                </c:pt>
                <c:pt idx="600">
                  <c:v>36.81194</c:v>
                </c:pt>
                <c:pt idx="601">
                  <c:v>36.290430000000001</c:v>
                </c:pt>
                <c:pt idx="602">
                  <c:v>36.128079999999997</c:v>
                </c:pt>
                <c:pt idx="603">
                  <c:v>36.087850000000003</c:v>
                </c:pt>
                <c:pt idx="604">
                  <c:v>35.590159999999997</c:v>
                </c:pt>
                <c:pt idx="605">
                  <c:v>34.804580000000001</c:v>
                </c:pt>
                <c:pt idx="606">
                  <c:v>34.209980000000002</c:v>
                </c:pt>
                <c:pt idx="607">
                  <c:v>33.880890000000001</c:v>
                </c:pt>
                <c:pt idx="608">
                  <c:v>33.807299999999998</c:v>
                </c:pt>
                <c:pt idx="609">
                  <c:v>34.023069999999997</c:v>
                </c:pt>
                <c:pt idx="610">
                  <c:v>34.130699999999997</c:v>
                </c:pt>
                <c:pt idx="611">
                  <c:v>33.820320000000002</c:v>
                </c:pt>
                <c:pt idx="612">
                  <c:v>33.366619999999998</c:v>
                </c:pt>
                <c:pt idx="613">
                  <c:v>32.879330000000003</c:v>
                </c:pt>
                <c:pt idx="614">
                  <c:v>32.434429999999999</c:v>
                </c:pt>
                <c:pt idx="615">
                  <c:v>32.092550000000003</c:v>
                </c:pt>
                <c:pt idx="616">
                  <c:v>31.851220000000001</c:v>
                </c:pt>
                <c:pt idx="617">
                  <c:v>31.723700000000001</c:v>
                </c:pt>
                <c:pt idx="618">
                  <c:v>31.67699</c:v>
                </c:pt>
                <c:pt idx="619">
                  <c:v>31.57422</c:v>
                </c:pt>
                <c:pt idx="620">
                  <c:v>31.416370000000001</c:v>
                </c:pt>
                <c:pt idx="621">
                  <c:v>31.043299999999999</c:v>
                </c:pt>
                <c:pt idx="622">
                  <c:v>30.31607</c:v>
                </c:pt>
                <c:pt idx="623">
                  <c:v>29.69754</c:v>
                </c:pt>
                <c:pt idx="624">
                  <c:v>29.523219999999998</c:v>
                </c:pt>
                <c:pt idx="625">
                  <c:v>29.551359999999999</c:v>
                </c:pt>
                <c:pt idx="626">
                  <c:v>29.475020000000001</c:v>
                </c:pt>
                <c:pt idx="627">
                  <c:v>29.283519999999999</c:v>
                </c:pt>
                <c:pt idx="628">
                  <c:v>28.889109999999999</c:v>
                </c:pt>
                <c:pt idx="629">
                  <c:v>28.243569999999998</c:v>
                </c:pt>
                <c:pt idx="630">
                  <c:v>27.983799999999999</c:v>
                </c:pt>
                <c:pt idx="631">
                  <c:v>28.10576</c:v>
                </c:pt>
                <c:pt idx="632">
                  <c:v>28.294319999999999</c:v>
                </c:pt>
                <c:pt idx="633">
                  <c:v>28.48733</c:v>
                </c:pt>
                <c:pt idx="634">
                  <c:v>28.547409999999999</c:v>
                </c:pt>
                <c:pt idx="635">
                  <c:v>28.333379999999998</c:v>
                </c:pt>
                <c:pt idx="636">
                  <c:v>27.989409999999999</c:v>
                </c:pt>
                <c:pt idx="637">
                  <c:v>27.53426</c:v>
                </c:pt>
                <c:pt idx="638">
                  <c:v>27.072520000000001</c:v>
                </c:pt>
                <c:pt idx="639">
                  <c:v>26.990860000000001</c:v>
                </c:pt>
                <c:pt idx="640">
                  <c:v>27.131689999999999</c:v>
                </c:pt>
                <c:pt idx="641">
                  <c:v>27.092169999999999</c:v>
                </c:pt>
                <c:pt idx="642">
                  <c:v>26.732469999999999</c:v>
                </c:pt>
                <c:pt idx="643">
                  <c:v>26.534590000000001</c:v>
                </c:pt>
                <c:pt idx="644">
                  <c:v>26.601949999999999</c:v>
                </c:pt>
                <c:pt idx="645">
                  <c:v>26.577909999999999</c:v>
                </c:pt>
                <c:pt idx="646">
                  <c:v>26.326969999999999</c:v>
                </c:pt>
                <c:pt idx="647">
                  <c:v>25.991949999999999</c:v>
                </c:pt>
                <c:pt idx="648">
                  <c:v>25.687470000000001</c:v>
                </c:pt>
                <c:pt idx="649">
                  <c:v>25.419930000000001</c:v>
                </c:pt>
                <c:pt idx="650">
                  <c:v>25.174060000000001</c:v>
                </c:pt>
                <c:pt idx="651">
                  <c:v>24.970849999999999</c:v>
                </c:pt>
                <c:pt idx="652">
                  <c:v>24.938870000000001</c:v>
                </c:pt>
                <c:pt idx="653">
                  <c:v>25.043500000000002</c:v>
                </c:pt>
                <c:pt idx="654">
                  <c:v>25.010120000000001</c:v>
                </c:pt>
                <c:pt idx="655">
                  <c:v>24.767299999999999</c:v>
                </c:pt>
                <c:pt idx="656">
                  <c:v>24.64697</c:v>
                </c:pt>
                <c:pt idx="657">
                  <c:v>25.035150000000002</c:v>
                </c:pt>
                <c:pt idx="658">
                  <c:v>25.2334</c:v>
                </c:pt>
                <c:pt idx="659">
                  <c:v>25.036829999999998</c:v>
                </c:pt>
                <c:pt idx="660">
                  <c:v>24.651910000000001</c:v>
                </c:pt>
                <c:pt idx="661">
                  <c:v>24.29156</c:v>
                </c:pt>
                <c:pt idx="662">
                  <c:v>23.991109999999999</c:v>
                </c:pt>
                <c:pt idx="663">
                  <c:v>23.78173</c:v>
                </c:pt>
                <c:pt idx="664">
                  <c:v>23.68402</c:v>
                </c:pt>
                <c:pt idx="665">
                  <c:v>23.798490000000001</c:v>
                </c:pt>
                <c:pt idx="666">
                  <c:v>24.165150000000001</c:v>
                </c:pt>
                <c:pt idx="667">
                  <c:v>24.263999999999999</c:v>
                </c:pt>
                <c:pt idx="668">
                  <c:v>24.01361</c:v>
                </c:pt>
                <c:pt idx="669">
                  <c:v>23.764790000000001</c:v>
                </c:pt>
                <c:pt idx="670">
                  <c:v>23.846540000000001</c:v>
                </c:pt>
                <c:pt idx="671">
                  <c:v>23.892099999999999</c:v>
                </c:pt>
                <c:pt idx="672">
                  <c:v>23.697150000000001</c:v>
                </c:pt>
                <c:pt idx="673">
                  <c:v>23.431180000000001</c:v>
                </c:pt>
                <c:pt idx="674">
                  <c:v>23.334140000000001</c:v>
                </c:pt>
                <c:pt idx="675">
                  <c:v>23.341550000000002</c:v>
                </c:pt>
                <c:pt idx="676">
                  <c:v>23.251169999999998</c:v>
                </c:pt>
                <c:pt idx="677">
                  <c:v>23.092870000000001</c:v>
                </c:pt>
                <c:pt idx="678">
                  <c:v>23.09667</c:v>
                </c:pt>
                <c:pt idx="679">
                  <c:v>23.454789999999999</c:v>
                </c:pt>
                <c:pt idx="680">
                  <c:v>23.551749999999998</c:v>
                </c:pt>
                <c:pt idx="681">
                  <c:v>23.311710000000001</c:v>
                </c:pt>
                <c:pt idx="682">
                  <c:v>23.056889999999999</c:v>
                </c:pt>
                <c:pt idx="683">
                  <c:v>22.997409999999999</c:v>
                </c:pt>
                <c:pt idx="684">
                  <c:v>23.07189</c:v>
                </c:pt>
                <c:pt idx="685">
                  <c:v>23.408919999999998</c:v>
                </c:pt>
                <c:pt idx="686">
                  <c:v>23.731249999999999</c:v>
                </c:pt>
                <c:pt idx="687">
                  <c:v>23.63569</c:v>
                </c:pt>
                <c:pt idx="688">
                  <c:v>23.18336</c:v>
                </c:pt>
                <c:pt idx="689">
                  <c:v>22.909079999999999</c:v>
                </c:pt>
                <c:pt idx="690">
                  <c:v>22.799469999999999</c:v>
                </c:pt>
                <c:pt idx="691">
                  <c:v>22.765789999999999</c:v>
                </c:pt>
                <c:pt idx="692">
                  <c:v>22.7807</c:v>
                </c:pt>
                <c:pt idx="693">
                  <c:v>22.889209999999999</c:v>
                </c:pt>
                <c:pt idx="694">
                  <c:v>23.1511</c:v>
                </c:pt>
                <c:pt idx="695">
                  <c:v>23.309280000000001</c:v>
                </c:pt>
                <c:pt idx="696">
                  <c:v>23.124860000000002</c:v>
                </c:pt>
                <c:pt idx="697">
                  <c:v>22.830919999999999</c:v>
                </c:pt>
                <c:pt idx="698">
                  <c:v>22.707090000000001</c:v>
                </c:pt>
                <c:pt idx="699">
                  <c:v>22.653700000000001</c:v>
                </c:pt>
                <c:pt idx="700">
                  <c:v>22.505469999999999</c:v>
                </c:pt>
                <c:pt idx="701">
                  <c:v>22.260899999999999</c:v>
                </c:pt>
                <c:pt idx="702">
                  <c:v>22.258130000000001</c:v>
                </c:pt>
                <c:pt idx="703">
                  <c:v>22.45504</c:v>
                </c:pt>
                <c:pt idx="704">
                  <c:v>22.567440000000001</c:v>
                </c:pt>
                <c:pt idx="705">
                  <c:v>22.463380000000001</c:v>
                </c:pt>
                <c:pt idx="706">
                  <c:v>22.34019</c:v>
                </c:pt>
                <c:pt idx="707">
                  <c:v>22.226089999999999</c:v>
                </c:pt>
                <c:pt idx="708">
                  <c:v>22.173030000000001</c:v>
                </c:pt>
                <c:pt idx="709">
                  <c:v>22.231010000000001</c:v>
                </c:pt>
                <c:pt idx="710">
                  <c:v>22.322970000000002</c:v>
                </c:pt>
                <c:pt idx="711">
                  <c:v>22.29851</c:v>
                </c:pt>
                <c:pt idx="712">
                  <c:v>22.234359999999999</c:v>
                </c:pt>
                <c:pt idx="713">
                  <c:v>22.262509999999999</c:v>
                </c:pt>
                <c:pt idx="714">
                  <c:v>22.386289999999999</c:v>
                </c:pt>
                <c:pt idx="715">
                  <c:v>22.362179999999999</c:v>
                </c:pt>
                <c:pt idx="716">
                  <c:v>22.191669999999998</c:v>
                </c:pt>
                <c:pt idx="717">
                  <c:v>22.130189999999999</c:v>
                </c:pt>
                <c:pt idx="718">
                  <c:v>22.259360000000001</c:v>
                </c:pt>
                <c:pt idx="719">
                  <c:v>22.384679999999999</c:v>
                </c:pt>
                <c:pt idx="720">
                  <c:v>22.38795</c:v>
                </c:pt>
                <c:pt idx="721">
                  <c:v>22.35446</c:v>
                </c:pt>
                <c:pt idx="722">
                  <c:v>22.31044</c:v>
                </c:pt>
                <c:pt idx="723">
                  <c:v>22.26296</c:v>
                </c:pt>
                <c:pt idx="724">
                  <c:v>22.273399999999999</c:v>
                </c:pt>
                <c:pt idx="725">
                  <c:v>22.263539999999999</c:v>
                </c:pt>
                <c:pt idx="726">
                  <c:v>22.0107</c:v>
                </c:pt>
                <c:pt idx="727">
                  <c:v>21.562090000000001</c:v>
                </c:pt>
                <c:pt idx="728">
                  <c:v>21.46265</c:v>
                </c:pt>
                <c:pt idx="729">
                  <c:v>21.784980000000001</c:v>
                </c:pt>
                <c:pt idx="730">
                  <c:v>22.05039</c:v>
                </c:pt>
                <c:pt idx="731">
                  <c:v>22.195699999999999</c:v>
                </c:pt>
                <c:pt idx="732">
                  <c:v>22.219950000000001</c:v>
                </c:pt>
                <c:pt idx="733">
                  <c:v>21.969519999999999</c:v>
                </c:pt>
                <c:pt idx="734">
                  <c:v>21.79607</c:v>
                </c:pt>
                <c:pt idx="735">
                  <c:v>21.89312</c:v>
                </c:pt>
                <c:pt idx="736">
                  <c:v>22.08662</c:v>
                </c:pt>
                <c:pt idx="737">
                  <c:v>22.191299999999998</c:v>
                </c:pt>
                <c:pt idx="738">
                  <c:v>22.20975</c:v>
                </c:pt>
                <c:pt idx="739">
                  <c:v>22.097809999999999</c:v>
                </c:pt>
                <c:pt idx="740">
                  <c:v>21.90099</c:v>
                </c:pt>
                <c:pt idx="741">
                  <c:v>21.79485</c:v>
                </c:pt>
                <c:pt idx="742">
                  <c:v>21.822089999999999</c:v>
                </c:pt>
                <c:pt idx="743">
                  <c:v>21.883659999999999</c:v>
                </c:pt>
                <c:pt idx="744">
                  <c:v>21.97711</c:v>
                </c:pt>
                <c:pt idx="745">
                  <c:v>22.080880000000001</c:v>
                </c:pt>
                <c:pt idx="746">
                  <c:v>22.244620000000001</c:v>
                </c:pt>
                <c:pt idx="747">
                  <c:v>22.33549</c:v>
                </c:pt>
                <c:pt idx="748">
                  <c:v>22.204360000000001</c:v>
                </c:pt>
                <c:pt idx="749">
                  <c:v>22.025639999999999</c:v>
                </c:pt>
                <c:pt idx="750">
                  <c:v>21.908909999999999</c:v>
                </c:pt>
                <c:pt idx="751">
                  <c:v>21.868939999999998</c:v>
                </c:pt>
                <c:pt idx="752">
                  <c:v>22.048940000000002</c:v>
                </c:pt>
                <c:pt idx="753">
                  <c:v>22.33549</c:v>
                </c:pt>
                <c:pt idx="754">
                  <c:v>22.435970000000001</c:v>
                </c:pt>
                <c:pt idx="755">
                  <c:v>22.204879999999999</c:v>
                </c:pt>
                <c:pt idx="756">
                  <c:v>21.92963</c:v>
                </c:pt>
                <c:pt idx="757">
                  <c:v>21.588650000000001</c:v>
                </c:pt>
                <c:pt idx="758">
                  <c:v>21.403939999999999</c:v>
                </c:pt>
                <c:pt idx="759">
                  <c:v>21.4895</c:v>
                </c:pt>
                <c:pt idx="760">
                  <c:v>21.72148</c:v>
                </c:pt>
                <c:pt idx="761">
                  <c:v>22.159780000000001</c:v>
                </c:pt>
                <c:pt idx="762">
                  <c:v>22.527809999999999</c:v>
                </c:pt>
                <c:pt idx="763">
                  <c:v>22.619140000000002</c:v>
                </c:pt>
                <c:pt idx="764">
                  <c:v>22.523779999999999</c:v>
                </c:pt>
                <c:pt idx="765">
                  <c:v>22.51296</c:v>
                </c:pt>
                <c:pt idx="766">
                  <c:v>22.53988</c:v>
                </c:pt>
                <c:pt idx="767">
                  <c:v>22.474699999999999</c:v>
                </c:pt>
                <c:pt idx="768">
                  <c:v>22.284800000000001</c:v>
                </c:pt>
                <c:pt idx="769">
                  <c:v>22.182739999999999</c:v>
                </c:pt>
                <c:pt idx="770">
                  <c:v>22.19848</c:v>
                </c:pt>
                <c:pt idx="771">
                  <c:v>22.234549999999999</c:v>
                </c:pt>
                <c:pt idx="772">
                  <c:v>22.281230000000001</c:v>
                </c:pt>
                <c:pt idx="773">
                  <c:v>22.260909999999999</c:v>
                </c:pt>
                <c:pt idx="774">
                  <c:v>21.990749999999998</c:v>
                </c:pt>
                <c:pt idx="775">
                  <c:v>21.75357</c:v>
                </c:pt>
                <c:pt idx="776">
                  <c:v>21.71529</c:v>
                </c:pt>
                <c:pt idx="777">
                  <c:v>21.826149999999998</c:v>
                </c:pt>
                <c:pt idx="778">
                  <c:v>22.080279999999998</c:v>
                </c:pt>
                <c:pt idx="779">
                  <c:v>22.39969</c:v>
                </c:pt>
                <c:pt idx="780">
                  <c:v>22.53837</c:v>
                </c:pt>
                <c:pt idx="781">
                  <c:v>22.512740000000001</c:v>
                </c:pt>
                <c:pt idx="782">
                  <c:v>22.580380000000002</c:v>
                </c:pt>
                <c:pt idx="783">
                  <c:v>22.903580000000002</c:v>
                </c:pt>
                <c:pt idx="784">
                  <c:v>22.85886</c:v>
                </c:pt>
                <c:pt idx="785">
                  <c:v>22.350439999999999</c:v>
                </c:pt>
                <c:pt idx="786">
                  <c:v>22.000240000000002</c:v>
                </c:pt>
                <c:pt idx="787">
                  <c:v>22.520769999999999</c:v>
                </c:pt>
                <c:pt idx="788">
                  <c:v>23.090250000000001</c:v>
                </c:pt>
                <c:pt idx="789">
                  <c:v>23.177199999999999</c:v>
                </c:pt>
                <c:pt idx="790">
                  <c:v>23.06082</c:v>
                </c:pt>
                <c:pt idx="791">
                  <c:v>22.96705</c:v>
                </c:pt>
                <c:pt idx="792">
                  <c:v>22.876100000000001</c:v>
                </c:pt>
                <c:pt idx="793">
                  <c:v>22.669029999999999</c:v>
                </c:pt>
                <c:pt idx="794">
                  <c:v>22.413969999999999</c:v>
                </c:pt>
                <c:pt idx="795">
                  <c:v>22.302779999999998</c:v>
                </c:pt>
                <c:pt idx="796">
                  <c:v>22.430479999999999</c:v>
                </c:pt>
                <c:pt idx="797">
                  <c:v>22.586040000000001</c:v>
                </c:pt>
                <c:pt idx="798">
                  <c:v>22.776990000000001</c:v>
                </c:pt>
                <c:pt idx="799">
                  <c:v>22.897659999999998</c:v>
                </c:pt>
                <c:pt idx="800">
                  <c:v>22.851949999999999</c:v>
                </c:pt>
                <c:pt idx="801">
                  <c:v>22.818960000000001</c:v>
                </c:pt>
                <c:pt idx="802">
                  <c:v>22.93796</c:v>
                </c:pt>
                <c:pt idx="803">
                  <c:v>23.099789999999999</c:v>
                </c:pt>
                <c:pt idx="804">
                  <c:v>23.257860000000001</c:v>
                </c:pt>
                <c:pt idx="805">
                  <c:v>23.386140000000001</c:v>
                </c:pt>
                <c:pt idx="806">
                  <c:v>23.353269999999998</c:v>
                </c:pt>
                <c:pt idx="807">
                  <c:v>23.261579999999999</c:v>
                </c:pt>
                <c:pt idx="808">
                  <c:v>23.353010000000001</c:v>
                </c:pt>
                <c:pt idx="809">
                  <c:v>23.6873</c:v>
                </c:pt>
                <c:pt idx="810">
                  <c:v>23.696619999999999</c:v>
                </c:pt>
                <c:pt idx="811">
                  <c:v>23.328220000000002</c:v>
                </c:pt>
                <c:pt idx="812">
                  <c:v>23.196439999999999</c:v>
                </c:pt>
                <c:pt idx="813">
                  <c:v>23.48321</c:v>
                </c:pt>
                <c:pt idx="814">
                  <c:v>23.727080000000001</c:v>
                </c:pt>
                <c:pt idx="815">
                  <c:v>23.415990000000001</c:v>
                </c:pt>
                <c:pt idx="816">
                  <c:v>23.233560000000001</c:v>
                </c:pt>
                <c:pt idx="817">
                  <c:v>23.49794</c:v>
                </c:pt>
                <c:pt idx="818">
                  <c:v>23.944089999999999</c:v>
                </c:pt>
                <c:pt idx="819">
                  <c:v>24.232420000000001</c:v>
                </c:pt>
                <c:pt idx="820">
                  <c:v>24.395810000000001</c:v>
                </c:pt>
                <c:pt idx="821">
                  <c:v>24.450510000000001</c:v>
                </c:pt>
                <c:pt idx="822">
                  <c:v>24.431280000000001</c:v>
                </c:pt>
                <c:pt idx="823">
                  <c:v>24.480090000000001</c:v>
                </c:pt>
                <c:pt idx="824">
                  <c:v>24.612159999999999</c:v>
                </c:pt>
                <c:pt idx="825">
                  <c:v>24.710329999999999</c:v>
                </c:pt>
                <c:pt idx="826">
                  <c:v>24.767410000000002</c:v>
                </c:pt>
                <c:pt idx="827">
                  <c:v>24.811450000000001</c:v>
                </c:pt>
                <c:pt idx="828">
                  <c:v>24.894639999999999</c:v>
                </c:pt>
                <c:pt idx="829">
                  <c:v>24.912099999999999</c:v>
                </c:pt>
                <c:pt idx="830">
                  <c:v>24.83624</c:v>
                </c:pt>
                <c:pt idx="831">
                  <c:v>24.706959999999999</c:v>
                </c:pt>
                <c:pt idx="832">
                  <c:v>24.476189999999999</c:v>
                </c:pt>
                <c:pt idx="833">
                  <c:v>24.273579999999999</c:v>
                </c:pt>
                <c:pt idx="834">
                  <c:v>24.415489999999998</c:v>
                </c:pt>
                <c:pt idx="835">
                  <c:v>24.688020000000002</c:v>
                </c:pt>
                <c:pt idx="836">
                  <c:v>24.665369999999999</c:v>
                </c:pt>
                <c:pt idx="837">
                  <c:v>24.325199999999999</c:v>
                </c:pt>
                <c:pt idx="838">
                  <c:v>24.503640000000001</c:v>
                </c:pt>
                <c:pt idx="839">
                  <c:v>25.113849999999999</c:v>
                </c:pt>
                <c:pt idx="840">
                  <c:v>25.612639999999999</c:v>
                </c:pt>
                <c:pt idx="841">
                  <c:v>25.830020000000001</c:v>
                </c:pt>
                <c:pt idx="842">
                  <c:v>25.82329</c:v>
                </c:pt>
                <c:pt idx="843">
                  <c:v>25.50592</c:v>
                </c:pt>
                <c:pt idx="844">
                  <c:v>25.24192</c:v>
                </c:pt>
                <c:pt idx="845">
                  <c:v>25.173220000000001</c:v>
                </c:pt>
                <c:pt idx="846">
                  <c:v>25.210229999999999</c:v>
                </c:pt>
                <c:pt idx="847">
                  <c:v>25.242999999999999</c:v>
                </c:pt>
                <c:pt idx="848">
                  <c:v>25.318490000000001</c:v>
                </c:pt>
                <c:pt idx="849">
                  <c:v>25.538900000000002</c:v>
                </c:pt>
                <c:pt idx="850">
                  <c:v>25.827919999999999</c:v>
                </c:pt>
                <c:pt idx="851">
                  <c:v>25.925789999999999</c:v>
                </c:pt>
                <c:pt idx="852">
                  <c:v>25.89658</c:v>
                </c:pt>
                <c:pt idx="853">
                  <c:v>26.066040000000001</c:v>
                </c:pt>
                <c:pt idx="854">
                  <c:v>26.459340000000001</c:v>
                </c:pt>
                <c:pt idx="855">
                  <c:v>26.719740000000002</c:v>
                </c:pt>
                <c:pt idx="856">
                  <c:v>26.742419999999999</c:v>
                </c:pt>
                <c:pt idx="857">
                  <c:v>26.615020000000001</c:v>
                </c:pt>
                <c:pt idx="858">
                  <c:v>26.31007</c:v>
                </c:pt>
                <c:pt idx="859">
                  <c:v>26.126159999999999</c:v>
                </c:pt>
                <c:pt idx="860">
                  <c:v>26.407340000000001</c:v>
                </c:pt>
                <c:pt idx="861">
                  <c:v>26.814689999999999</c:v>
                </c:pt>
                <c:pt idx="862">
                  <c:v>27.220880000000001</c:v>
                </c:pt>
                <c:pt idx="863">
                  <c:v>27.519120000000001</c:v>
                </c:pt>
                <c:pt idx="864">
                  <c:v>27.54374</c:v>
                </c:pt>
                <c:pt idx="865">
                  <c:v>27.372509999999998</c:v>
                </c:pt>
                <c:pt idx="866">
                  <c:v>27.261749999999999</c:v>
                </c:pt>
                <c:pt idx="867">
                  <c:v>27.196850000000001</c:v>
                </c:pt>
                <c:pt idx="868">
                  <c:v>27.120329999999999</c:v>
                </c:pt>
                <c:pt idx="869">
                  <c:v>26.996110000000002</c:v>
                </c:pt>
                <c:pt idx="870">
                  <c:v>26.928660000000001</c:v>
                </c:pt>
                <c:pt idx="871">
                  <c:v>26.916370000000001</c:v>
                </c:pt>
                <c:pt idx="872">
                  <c:v>27.05029</c:v>
                </c:pt>
                <c:pt idx="873">
                  <c:v>27.452729999999999</c:v>
                </c:pt>
                <c:pt idx="874">
                  <c:v>27.814959999999999</c:v>
                </c:pt>
                <c:pt idx="875">
                  <c:v>27.976759999999999</c:v>
                </c:pt>
                <c:pt idx="876">
                  <c:v>27.988060000000001</c:v>
                </c:pt>
                <c:pt idx="877">
                  <c:v>27.758610000000001</c:v>
                </c:pt>
                <c:pt idx="878">
                  <c:v>27.55884</c:v>
                </c:pt>
                <c:pt idx="879">
                  <c:v>28.08267</c:v>
                </c:pt>
                <c:pt idx="880">
                  <c:v>28.861450000000001</c:v>
                </c:pt>
                <c:pt idx="881">
                  <c:v>29.223130000000001</c:v>
                </c:pt>
                <c:pt idx="882">
                  <c:v>29.149660000000001</c:v>
                </c:pt>
                <c:pt idx="883">
                  <c:v>28.9375</c:v>
                </c:pt>
                <c:pt idx="884">
                  <c:v>28.616440000000001</c:v>
                </c:pt>
                <c:pt idx="885">
                  <c:v>28.71659</c:v>
                </c:pt>
                <c:pt idx="886">
                  <c:v>29.322430000000001</c:v>
                </c:pt>
                <c:pt idx="887">
                  <c:v>29.912400000000002</c:v>
                </c:pt>
                <c:pt idx="888">
                  <c:v>30.317209999999999</c:v>
                </c:pt>
                <c:pt idx="889">
                  <c:v>30.510809999999999</c:v>
                </c:pt>
                <c:pt idx="890">
                  <c:v>30.454239999999999</c:v>
                </c:pt>
                <c:pt idx="891">
                  <c:v>30.31138</c:v>
                </c:pt>
                <c:pt idx="892">
                  <c:v>30.096679999999999</c:v>
                </c:pt>
                <c:pt idx="893">
                  <c:v>30.02205</c:v>
                </c:pt>
                <c:pt idx="894">
                  <c:v>30.426469999999998</c:v>
                </c:pt>
                <c:pt idx="895">
                  <c:v>31.011859999999999</c:v>
                </c:pt>
                <c:pt idx="896">
                  <c:v>31.366969999999998</c:v>
                </c:pt>
                <c:pt idx="897">
                  <c:v>31.519629999999999</c:v>
                </c:pt>
                <c:pt idx="898">
                  <c:v>31.462199999999999</c:v>
                </c:pt>
                <c:pt idx="899">
                  <c:v>31.31626</c:v>
                </c:pt>
                <c:pt idx="900">
                  <c:v>31.47063</c:v>
                </c:pt>
                <c:pt idx="901">
                  <c:v>32.260649999999998</c:v>
                </c:pt>
                <c:pt idx="902">
                  <c:v>32.768599999999999</c:v>
                </c:pt>
                <c:pt idx="903">
                  <c:v>32.992899999999999</c:v>
                </c:pt>
                <c:pt idx="904">
                  <c:v>33.241019999999999</c:v>
                </c:pt>
                <c:pt idx="905">
                  <c:v>33.694870000000002</c:v>
                </c:pt>
                <c:pt idx="906">
                  <c:v>34.04466</c:v>
                </c:pt>
                <c:pt idx="907">
                  <c:v>33.895209999999999</c:v>
                </c:pt>
                <c:pt idx="908">
                  <c:v>33.800939999999997</c:v>
                </c:pt>
                <c:pt idx="909">
                  <c:v>34.072789999999998</c:v>
                </c:pt>
                <c:pt idx="910">
                  <c:v>34.543930000000003</c:v>
                </c:pt>
                <c:pt idx="911">
                  <c:v>34.848820000000003</c:v>
                </c:pt>
                <c:pt idx="912">
                  <c:v>35.080179999999999</c:v>
                </c:pt>
                <c:pt idx="913">
                  <c:v>35.367690000000003</c:v>
                </c:pt>
                <c:pt idx="914">
                  <c:v>35.753549999999997</c:v>
                </c:pt>
                <c:pt idx="915">
                  <c:v>36.218760000000003</c:v>
                </c:pt>
                <c:pt idx="916">
                  <c:v>36.715110000000003</c:v>
                </c:pt>
                <c:pt idx="917">
                  <c:v>36.770980000000002</c:v>
                </c:pt>
                <c:pt idx="918">
                  <c:v>36.386229999999998</c:v>
                </c:pt>
                <c:pt idx="919">
                  <c:v>36.263530000000003</c:v>
                </c:pt>
                <c:pt idx="920">
                  <c:v>36.939570000000003</c:v>
                </c:pt>
                <c:pt idx="921">
                  <c:v>37.5944</c:v>
                </c:pt>
                <c:pt idx="922">
                  <c:v>38.11439</c:v>
                </c:pt>
                <c:pt idx="923">
                  <c:v>38.571069999999999</c:v>
                </c:pt>
                <c:pt idx="924">
                  <c:v>38.986199999999997</c:v>
                </c:pt>
                <c:pt idx="925">
                  <c:v>39.438760000000002</c:v>
                </c:pt>
                <c:pt idx="926">
                  <c:v>40.058799999999998</c:v>
                </c:pt>
                <c:pt idx="927">
                  <c:v>40.708640000000003</c:v>
                </c:pt>
                <c:pt idx="928">
                  <c:v>41.181330000000003</c:v>
                </c:pt>
                <c:pt idx="929">
                  <c:v>41.537590000000002</c:v>
                </c:pt>
                <c:pt idx="930">
                  <c:v>42.059370000000001</c:v>
                </c:pt>
                <c:pt idx="931">
                  <c:v>42.690480000000001</c:v>
                </c:pt>
                <c:pt idx="932">
                  <c:v>43.336010000000002</c:v>
                </c:pt>
                <c:pt idx="933">
                  <c:v>43.982610000000001</c:v>
                </c:pt>
                <c:pt idx="934">
                  <c:v>44.6678</c:v>
                </c:pt>
                <c:pt idx="935">
                  <c:v>45.399859999999997</c:v>
                </c:pt>
                <c:pt idx="936">
                  <c:v>46.063980000000001</c:v>
                </c:pt>
                <c:pt idx="937">
                  <c:v>46.566609999999997</c:v>
                </c:pt>
                <c:pt idx="938">
                  <c:v>47.096960000000003</c:v>
                </c:pt>
                <c:pt idx="939">
                  <c:v>47.749569999999999</c:v>
                </c:pt>
                <c:pt idx="940">
                  <c:v>48.577719999999999</c:v>
                </c:pt>
                <c:pt idx="941">
                  <c:v>49.476590000000002</c:v>
                </c:pt>
                <c:pt idx="942">
                  <c:v>50.384860000000003</c:v>
                </c:pt>
                <c:pt idx="943">
                  <c:v>51.397120000000001</c:v>
                </c:pt>
                <c:pt idx="944">
                  <c:v>52.573889999999999</c:v>
                </c:pt>
                <c:pt idx="945">
                  <c:v>53.812339999999999</c:v>
                </c:pt>
                <c:pt idx="946">
                  <c:v>54.924300000000002</c:v>
                </c:pt>
                <c:pt idx="947">
                  <c:v>55.889609999999998</c:v>
                </c:pt>
                <c:pt idx="948">
                  <c:v>57.001080000000002</c:v>
                </c:pt>
                <c:pt idx="949">
                  <c:v>58.468310000000002</c:v>
                </c:pt>
                <c:pt idx="950">
                  <c:v>59.723509999999997</c:v>
                </c:pt>
                <c:pt idx="951">
                  <c:v>60.732280000000003</c:v>
                </c:pt>
                <c:pt idx="952">
                  <c:v>61.927390000000003</c:v>
                </c:pt>
                <c:pt idx="953">
                  <c:v>63.478290000000001</c:v>
                </c:pt>
                <c:pt idx="954">
                  <c:v>65.009640000000005</c:v>
                </c:pt>
                <c:pt idx="955">
                  <c:v>66.667699999999996</c:v>
                </c:pt>
                <c:pt idx="956">
                  <c:v>68.805019999999999</c:v>
                </c:pt>
                <c:pt idx="957">
                  <c:v>71.045599999999993</c:v>
                </c:pt>
                <c:pt idx="958">
                  <c:v>72.731679999999997</c:v>
                </c:pt>
                <c:pt idx="959">
                  <c:v>74.505250000000004</c:v>
                </c:pt>
                <c:pt idx="960">
                  <c:v>76.89076</c:v>
                </c:pt>
                <c:pt idx="961">
                  <c:v>79.503050000000002</c:v>
                </c:pt>
                <c:pt idx="962">
                  <c:v>81.963200000000001</c:v>
                </c:pt>
                <c:pt idx="963">
                  <c:v>84.737700000000004</c:v>
                </c:pt>
                <c:pt idx="964">
                  <c:v>88.044290000000004</c:v>
                </c:pt>
                <c:pt idx="965">
                  <c:v>91.221149999999994</c:v>
                </c:pt>
                <c:pt idx="966">
                  <c:v>94.393079999999998</c:v>
                </c:pt>
                <c:pt idx="967">
                  <c:v>97.811580000000006</c:v>
                </c:pt>
                <c:pt idx="968">
                  <c:v>101.4806</c:v>
                </c:pt>
                <c:pt idx="969">
                  <c:v>105.2011</c:v>
                </c:pt>
                <c:pt idx="970">
                  <c:v>108.85769999999999</c:v>
                </c:pt>
                <c:pt idx="971">
                  <c:v>112.9114</c:v>
                </c:pt>
                <c:pt idx="972">
                  <c:v>117.65349999999999</c:v>
                </c:pt>
                <c:pt idx="973">
                  <c:v>122.99039999999999</c:v>
                </c:pt>
                <c:pt idx="974">
                  <c:v>127.99760000000001</c:v>
                </c:pt>
                <c:pt idx="975">
                  <c:v>133.24850000000001</c:v>
                </c:pt>
                <c:pt idx="976">
                  <c:v>138.67240000000001</c:v>
                </c:pt>
                <c:pt idx="977">
                  <c:v>144.37520000000001</c:v>
                </c:pt>
                <c:pt idx="978">
                  <c:v>149.53809999999999</c:v>
                </c:pt>
                <c:pt idx="979">
                  <c:v>154.239</c:v>
                </c:pt>
                <c:pt idx="980">
                  <c:v>159.0668</c:v>
                </c:pt>
                <c:pt idx="981">
                  <c:v>164.77109999999999</c:v>
                </c:pt>
                <c:pt idx="982">
                  <c:v>170.82980000000001</c:v>
                </c:pt>
                <c:pt idx="983">
                  <c:v>176.5778</c:v>
                </c:pt>
                <c:pt idx="984">
                  <c:v>182.19589999999999</c:v>
                </c:pt>
                <c:pt idx="985">
                  <c:v>187.7561</c:v>
                </c:pt>
                <c:pt idx="986">
                  <c:v>193.18530000000001</c:v>
                </c:pt>
                <c:pt idx="987">
                  <c:v>197.98099999999999</c:v>
                </c:pt>
                <c:pt idx="988">
                  <c:v>201.93700000000001</c:v>
                </c:pt>
                <c:pt idx="989">
                  <c:v>205.06479999999999</c:v>
                </c:pt>
                <c:pt idx="990">
                  <c:v>207.40960000000001</c:v>
                </c:pt>
                <c:pt idx="991">
                  <c:v>208.93180000000001</c:v>
                </c:pt>
                <c:pt idx="992">
                  <c:v>209.47730000000001</c:v>
                </c:pt>
                <c:pt idx="993">
                  <c:v>209.3929</c:v>
                </c:pt>
                <c:pt idx="994">
                  <c:v>209.28399999999999</c:v>
                </c:pt>
                <c:pt idx="995">
                  <c:v>208.57169999999999</c:v>
                </c:pt>
                <c:pt idx="996">
                  <c:v>206.7552</c:v>
                </c:pt>
                <c:pt idx="997">
                  <c:v>204.04339999999999</c:v>
                </c:pt>
                <c:pt idx="998">
                  <c:v>200.6919</c:v>
                </c:pt>
                <c:pt idx="999">
                  <c:v>196.7371</c:v>
                </c:pt>
                <c:pt idx="1000">
                  <c:v>192.29140000000001</c:v>
                </c:pt>
                <c:pt idx="1001">
                  <c:v>187.57919999999999</c:v>
                </c:pt>
                <c:pt idx="1002">
                  <c:v>182.27119999999999</c:v>
                </c:pt>
                <c:pt idx="1003">
                  <c:v>176.22040000000001</c:v>
                </c:pt>
                <c:pt idx="1004">
                  <c:v>169.6636</c:v>
                </c:pt>
                <c:pt idx="1005">
                  <c:v>163.11699999999999</c:v>
                </c:pt>
                <c:pt idx="1006">
                  <c:v>156.72989999999999</c:v>
                </c:pt>
                <c:pt idx="1007">
                  <c:v>150.65629999999999</c:v>
                </c:pt>
                <c:pt idx="1008">
                  <c:v>145.05860000000001</c:v>
                </c:pt>
                <c:pt idx="1009">
                  <c:v>139.70099999999999</c:v>
                </c:pt>
                <c:pt idx="1010">
                  <c:v>134.80289999999999</c:v>
                </c:pt>
                <c:pt idx="1011">
                  <c:v>130.2158</c:v>
                </c:pt>
                <c:pt idx="1012">
                  <c:v>125.6681</c:v>
                </c:pt>
                <c:pt idx="1013">
                  <c:v>121.1495</c:v>
                </c:pt>
                <c:pt idx="1014">
                  <c:v>117.0284</c:v>
                </c:pt>
                <c:pt idx="1015">
                  <c:v>113.0741</c:v>
                </c:pt>
                <c:pt idx="1016">
                  <c:v>109.02679999999999</c:v>
                </c:pt>
                <c:pt idx="1017">
                  <c:v>104.9757</c:v>
                </c:pt>
                <c:pt idx="1018">
                  <c:v>101.1249</c:v>
                </c:pt>
                <c:pt idx="1019">
                  <c:v>97.422439999999995</c:v>
                </c:pt>
                <c:pt idx="1020">
                  <c:v>94.212010000000006</c:v>
                </c:pt>
                <c:pt idx="1021">
                  <c:v>91.852940000000004</c:v>
                </c:pt>
                <c:pt idx="1022">
                  <c:v>89.320419999999999</c:v>
                </c:pt>
                <c:pt idx="1023">
                  <c:v>86.45026</c:v>
                </c:pt>
                <c:pt idx="1024">
                  <c:v>83.702389999999994</c:v>
                </c:pt>
                <c:pt idx="1025">
                  <c:v>81.263440000000003</c:v>
                </c:pt>
                <c:pt idx="1026">
                  <c:v>79.134770000000003</c:v>
                </c:pt>
                <c:pt idx="1027">
                  <c:v>77.411100000000005</c:v>
                </c:pt>
                <c:pt idx="1028">
                  <c:v>75.868970000000004</c:v>
                </c:pt>
                <c:pt idx="1029">
                  <c:v>74.109729999999999</c:v>
                </c:pt>
                <c:pt idx="1030">
                  <c:v>72.234719999999996</c:v>
                </c:pt>
                <c:pt idx="1031">
                  <c:v>70.412409999999994</c:v>
                </c:pt>
                <c:pt idx="1032">
                  <c:v>68.615620000000007</c:v>
                </c:pt>
                <c:pt idx="1033">
                  <c:v>67.185410000000005</c:v>
                </c:pt>
                <c:pt idx="1034">
                  <c:v>66.206890000000001</c:v>
                </c:pt>
                <c:pt idx="1035">
                  <c:v>65.305260000000004</c:v>
                </c:pt>
                <c:pt idx="1036">
                  <c:v>64.363129999999998</c:v>
                </c:pt>
                <c:pt idx="1037">
                  <c:v>63.410080000000001</c:v>
                </c:pt>
                <c:pt idx="1038">
                  <c:v>62.594839999999998</c:v>
                </c:pt>
                <c:pt idx="1039">
                  <c:v>61.668010000000002</c:v>
                </c:pt>
                <c:pt idx="1040">
                  <c:v>60.276969999999999</c:v>
                </c:pt>
                <c:pt idx="1041">
                  <c:v>58.61159</c:v>
                </c:pt>
                <c:pt idx="1042">
                  <c:v>57.74183</c:v>
                </c:pt>
                <c:pt idx="1043">
                  <c:v>57.47052</c:v>
                </c:pt>
                <c:pt idx="1044">
                  <c:v>57.097659999999998</c:v>
                </c:pt>
                <c:pt idx="1045">
                  <c:v>56.361969999999999</c:v>
                </c:pt>
                <c:pt idx="1046">
                  <c:v>55.66283</c:v>
                </c:pt>
                <c:pt idx="1047">
                  <c:v>55.031199999999998</c:v>
                </c:pt>
                <c:pt idx="1048">
                  <c:v>54.336219999999997</c:v>
                </c:pt>
                <c:pt idx="1049">
                  <c:v>53.287860000000002</c:v>
                </c:pt>
                <c:pt idx="1050">
                  <c:v>52.346080000000001</c:v>
                </c:pt>
                <c:pt idx="1051">
                  <c:v>51.887869999999999</c:v>
                </c:pt>
                <c:pt idx="1052">
                  <c:v>51.700209999999998</c:v>
                </c:pt>
                <c:pt idx="1053">
                  <c:v>51.407040000000002</c:v>
                </c:pt>
                <c:pt idx="1054">
                  <c:v>51.098269999999999</c:v>
                </c:pt>
                <c:pt idx="1055">
                  <c:v>51.118540000000003</c:v>
                </c:pt>
                <c:pt idx="1056">
                  <c:v>51.55706</c:v>
                </c:pt>
                <c:pt idx="1057">
                  <c:v>51.607170000000004</c:v>
                </c:pt>
                <c:pt idx="1058">
                  <c:v>51.13409</c:v>
                </c:pt>
                <c:pt idx="1059">
                  <c:v>50.573549999999997</c:v>
                </c:pt>
                <c:pt idx="1060">
                  <c:v>50.038820000000001</c:v>
                </c:pt>
                <c:pt idx="1061">
                  <c:v>49.547020000000003</c:v>
                </c:pt>
                <c:pt idx="1062">
                  <c:v>48.97777</c:v>
                </c:pt>
                <c:pt idx="1063">
                  <c:v>48.596130000000002</c:v>
                </c:pt>
                <c:pt idx="1064">
                  <c:v>48.628410000000002</c:v>
                </c:pt>
                <c:pt idx="1065">
                  <c:v>49.00029</c:v>
                </c:pt>
                <c:pt idx="1066">
                  <c:v>49.511809999999997</c:v>
                </c:pt>
                <c:pt idx="1067">
                  <c:v>50.057859999999998</c:v>
                </c:pt>
                <c:pt idx="1068">
                  <c:v>50.269260000000003</c:v>
                </c:pt>
                <c:pt idx="1069">
                  <c:v>49.768889999999999</c:v>
                </c:pt>
                <c:pt idx="1070">
                  <c:v>49.485550000000003</c:v>
                </c:pt>
                <c:pt idx="1071">
                  <c:v>49.467700000000001</c:v>
                </c:pt>
                <c:pt idx="1072">
                  <c:v>49.437130000000003</c:v>
                </c:pt>
                <c:pt idx="1073">
                  <c:v>49.132100000000001</c:v>
                </c:pt>
                <c:pt idx="1074">
                  <c:v>48.796390000000002</c:v>
                </c:pt>
                <c:pt idx="1075">
                  <c:v>48.642829999999996</c:v>
                </c:pt>
                <c:pt idx="1076">
                  <c:v>48.519120000000001</c:v>
                </c:pt>
                <c:pt idx="1077">
                  <c:v>48.26155</c:v>
                </c:pt>
                <c:pt idx="1078">
                  <c:v>47.844720000000002</c:v>
                </c:pt>
                <c:pt idx="1079">
                  <c:v>47.098999999999997</c:v>
                </c:pt>
                <c:pt idx="1080">
                  <c:v>46.018070000000002</c:v>
                </c:pt>
                <c:pt idx="1081">
                  <c:v>45.242669999999997</c:v>
                </c:pt>
                <c:pt idx="1082">
                  <c:v>44.958460000000002</c:v>
                </c:pt>
                <c:pt idx="1083">
                  <c:v>44.366309999999999</c:v>
                </c:pt>
                <c:pt idx="1084">
                  <c:v>43.18974</c:v>
                </c:pt>
                <c:pt idx="1085">
                  <c:v>41.961410000000001</c:v>
                </c:pt>
                <c:pt idx="1086">
                  <c:v>41.27158</c:v>
                </c:pt>
                <c:pt idx="1087">
                  <c:v>40.548029999999997</c:v>
                </c:pt>
                <c:pt idx="1088">
                  <c:v>39.343339999999998</c:v>
                </c:pt>
                <c:pt idx="1089">
                  <c:v>37.852890000000002</c:v>
                </c:pt>
                <c:pt idx="1090">
                  <c:v>36.728760000000001</c:v>
                </c:pt>
                <c:pt idx="1091">
                  <c:v>35.814950000000003</c:v>
                </c:pt>
                <c:pt idx="1092">
                  <c:v>34.745910000000002</c:v>
                </c:pt>
                <c:pt idx="1093">
                  <c:v>33.322490000000002</c:v>
                </c:pt>
                <c:pt idx="1094">
                  <c:v>32.026049999999998</c:v>
                </c:pt>
                <c:pt idx="1095">
                  <c:v>30.845759999999999</c:v>
                </c:pt>
                <c:pt idx="1096">
                  <c:v>29.82788</c:v>
                </c:pt>
                <c:pt idx="1097">
                  <c:v>29.04081</c:v>
                </c:pt>
                <c:pt idx="1098">
                  <c:v>28.344550000000002</c:v>
                </c:pt>
                <c:pt idx="1099">
                  <c:v>27.69004</c:v>
                </c:pt>
                <c:pt idx="1100">
                  <c:v>27.05143</c:v>
                </c:pt>
                <c:pt idx="1101">
                  <c:v>26.41264</c:v>
                </c:pt>
                <c:pt idx="1102">
                  <c:v>25.772220000000001</c:v>
                </c:pt>
                <c:pt idx="1103">
                  <c:v>25.122229999999998</c:v>
                </c:pt>
                <c:pt idx="1104">
                  <c:v>24.475960000000001</c:v>
                </c:pt>
                <c:pt idx="1105">
                  <c:v>23.914339999999999</c:v>
                </c:pt>
                <c:pt idx="1106">
                  <c:v>23.445900000000002</c:v>
                </c:pt>
                <c:pt idx="1107">
                  <c:v>22.97147</c:v>
                </c:pt>
                <c:pt idx="1108">
                  <c:v>22.464359999999999</c:v>
                </c:pt>
                <c:pt idx="1109">
                  <c:v>22.01474</c:v>
                </c:pt>
                <c:pt idx="1110">
                  <c:v>21.705819999999999</c:v>
                </c:pt>
                <c:pt idx="1111">
                  <c:v>21.443899999999999</c:v>
                </c:pt>
                <c:pt idx="1112">
                  <c:v>21.189139999999998</c:v>
                </c:pt>
                <c:pt idx="1113">
                  <c:v>20.943280000000001</c:v>
                </c:pt>
                <c:pt idx="1114">
                  <c:v>20.737829999999999</c:v>
                </c:pt>
                <c:pt idx="1115">
                  <c:v>20.537030000000001</c:v>
                </c:pt>
                <c:pt idx="1116">
                  <c:v>20.246200000000002</c:v>
                </c:pt>
                <c:pt idx="1117">
                  <c:v>19.842829999999999</c:v>
                </c:pt>
                <c:pt idx="1118">
                  <c:v>19.67456</c:v>
                </c:pt>
                <c:pt idx="1119">
                  <c:v>19.728909999999999</c:v>
                </c:pt>
                <c:pt idx="1120">
                  <c:v>19.70391</c:v>
                </c:pt>
                <c:pt idx="1121">
                  <c:v>19.42679</c:v>
                </c:pt>
                <c:pt idx="1122">
                  <c:v>19.13682</c:v>
                </c:pt>
                <c:pt idx="1123">
                  <c:v>18.912669999999999</c:v>
                </c:pt>
                <c:pt idx="1124">
                  <c:v>18.684059999999999</c:v>
                </c:pt>
                <c:pt idx="1125">
                  <c:v>18.321580000000001</c:v>
                </c:pt>
                <c:pt idx="1126">
                  <c:v>17.981629999999999</c:v>
                </c:pt>
                <c:pt idx="1127">
                  <c:v>17.968540000000001</c:v>
                </c:pt>
                <c:pt idx="1128">
                  <c:v>18.135950000000001</c:v>
                </c:pt>
                <c:pt idx="1129">
                  <c:v>18.136849999999999</c:v>
                </c:pt>
                <c:pt idx="1130">
                  <c:v>17.96247</c:v>
                </c:pt>
                <c:pt idx="1131">
                  <c:v>17.782309999999999</c:v>
                </c:pt>
                <c:pt idx="1132">
                  <c:v>17.60914</c:v>
                </c:pt>
                <c:pt idx="1133">
                  <c:v>17.521999999999998</c:v>
                </c:pt>
                <c:pt idx="1134">
                  <c:v>17.72636</c:v>
                </c:pt>
                <c:pt idx="1135">
                  <c:v>17.743120000000001</c:v>
                </c:pt>
                <c:pt idx="1136">
                  <c:v>17.446940000000001</c:v>
                </c:pt>
                <c:pt idx="1137">
                  <c:v>17.0884</c:v>
                </c:pt>
                <c:pt idx="1138">
                  <c:v>16.92634</c:v>
                </c:pt>
                <c:pt idx="1139">
                  <c:v>16.867750000000001</c:v>
                </c:pt>
                <c:pt idx="1140">
                  <c:v>16.848289999999999</c:v>
                </c:pt>
                <c:pt idx="1141">
                  <c:v>16.847999999999999</c:v>
                </c:pt>
                <c:pt idx="1142">
                  <c:v>16.87593</c:v>
                </c:pt>
                <c:pt idx="1143">
                  <c:v>16.892510000000001</c:v>
                </c:pt>
                <c:pt idx="1144">
                  <c:v>16.679950000000002</c:v>
                </c:pt>
                <c:pt idx="1145">
                  <c:v>16.093240000000002</c:v>
                </c:pt>
                <c:pt idx="1146">
                  <c:v>15.864660000000001</c:v>
                </c:pt>
                <c:pt idx="1147">
                  <c:v>16.17154</c:v>
                </c:pt>
                <c:pt idx="1148">
                  <c:v>16.40699</c:v>
                </c:pt>
                <c:pt idx="1149">
                  <c:v>16.3353</c:v>
                </c:pt>
                <c:pt idx="1150">
                  <c:v>16.08202</c:v>
                </c:pt>
                <c:pt idx="1151">
                  <c:v>15.514860000000001</c:v>
                </c:pt>
                <c:pt idx="1152">
                  <c:v>15.04682</c:v>
                </c:pt>
                <c:pt idx="1153">
                  <c:v>15.132759999999999</c:v>
                </c:pt>
                <c:pt idx="1154">
                  <c:v>15.59324</c:v>
                </c:pt>
                <c:pt idx="1155">
                  <c:v>15.692539999999999</c:v>
                </c:pt>
                <c:pt idx="1156">
                  <c:v>15.5024</c:v>
                </c:pt>
                <c:pt idx="1157">
                  <c:v>15.22105</c:v>
                </c:pt>
                <c:pt idx="1158">
                  <c:v>14.80461</c:v>
                </c:pt>
                <c:pt idx="1159">
                  <c:v>14.582420000000001</c:v>
                </c:pt>
                <c:pt idx="1160">
                  <c:v>14.573410000000001</c:v>
                </c:pt>
                <c:pt idx="1161">
                  <c:v>14.58488</c:v>
                </c:pt>
                <c:pt idx="1162">
                  <c:v>14.46678</c:v>
                </c:pt>
                <c:pt idx="1163">
                  <c:v>14.36772</c:v>
                </c:pt>
                <c:pt idx="1164">
                  <c:v>14.35961</c:v>
                </c:pt>
                <c:pt idx="1165">
                  <c:v>14.374029999999999</c:v>
                </c:pt>
                <c:pt idx="1166">
                  <c:v>14.325010000000001</c:v>
                </c:pt>
                <c:pt idx="1167">
                  <c:v>14.243729999999999</c:v>
                </c:pt>
                <c:pt idx="1168">
                  <c:v>14.189310000000001</c:v>
                </c:pt>
                <c:pt idx="1169">
                  <c:v>14.153359999999999</c:v>
                </c:pt>
                <c:pt idx="1170">
                  <c:v>14.04908</c:v>
                </c:pt>
                <c:pt idx="1171">
                  <c:v>13.877739999999999</c:v>
                </c:pt>
                <c:pt idx="1172">
                  <c:v>13.752890000000001</c:v>
                </c:pt>
                <c:pt idx="1173">
                  <c:v>13.701560000000001</c:v>
                </c:pt>
                <c:pt idx="1174">
                  <c:v>13.63828</c:v>
                </c:pt>
                <c:pt idx="1175">
                  <c:v>13.50766</c:v>
                </c:pt>
                <c:pt idx="1176">
                  <c:v>13.38348</c:v>
                </c:pt>
                <c:pt idx="1177">
                  <c:v>13.28922</c:v>
                </c:pt>
                <c:pt idx="1178">
                  <c:v>13.20665</c:v>
                </c:pt>
                <c:pt idx="1179">
                  <c:v>13.08728</c:v>
                </c:pt>
                <c:pt idx="1180">
                  <c:v>12.982950000000001</c:v>
                </c:pt>
                <c:pt idx="1181">
                  <c:v>12.932930000000001</c:v>
                </c:pt>
                <c:pt idx="1182">
                  <c:v>12.94525</c:v>
                </c:pt>
                <c:pt idx="1183">
                  <c:v>13.204079999999999</c:v>
                </c:pt>
                <c:pt idx="1184">
                  <c:v>13.602539999999999</c:v>
                </c:pt>
                <c:pt idx="1185">
                  <c:v>13.738149999999999</c:v>
                </c:pt>
                <c:pt idx="1186">
                  <c:v>13.326420000000001</c:v>
                </c:pt>
                <c:pt idx="1187">
                  <c:v>12.98442</c:v>
                </c:pt>
                <c:pt idx="1188">
                  <c:v>12.73723</c:v>
                </c:pt>
                <c:pt idx="1189">
                  <c:v>12.608449999999999</c:v>
                </c:pt>
                <c:pt idx="1190">
                  <c:v>12.76769</c:v>
                </c:pt>
                <c:pt idx="1191">
                  <c:v>12.87998</c:v>
                </c:pt>
                <c:pt idx="1192">
                  <c:v>12.63119</c:v>
                </c:pt>
                <c:pt idx="1193">
                  <c:v>12.29115</c:v>
                </c:pt>
                <c:pt idx="1194">
                  <c:v>12.05414</c:v>
                </c:pt>
                <c:pt idx="1195">
                  <c:v>11.92863</c:v>
                </c:pt>
                <c:pt idx="1196">
                  <c:v>11.99311</c:v>
                </c:pt>
                <c:pt idx="1197">
                  <c:v>12.19511</c:v>
                </c:pt>
                <c:pt idx="1198">
                  <c:v>12.316649999999999</c:v>
                </c:pt>
                <c:pt idx="1199">
                  <c:v>12.33667</c:v>
                </c:pt>
                <c:pt idx="1200">
                  <c:v>12.3011</c:v>
                </c:pt>
                <c:pt idx="1201">
                  <c:v>12.211220000000001</c:v>
                </c:pt>
                <c:pt idx="1202">
                  <c:v>12.14742</c:v>
                </c:pt>
                <c:pt idx="1203">
                  <c:v>12.26932</c:v>
                </c:pt>
                <c:pt idx="1204">
                  <c:v>12.24114</c:v>
                </c:pt>
                <c:pt idx="1205">
                  <c:v>11.900779999999999</c:v>
                </c:pt>
                <c:pt idx="1206">
                  <c:v>11.561019999999999</c:v>
                </c:pt>
                <c:pt idx="1207">
                  <c:v>11.730029999999999</c:v>
                </c:pt>
                <c:pt idx="1208">
                  <c:v>12.056940000000001</c:v>
                </c:pt>
                <c:pt idx="1209">
                  <c:v>12.113149999999999</c:v>
                </c:pt>
                <c:pt idx="1210">
                  <c:v>11.95115</c:v>
                </c:pt>
                <c:pt idx="1211">
                  <c:v>11.775779999999999</c:v>
                </c:pt>
                <c:pt idx="1212">
                  <c:v>11.604950000000001</c:v>
                </c:pt>
                <c:pt idx="1213">
                  <c:v>11.534509999999999</c:v>
                </c:pt>
                <c:pt idx="1214">
                  <c:v>11.60577</c:v>
                </c:pt>
                <c:pt idx="1215">
                  <c:v>11.641719999999999</c:v>
                </c:pt>
                <c:pt idx="1216">
                  <c:v>11.61783</c:v>
                </c:pt>
                <c:pt idx="1217">
                  <c:v>11.559670000000001</c:v>
                </c:pt>
                <c:pt idx="1218">
                  <c:v>11.457750000000001</c:v>
                </c:pt>
                <c:pt idx="1219">
                  <c:v>11.3674</c:v>
                </c:pt>
                <c:pt idx="1220">
                  <c:v>11.36087</c:v>
                </c:pt>
                <c:pt idx="1221">
                  <c:v>11.35932</c:v>
                </c:pt>
                <c:pt idx="1222">
                  <c:v>11.30846</c:v>
                </c:pt>
                <c:pt idx="1223">
                  <c:v>11.216469999999999</c:v>
                </c:pt>
                <c:pt idx="1224">
                  <c:v>11.055149999999999</c:v>
                </c:pt>
                <c:pt idx="1225">
                  <c:v>10.880979999999999</c:v>
                </c:pt>
                <c:pt idx="1226">
                  <c:v>10.84515</c:v>
                </c:pt>
                <c:pt idx="1227">
                  <c:v>10.982839999999999</c:v>
                </c:pt>
                <c:pt idx="1228">
                  <c:v>11.18019</c:v>
                </c:pt>
                <c:pt idx="1229">
                  <c:v>11.428509999999999</c:v>
                </c:pt>
                <c:pt idx="1230">
                  <c:v>11.511340000000001</c:v>
                </c:pt>
                <c:pt idx="1231">
                  <c:v>11.11637</c:v>
                </c:pt>
                <c:pt idx="1232">
                  <c:v>10.83342</c:v>
                </c:pt>
                <c:pt idx="1233">
                  <c:v>10.79256</c:v>
                </c:pt>
                <c:pt idx="1234">
                  <c:v>10.8376</c:v>
                </c:pt>
                <c:pt idx="1235">
                  <c:v>10.85657</c:v>
                </c:pt>
                <c:pt idx="1236">
                  <c:v>10.871169999999999</c:v>
                </c:pt>
                <c:pt idx="1237">
                  <c:v>10.93425</c:v>
                </c:pt>
                <c:pt idx="1238">
                  <c:v>10.993220000000001</c:v>
                </c:pt>
                <c:pt idx="1239">
                  <c:v>10.911099999999999</c:v>
                </c:pt>
                <c:pt idx="1240">
                  <c:v>10.735110000000001</c:v>
                </c:pt>
                <c:pt idx="1241">
                  <c:v>10.76543</c:v>
                </c:pt>
                <c:pt idx="1242">
                  <c:v>10.988619999999999</c:v>
                </c:pt>
                <c:pt idx="1243">
                  <c:v>11.018370000000001</c:v>
                </c:pt>
                <c:pt idx="1244">
                  <c:v>10.709390000000001</c:v>
                </c:pt>
                <c:pt idx="1245">
                  <c:v>10.516550000000001</c:v>
                </c:pt>
                <c:pt idx="1246">
                  <c:v>10.50825</c:v>
                </c:pt>
                <c:pt idx="1247">
                  <c:v>10.573040000000001</c:v>
                </c:pt>
                <c:pt idx="1248">
                  <c:v>10.699479999999999</c:v>
                </c:pt>
                <c:pt idx="1249">
                  <c:v>10.77492</c:v>
                </c:pt>
                <c:pt idx="1250">
                  <c:v>10.748570000000001</c:v>
                </c:pt>
                <c:pt idx="1251">
                  <c:v>10.6646</c:v>
                </c:pt>
                <c:pt idx="1252">
                  <c:v>10.58849</c:v>
                </c:pt>
                <c:pt idx="1253">
                  <c:v>10.508229999999999</c:v>
                </c:pt>
                <c:pt idx="1254">
                  <c:v>10.38706</c:v>
                </c:pt>
                <c:pt idx="1255">
                  <c:v>10.237740000000001</c:v>
                </c:pt>
                <c:pt idx="1256">
                  <c:v>10.18693</c:v>
                </c:pt>
                <c:pt idx="1257">
                  <c:v>10.21406</c:v>
                </c:pt>
                <c:pt idx="1258">
                  <c:v>10.15987</c:v>
                </c:pt>
                <c:pt idx="1259">
                  <c:v>9.9449129999999997</c:v>
                </c:pt>
                <c:pt idx="1260">
                  <c:v>9.8291109999999993</c:v>
                </c:pt>
                <c:pt idx="1261">
                  <c:v>9.8564749999999997</c:v>
                </c:pt>
                <c:pt idx="1262">
                  <c:v>9.9569050000000008</c:v>
                </c:pt>
                <c:pt idx="1263">
                  <c:v>10.1624</c:v>
                </c:pt>
                <c:pt idx="1264">
                  <c:v>10.307320000000001</c:v>
                </c:pt>
                <c:pt idx="1265">
                  <c:v>10.13326</c:v>
                </c:pt>
                <c:pt idx="1266">
                  <c:v>9.9350009999999997</c:v>
                </c:pt>
                <c:pt idx="1267">
                  <c:v>9.9892710000000005</c:v>
                </c:pt>
                <c:pt idx="1268">
                  <c:v>10.176349999999999</c:v>
                </c:pt>
                <c:pt idx="1269">
                  <c:v>10.085290000000001</c:v>
                </c:pt>
                <c:pt idx="1270">
                  <c:v>9.8410139999999995</c:v>
                </c:pt>
                <c:pt idx="1271">
                  <c:v>9.7574260000000006</c:v>
                </c:pt>
                <c:pt idx="1272">
                  <c:v>9.9050530000000006</c:v>
                </c:pt>
                <c:pt idx="1273">
                  <c:v>9.9292010000000008</c:v>
                </c:pt>
                <c:pt idx="1274">
                  <c:v>9.8390550000000001</c:v>
                </c:pt>
                <c:pt idx="1275">
                  <c:v>9.7648109999999999</c:v>
                </c:pt>
                <c:pt idx="1276">
                  <c:v>9.7635149999999999</c:v>
                </c:pt>
                <c:pt idx="1277">
                  <c:v>9.8232529999999993</c:v>
                </c:pt>
                <c:pt idx="1278">
                  <c:v>9.9797550000000008</c:v>
                </c:pt>
                <c:pt idx="1279">
                  <c:v>10.06188</c:v>
                </c:pt>
                <c:pt idx="1280">
                  <c:v>9.8445599999999995</c:v>
                </c:pt>
                <c:pt idx="1281">
                  <c:v>9.5750150000000005</c:v>
                </c:pt>
                <c:pt idx="1282">
                  <c:v>9.5030059999999992</c:v>
                </c:pt>
                <c:pt idx="1283">
                  <c:v>9.507968</c:v>
                </c:pt>
                <c:pt idx="1284">
                  <c:v>9.4014720000000001</c:v>
                </c:pt>
                <c:pt idx="1285">
                  <c:v>9.2384350000000008</c:v>
                </c:pt>
                <c:pt idx="1286">
                  <c:v>9.2091150000000006</c:v>
                </c:pt>
                <c:pt idx="1287">
                  <c:v>9.3009830000000004</c:v>
                </c:pt>
                <c:pt idx="1288">
                  <c:v>9.3735870000000006</c:v>
                </c:pt>
                <c:pt idx="1289">
                  <c:v>9.4121509999999997</c:v>
                </c:pt>
                <c:pt idx="1290">
                  <c:v>9.4383549999999996</c:v>
                </c:pt>
                <c:pt idx="1291">
                  <c:v>9.4552610000000001</c:v>
                </c:pt>
                <c:pt idx="1292">
                  <c:v>9.4376929999999994</c:v>
                </c:pt>
                <c:pt idx="1293">
                  <c:v>9.3501429999999992</c:v>
                </c:pt>
                <c:pt idx="1294">
                  <c:v>9.244923</c:v>
                </c:pt>
                <c:pt idx="1295">
                  <c:v>9.1189809999999998</c:v>
                </c:pt>
                <c:pt idx="1296">
                  <c:v>9.0255589999999994</c:v>
                </c:pt>
                <c:pt idx="1297">
                  <c:v>9.1071650000000002</c:v>
                </c:pt>
                <c:pt idx="1298">
                  <c:v>9.1867889999999992</c:v>
                </c:pt>
                <c:pt idx="1299">
                  <c:v>9.0071510000000004</c:v>
                </c:pt>
                <c:pt idx="1300">
                  <c:v>8.7282069999999994</c:v>
                </c:pt>
                <c:pt idx="1301">
                  <c:v>8.7912820000000007</c:v>
                </c:pt>
                <c:pt idx="1302">
                  <c:v>9.0760889999999996</c:v>
                </c:pt>
                <c:pt idx="1303">
                  <c:v>9.2348180000000006</c:v>
                </c:pt>
                <c:pt idx="1304">
                  <c:v>9.2023270000000004</c:v>
                </c:pt>
                <c:pt idx="1305">
                  <c:v>9.3687330000000006</c:v>
                </c:pt>
                <c:pt idx="1306">
                  <c:v>9.7737269999999992</c:v>
                </c:pt>
                <c:pt idx="1307">
                  <c:v>9.9917549999999995</c:v>
                </c:pt>
                <c:pt idx="1308">
                  <c:v>9.8753489999999999</c:v>
                </c:pt>
                <c:pt idx="1309">
                  <c:v>9.691967</c:v>
                </c:pt>
                <c:pt idx="1310">
                  <c:v>9.4995740000000009</c:v>
                </c:pt>
                <c:pt idx="1311">
                  <c:v>9.402863</c:v>
                </c:pt>
                <c:pt idx="1312">
                  <c:v>9.4662109999999995</c:v>
                </c:pt>
                <c:pt idx="1313">
                  <c:v>9.6092919999999999</c:v>
                </c:pt>
                <c:pt idx="1314">
                  <c:v>9.7761429999999994</c:v>
                </c:pt>
                <c:pt idx="1315">
                  <c:v>9.9220550000000003</c:v>
                </c:pt>
                <c:pt idx="1316">
                  <c:v>10.00759</c:v>
                </c:pt>
                <c:pt idx="1317">
                  <c:v>10.034050000000001</c:v>
                </c:pt>
                <c:pt idx="1318">
                  <c:v>9.9854869999999991</c:v>
                </c:pt>
                <c:pt idx="1319">
                  <c:v>9.8801710000000007</c:v>
                </c:pt>
                <c:pt idx="1320">
                  <c:v>9.7611290000000004</c:v>
                </c:pt>
                <c:pt idx="1321">
                  <c:v>9.6183060000000005</c:v>
                </c:pt>
                <c:pt idx="1322">
                  <c:v>9.5590829999999993</c:v>
                </c:pt>
                <c:pt idx="1323">
                  <c:v>9.5845590000000005</c:v>
                </c:pt>
                <c:pt idx="1324">
                  <c:v>9.5946899999999999</c:v>
                </c:pt>
                <c:pt idx="1325">
                  <c:v>9.4751720000000006</c:v>
                </c:pt>
                <c:pt idx="1326">
                  <c:v>9.4645620000000008</c:v>
                </c:pt>
                <c:pt idx="1327">
                  <c:v>9.6759000000000004</c:v>
                </c:pt>
                <c:pt idx="1328">
                  <c:v>9.8807849999999995</c:v>
                </c:pt>
                <c:pt idx="1329">
                  <c:v>9.9311509999999998</c:v>
                </c:pt>
                <c:pt idx="1330">
                  <c:v>9.8864260000000002</c:v>
                </c:pt>
                <c:pt idx="1331">
                  <c:v>9.7258130000000005</c:v>
                </c:pt>
                <c:pt idx="1332">
                  <c:v>9.5752749999999995</c:v>
                </c:pt>
                <c:pt idx="1333">
                  <c:v>9.6391019999999994</c:v>
                </c:pt>
                <c:pt idx="1334">
                  <c:v>9.8475509999999993</c:v>
                </c:pt>
                <c:pt idx="1335">
                  <c:v>9.8668490000000002</c:v>
                </c:pt>
                <c:pt idx="1336">
                  <c:v>9.7351670000000006</c:v>
                </c:pt>
                <c:pt idx="1337">
                  <c:v>9.6100089999999998</c:v>
                </c:pt>
                <c:pt idx="1338">
                  <c:v>9.5044319999999995</c:v>
                </c:pt>
                <c:pt idx="1339">
                  <c:v>9.4714530000000003</c:v>
                </c:pt>
                <c:pt idx="1340">
                  <c:v>9.5124169999999992</c:v>
                </c:pt>
                <c:pt idx="1341">
                  <c:v>9.5458879999999997</c:v>
                </c:pt>
                <c:pt idx="1342">
                  <c:v>9.4863470000000003</c:v>
                </c:pt>
                <c:pt idx="1343">
                  <c:v>9.482856</c:v>
                </c:pt>
                <c:pt idx="1344">
                  <c:v>9.5766120000000008</c:v>
                </c:pt>
                <c:pt idx="1345">
                  <c:v>9.6802630000000001</c:v>
                </c:pt>
                <c:pt idx="1346">
                  <c:v>9.7666939999999993</c:v>
                </c:pt>
                <c:pt idx="1347">
                  <c:v>9.7685449999999996</c:v>
                </c:pt>
                <c:pt idx="1348">
                  <c:v>9.5212810000000001</c:v>
                </c:pt>
                <c:pt idx="1349">
                  <c:v>9.2207179999999997</c:v>
                </c:pt>
                <c:pt idx="1350">
                  <c:v>9.1491389999999999</c:v>
                </c:pt>
                <c:pt idx="1351">
                  <c:v>9.225581</c:v>
                </c:pt>
                <c:pt idx="1352">
                  <c:v>9.2778740000000006</c:v>
                </c:pt>
                <c:pt idx="1353">
                  <c:v>9.2902970000000007</c:v>
                </c:pt>
                <c:pt idx="1354">
                  <c:v>9.2511550000000007</c:v>
                </c:pt>
                <c:pt idx="1355">
                  <c:v>9.1584129999999995</c:v>
                </c:pt>
                <c:pt idx="1356">
                  <c:v>9.1949880000000004</c:v>
                </c:pt>
                <c:pt idx="1357">
                  <c:v>9.3881779999999999</c:v>
                </c:pt>
                <c:pt idx="1358">
                  <c:v>9.48095</c:v>
                </c:pt>
                <c:pt idx="1359">
                  <c:v>9.2281580000000005</c:v>
                </c:pt>
                <c:pt idx="1360">
                  <c:v>9.1481259999999995</c:v>
                </c:pt>
                <c:pt idx="1361">
                  <c:v>9.3962040000000009</c:v>
                </c:pt>
                <c:pt idx="1362">
                  <c:v>9.5897039999999993</c:v>
                </c:pt>
                <c:pt idx="1363">
                  <c:v>9.174811</c:v>
                </c:pt>
                <c:pt idx="1364">
                  <c:v>8.7928650000000008</c:v>
                </c:pt>
                <c:pt idx="1365">
                  <c:v>8.8795059999999992</c:v>
                </c:pt>
                <c:pt idx="1366">
                  <c:v>9.1637240000000002</c:v>
                </c:pt>
                <c:pt idx="1367">
                  <c:v>9.1590760000000007</c:v>
                </c:pt>
                <c:pt idx="1368">
                  <c:v>9.0029450000000004</c:v>
                </c:pt>
                <c:pt idx="1369">
                  <c:v>8.8976109999999995</c:v>
                </c:pt>
                <c:pt idx="1370">
                  <c:v>8.8631309999999992</c:v>
                </c:pt>
                <c:pt idx="1371">
                  <c:v>8.9203489999999999</c:v>
                </c:pt>
                <c:pt idx="1372">
                  <c:v>9.0509819999999994</c:v>
                </c:pt>
                <c:pt idx="1373">
                  <c:v>9.1469919999999991</c:v>
                </c:pt>
                <c:pt idx="1374">
                  <c:v>9.1862220000000008</c:v>
                </c:pt>
                <c:pt idx="1375">
                  <c:v>9.1765170000000005</c:v>
                </c:pt>
                <c:pt idx="1376">
                  <c:v>9.1147030000000004</c:v>
                </c:pt>
                <c:pt idx="1377">
                  <c:v>9.0570620000000002</c:v>
                </c:pt>
                <c:pt idx="1378">
                  <c:v>9.0234140000000007</c:v>
                </c:pt>
                <c:pt idx="1379">
                  <c:v>8.9880669999999991</c:v>
                </c:pt>
                <c:pt idx="1380">
                  <c:v>8.8896529999999991</c:v>
                </c:pt>
                <c:pt idx="1381">
                  <c:v>8.8481489999999994</c:v>
                </c:pt>
                <c:pt idx="1382">
                  <c:v>8.9544929999999994</c:v>
                </c:pt>
                <c:pt idx="1383">
                  <c:v>9.0856080000000006</c:v>
                </c:pt>
                <c:pt idx="1384">
                  <c:v>9.0308469999999996</c:v>
                </c:pt>
                <c:pt idx="1385">
                  <c:v>8.891057</c:v>
                </c:pt>
                <c:pt idx="1386">
                  <c:v>8.7887120000000003</c:v>
                </c:pt>
                <c:pt idx="1387">
                  <c:v>8.7157149999999994</c:v>
                </c:pt>
                <c:pt idx="1388">
                  <c:v>8.5810329999999997</c:v>
                </c:pt>
                <c:pt idx="1389">
                  <c:v>8.4193479999999994</c:v>
                </c:pt>
                <c:pt idx="1390">
                  <c:v>8.3315730000000006</c:v>
                </c:pt>
                <c:pt idx="1391">
                  <c:v>8.3486899999999995</c:v>
                </c:pt>
                <c:pt idx="1392">
                  <c:v>8.474164</c:v>
                </c:pt>
                <c:pt idx="1393">
                  <c:v>8.7088110000000007</c:v>
                </c:pt>
                <c:pt idx="1394">
                  <c:v>8.8491619999999998</c:v>
                </c:pt>
                <c:pt idx="1395">
                  <c:v>8.7802249999999997</c:v>
                </c:pt>
                <c:pt idx="1396">
                  <c:v>8.6900499999999994</c:v>
                </c:pt>
                <c:pt idx="1397">
                  <c:v>8.6178290000000004</c:v>
                </c:pt>
                <c:pt idx="1398">
                  <c:v>8.5800420000000006</c:v>
                </c:pt>
                <c:pt idx="1399">
                  <c:v>8.6103970000000007</c:v>
                </c:pt>
                <c:pt idx="1400">
                  <c:v>8.6397919999999999</c:v>
                </c:pt>
                <c:pt idx="1401">
                  <c:v>8.5357959999999995</c:v>
                </c:pt>
                <c:pt idx="1402">
                  <c:v>8.4607449999999993</c:v>
                </c:pt>
                <c:pt idx="1403">
                  <c:v>8.5864840000000004</c:v>
                </c:pt>
                <c:pt idx="1404">
                  <c:v>8.8255029999999994</c:v>
                </c:pt>
                <c:pt idx="1405">
                  <c:v>8.9715389999999999</c:v>
                </c:pt>
                <c:pt idx="1406">
                  <c:v>9.0176370000000006</c:v>
                </c:pt>
                <c:pt idx="1407">
                  <c:v>8.8887330000000002</c:v>
                </c:pt>
                <c:pt idx="1408">
                  <c:v>8.5742390000000004</c:v>
                </c:pt>
                <c:pt idx="1409">
                  <c:v>8.6330969999999994</c:v>
                </c:pt>
                <c:pt idx="1410">
                  <c:v>8.9882000000000009</c:v>
                </c:pt>
                <c:pt idx="1411">
                  <c:v>9.1902799999999996</c:v>
                </c:pt>
                <c:pt idx="1412">
                  <c:v>8.9140899999999998</c:v>
                </c:pt>
                <c:pt idx="1413">
                  <c:v>8.7674450000000004</c:v>
                </c:pt>
                <c:pt idx="1414">
                  <c:v>8.7809860000000004</c:v>
                </c:pt>
                <c:pt idx="1415">
                  <c:v>8.7895020000000006</c:v>
                </c:pt>
                <c:pt idx="1416">
                  <c:v>8.7129639999999995</c:v>
                </c:pt>
                <c:pt idx="1417">
                  <c:v>8.5600889999999996</c:v>
                </c:pt>
                <c:pt idx="1418">
                  <c:v>8.2188020000000002</c:v>
                </c:pt>
                <c:pt idx="1419">
                  <c:v>8.0181920000000009</c:v>
                </c:pt>
                <c:pt idx="1420">
                  <c:v>8.3929430000000007</c:v>
                </c:pt>
                <c:pt idx="1421">
                  <c:v>8.8891349999999996</c:v>
                </c:pt>
                <c:pt idx="1422">
                  <c:v>8.8849959999999992</c:v>
                </c:pt>
                <c:pt idx="1423">
                  <c:v>8.6517999999999997</c:v>
                </c:pt>
                <c:pt idx="1424">
                  <c:v>8.6010679999999997</c:v>
                </c:pt>
                <c:pt idx="1425">
                  <c:v>8.6817080000000004</c:v>
                </c:pt>
                <c:pt idx="1426">
                  <c:v>8.6562029999999996</c:v>
                </c:pt>
                <c:pt idx="1427">
                  <c:v>8.5552270000000004</c:v>
                </c:pt>
                <c:pt idx="1428">
                  <c:v>8.4990469999999991</c:v>
                </c:pt>
                <c:pt idx="1429">
                  <c:v>8.4946760000000001</c:v>
                </c:pt>
                <c:pt idx="1430">
                  <c:v>8.5757309999999993</c:v>
                </c:pt>
                <c:pt idx="1431">
                  <c:v>8.7315380000000005</c:v>
                </c:pt>
                <c:pt idx="1432">
                  <c:v>8.8078810000000001</c:v>
                </c:pt>
                <c:pt idx="1433">
                  <c:v>8.6087179999999996</c:v>
                </c:pt>
                <c:pt idx="1434">
                  <c:v>8.5392019999999995</c:v>
                </c:pt>
                <c:pt idx="1435">
                  <c:v>8.6540669999999995</c:v>
                </c:pt>
                <c:pt idx="1436">
                  <c:v>8.7775669999999995</c:v>
                </c:pt>
                <c:pt idx="1437">
                  <c:v>8.7972850000000005</c:v>
                </c:pt>
                <c:pt idx="1438">
                  <c:v>8.7530029999999996</c:v>
                </c:pt>
                <c:pt idx="1439">
                  <c:v>8.6264120000000002</c:v>
                </c:pt>
                <c:pt idx="1440">
                  <c:v>8.5148460000000004</c:v>
                </c:pt>
                <c:pt idx="1441">
                  <c:v>8.5400519999999993</c:v>
                </c:pt>
                <c:pt idx="1442">
                  <c:v>8.6176089999999999</c:v>
                </c:pt>
                <c:pt idx="1443">
                  <c:v>8.6500350000000008</c:v>
                </c:pt>
                <c:pt idx="1444">
                  <c:v>8.6349839999999993</c:v>
                </c:pt>
                <c:pt idx="1445">
                  <c:v>8.5762529999999995</c:v>
                </c:pt>
                <c:pt idx="1446">
                  <c:v>8.4801459999999995</c:v>
                </c:pt>
                <c:pt idx="1447">
                  <c:v>8.3409030000000008</c:v>
                </c:pt>
                <c:pt idx="1448">
                  <c:v>8.1863600000000005</c:v>
                </c:pt>
                <c:pt idx="1449">
                  <c:v>8.1926109999999994</c:v>
                </c:pt>
                <c:pt idx="1450">
                  <c:v>8.4008690000000001</c:v>
                </c:pt>
                <c:pt idx="1451">
                  <c:v>8.5022520000000004</c:v>
                </c:pt>
                <c:pt idx="1452">
                  <c:v>8.4786809999999999</c:v>
                </c:pt>
                <c:pt idx="1453">
                  <c:v>8.4066709999999993</c:v>
                </c:pt>
                <c:pt idx="1454">
                  <c:v>8.2537870000000009</c:v>
                </c:pt>
                <c:pt idx="1455">
                  <c:v>8.1885940000000002</c:v>
                </c:pt>
                <c:pt idx="1456">
                  <c:v>8.2443860000000004</c:v>
                </c:pt>
                <c:pt idx="1457">
                  <c:v>8.316592</c:v>
                </c:pt>
                <c:pt idx="1458">
                  <c:v>8.2620839999999998</c:v>
                </c:pt>
                <c:pt idx="1459">
                  <c:v>8.2771709999999992</c:v>
                </c:pt>
                <c:pt idx="1460">
                  <c:v>8.5406490000000002</c:v>
                </c:pt>
                <c:pt idx="1461">
                  <c:v>8.7914359999999991</c:v>
                </c:pt>
                <c:pt idx="1462">
                  <c:v>8.6088229999999992</c:v>
                </c:pt>
                <c:pt idx="1463">
                  <c:v>8.3087499999999999</c:v>
                </c:pt>
                <c:pt idx="1464">
                  <c:v>8.3693589999999993</c:v>
                </c:pt>
                <c:pt idx="1465">
                  <c:v>8.6200600000000005</c:v>
                </c:pt>
                <c:pt idx="1466">
                  <c:v>8.6329980000000006</c:v>
                </c:pt>
                <c:pt idx="1467">
                  <c:v>8.4694420000000008</c:v>
                </c:pt>
                <c:pt idx="1468">
                  <c:v>8.3613029999999995</c:v>
                </c:pt>
                <c:pt idx="1469">
                  <c:v>8.3251089999999994</c:v>
                </c:pt>
                <c:pt idx="1470">
                  <c:v>8.3465150000000001</c:v>
                </c:pt>
                <c:pt idx="1471">
                  <c:v>8.4234760000000009</c:v>
                </c:pt>
                <c:pt idx="1472">
                  <c:v>8.5260069999999999</c:v>
                </c:pt>
                <c:pt idx="1473">
                  <c:v>8.6482550000000007</c:v>
                </c:pt>
                <c:pt idx="1474">
                  <c:v>8.6813409999999998</c:v>
                </c:pt>
                <c:pt idx="1475">
                  <c:v>8.4740260000000003</c:v>
                </c:pt>
                <c:pt idx="1476">
                  <c:v>8.3315040000000007</c:v>
                </c:pt>
                <c:pt idx="1477">
                  <c:v>8.2848740000000003</c:v>
                </c:pt>
                <c:pt idx="1478">
                  <c:v>8.3393750000000004</c:v>
                </c:pt>
                <c:pt idx="1479">
                  <c:v>8.6732549999999993</c:v>
                </c:pt>
                <c:pt idx="1480">
                  <c:v>8.8624279999999995</c:v>
                </c:pt>
                <c:pt idx="1481">
                  <c:v>8.6733960000000003</c:v>
                </c:pt>
                <c:pt idx="1482">
                  <c:v>8.4072309999999995</c:v>
                </c:pt>
                <c:pt idx="1483">
                  <c:v>8.4496789999999997</c:v>
                </c:pt>
                <c:pt idx="1484">
                  <c:v>8.6074859999999997</c:v>
                </c:pt>
                <c:pt idx="1485">
                  <c:v>8.6494689999999999</c:v>
                </c:pt>
                <c:pt idx="1486">
                  <c:v>8.6412250000000004</c:v>
                </c:pt>
                <c:pt idx="1487">
                  <c:v>8.7764369999999996</c:v>
                </c:pt>
                <c:pt idx="1488">
                  <c:v>8.9595540000000007</c:v>
                </c:pt>
                <c:pt idx="1489">
                  <c:v>8.8469789999999993</c:v>
                </c:pt>
                <c:pt idx="1490">
                  <c:v>8.4865580000000005</c:v>
                </c:pt>
                <c:pt idx="1491">
                  <c:v>8.3320050000000005</c:v>
                </c:pt>
                <c:pt idx="1492">
                  <c:v>8.3983899999999991</c:v>
                </c:pt>
                <c:pt idx="1493">
                  <c:v>8.4914489999999994</c:v>
                </c:pt>
                <c:pt idx="1494">
                  <c:v>8.586309</c:v>
                </c:pt>
                <c:pt idx="1495">
                  <c:v>8.5665770000000006</c:v>
                </c:pt>
                <c:pt idx="1496">
                  <c:v>8.3083690000000008</c:v>
                </c:pt>
                <c:pt idx="1497">
                  <c:v>8.197279</c:v>
                </c:pt>
                <c:pt idx="1498">
                  <c:v>8.3000690000000006</c:v>
                </c:pt>
                <c:pt idx="1499">
                  <c:v>8.376379</c:v>
                </c:pt>
                <c:pt idx="1500">
                  <c:v>8.2098130000000005</c:v>
                </c:pt>
                <c:pt idx="1501">
                  <c:v>8.0190900000000003</c:v>
                </c:pt>
                <c:pt idx="1502">
                  <c:v>7.842009</c:v>
                </c:pt>
                <c:pt idx="1503">
                  <c:v>7.7629849999999996</c:v>
                </c:pt>
                <c:pt idx="1504">
                  <c:v>7.9803170000000003</c:v>
                </c:pt>
                <c:pt idx="1505">
                  <c:v>8.233409</c:v>
                </c:pt>
                <c:pt idx="1506">
                  <c:v>8.2830729999999999</c:v>
                </c:pt>
                <c:pt idx="1507">
                  <c:v>8.2343630000000001</c:v>
                </c:pt>
                <c:pt idx="1508">
                  <c:v>8.2132480000000001</c:v>
                </c:pt>
                <c:pt idx="1509">
                  <c:v>8.2122109999999999</c:v>
                </c:pt>
                <c:pt idx="1510">
                  <c:v>8.2297809999999991</c:v>
                </c:pt>
                <c:pt idx="1511">
                  <c:v>8.2535270000000001</c:v>
                </c:pt>
                <c:pt idx="1512">
                  <c:v>8.2390600000000003</c:v>
                </c:pt>
                <c:pt idx="1513">
                  <c:v>8.1919389999999996</c:v>
                </c:pt>
                <c:pt idx="1514">
                  <c:v>8.1516439999999992</c:v>
                </c:pt>
                <c:pt idx="1515">
                  <c:v>8.1205429999999996</c:v>
                </c:pt>
                <c:pt idx="1516">
                  <c:v>8.0782039999999995</c:v>
                </c:pt>
                <c:pt idx="1517">
                  <c:v>8.014659</c:v>
                </c:pt>
                <c:pt idx="1518">
                  <c:v>7.9854830000000003</c:v>
                </c:pt>
                <c:pt idx="1519">
                  <c:v>7.9964950000000004</c:v>
                </c:pt>
                <c:pt idx="1520">
                  <c:v>8.0345069999999996</c:v>
                </c:pt>
                <c:pt idx="1521">
                  <c:v>8.138477</c:v>
                </c:pt>
                <c:pt idx="1522">
                  <c:v>8.1950679999999991</c:v>
                </c:pt>
                <c:pt idx="1523">
                  <c:v>8.1893790000000006</c:v>
                </c:pt>
                <c:pt idx="1524">
                  <c:v>8.127516</c:v>
                </c:pt>
                <c:pt idx="1525">
                  <c:v>7.9511969999999996</c:v>
                </c:pt>
                <c:pt idx="1526">
                  <c:v>7.8000850000000002</c:v>
                </c:pt>
                <c:pt idx="1527">
                  <c:v>7.7178170000000001</c:v>
                </c:pt>
                <c:pt idx="1528">
                  <c:v>7.7233749999999999</c:v>
                </c:pt>
                <c:pt idx="1529">
                  <c:v>7.9245299999999999</c:v>
                </c:pt>
                <c:pt idx="1530">
                  <c:v>8.1570630000000008</c:v>
                </c:pt>
                <c:pt idx="1531">
                  <c:v>8.2449639999999995</c:v>
                </c:pt>
                <c:pt idx="1532">
                  <c:v>8.2076729999999998</c:v>
                </c:pt>
                <c:pt idx="1533">
                  <c:v>8.0142810000000004</c:v>
                </c:pt>
                <c:pt idx="1534">
                  <c:v>7.7522130000000002</c:v>
                </c:pt>
                <c:pt idx="1535">
                  <c:v>7.6884620000000004</c:v>
                </c:pt>
                <c:pt idx="1536">
                  <c:v>7.7859579999999999</c:v>
                </c:pt>
                <c:pt idx="1537">
                  <c:v>7.7786410000000004</c:v>
                </c:pt>
                <c:pt idx="1538">
                  <c:v>7.6631539999999996</c:v>
                </c:pt>
                <c:pt idx="1539">
                  <c:v>7.6555150000000003</c:v>
                </c:pt>
                <c:pt idx="1540">
                  <c:v>7.7573930000000004</c:v>
                </c:pt>
                <c:pt idx="1541">
                  <c:v>7.8210220000000001</c:v>
                </c:pt>
                <c:pt idx="1542">
                  <c:v>7.8087520000000001</c:v>
                </c:pt>
                <c:pt idx="1543">
                  <c:v>7.7386429999999997</c:v>
                </c:pt>
                <c:pt idx="1544">
                  <c:v>7.6090330000000002</c:v>
                </c:pt>
                <c:pt idx="1545">
                  <c:v>7.5542660000000001</c:v>
                </c:pt>
                <c:pt idx="1546">
                  <c:v>7.8069069999999998</c:v>
                </c:pt>
                <c:pt idx="1547">
                  <c:v>7.8701109999999996</c:v>
                </c:pt>
                <c:pt idx="1548">
                  <c:v>7.5966259999999997</c:v>
                </c:pt>
                <c:pt idx="1549">
                  <c:v>7.3987470000000002</c:v>
                </c:pt>
                <c:pt idx="1550">
                  <c:v>7.803706</c:v>
                </c:pt>
                <c:pt idx="1551">
                  <c:v>8.1943990000000007</c:v>
                </c:pt>
                <c:pt idx="1552">
                  <c:v>8.1909419999999997</c:v>
                </c:pt>
                <c:pt idx="1553">
                  <c:v>8.0658740000000009</c:v>
                </c:pt>
                <c:pt idx="1554">
                  <c:v>8.1193150000000003</c:v>
                </c:pt>
                <c:pt idx="1555">
                  <c:v>8.2053279999999997</c:v>
                </c:pt>
                <c:pt idx="1556">
                  <c:v>8.095065</c:v>
                </c:pt>
                <c:pt idx="1557">
                  <c:v>7.9068360000000002</c:v>
                </c:pt>
                <c:pt idx="1558">
                  <c:v>7.8299320000000003</c:v>
                </c:pt>
                <c:pt idx="1559">
                  <c:v>7.8491220000000004</c:v>
                </c:pt>
                <c:pt idx="1560">
                  <c:v>7.991911</c:v>
                </c:pt>
                <c:pt idx="1561">
                  <c:v>8.1783950000000001</c:v>
                </c:pt>
                <c:pt idx="1562">
                  <c:v>8.1062820000000002</c:v>
                </c:pt>
                <c:pt idx="1563">
                  <c:v>7.7695740000000004</c:v>
                </c:pt>
                <c:pt idx="1564">
                  <c:v>7.7778229999999997</c:v>
                </c:pt>
                <c:pt idx="1565">
                  <c:v>8.0960190000000001</c:v>
                </c:pt>
                <c:pt idx="1566">
                  <c:v>8.3415379999999999</c:v>
                </c:pt>
                <c:pt idx="1567">
                  <c:v>8.4169990000000006</c:v>
                </c:pt>
                <c:pt idx="1568">
                  <c:v>8.3284680000000009</c:v>
                </c:pt>
                <c:pt idx="1569">
                  <c:v>8.0792059999999992</c:v>
                </c:pt>
                <c:pt idx="1570">
                  <c:v>7.9199549999999999</c:v>
                </c:pt>
                <c:pt idx="1571">
                  <c:v>8.1012020000000007</c:v>
                </c:pt>
                <c:pt idx="1572">
                  <c:v>8.2198100000000007</c:v>
                </c:pt>
                <c:pt idx="1573">
                  <c:v>8.2141459999999995</c:v>
                </c:pt>
                <c:pt idx="1574">
                  <c:v>8.1659590000000009</c:v>
                </c:pt>
                <c:pt idx="1575">
                  <c:v>8.0891079999999995</c:v>
                </c:pt>
                <c:pt idx="1576">
                  <c:v>8.0526949999999999</c:v>
                </c:pt>
                <c:pt idx="1577">
                  <c:v>8.1056559999999998</c:v>
                </c:pt>
                <c:pt idx="1578">
                  <c:v>8.1868809999999996</c:v>
                </c:pt>
                <c:pt idx="1579">
                  <c:v>8.3241390000000006</c:v>
                </c:pt>
                <c:pt idx="1580">
                  <c:v>8.3929430000000007</c:v>
                </c:pt>
                <c:pt idx="1581">
                  <c:v>8.1004900000000006</c:v>
                </c:pt>
                <c:pt idx="1582">
                  <c:v>7.7668900000000001</c:v>
                </c:pt>
                <c:pt idx="1583">
                  <c:v>7.8043899999999997</c:v>
                </c:pt>
                <c:pt idx="1584">
                  <c:v>8.0679490000000005</c:v>
                </c:pt>
                <c:pt idx="1585">
                  <c:v>8.1512480000000007</c:v>
                </c:pt>
                <c:pt idx="1586">
                  <c:v>8.1321840000000005</c:v>
                </c:pt>
                <c:pt idx="1587">
                  <c:v>8.2059840000000008</c:v>
                </c:pt>
                <c:pt idx="1588">
                  <c:v>8.366422</c:v>
                </c:pt>
                <c:pt idx="1589">
                  <c:v>8.2654610000000002</c:v>
                </c:pt>
                <c:pt idx="1590">
                  <c:v>8.0030040000000007</c:v>
                </c:pt>
                <c:pt idx="1591">
                  <c:v>7.958183</c:v>
                </c:pt>
                <c:pt idx="1592">
                  <c:v>8.3014379999999992</c:v>
                </c:pt>
                <c:pt idx="1593">
                  <c:v>8.3904049999999994</c:v>
                </c:pt>
                <c:pt idx="1594">
                  <c:v>8.2504019999999993</c:v>
                </c:pt>
                <c:pt idx="1595">
                  <c:v>8.1751640000000005</c:v>
                </c:pt>
                <c:pt idx="1596">
                  <c:v>8.3138400000000008</c:v>
                </c:pt>
                <c:pt idx="1597">
                  <c:v>8.4731039999999993</c:v>
                </c:pt>
                <c:pt idx="1598">
                  <c:v>8.6486730000000005</c:v>
                </c:pt>
                <c:pt idx="1599">
                  <c:v>8.7380829999999996</c:v>
                </c:pt>
                <c:pt idx="1600">
                  <c:v>8.6659000000000006</c:v>
                </c:pt>
                <c:pt idx="1601">
                  <c:v>8.5443110000000004</c:v>
                </c:pt>
                <c:pt idx="1602">
                  <c:v>8.3860880000000009</c:v>
                </c:pt>
                <c:pt idx="1603">
                  <c:v>8.2743000000000002</c:v>
                </c:pt>
                <c:pt idx="1604">
                  <c:v>8.2629350000000006</c:v>
                </c:pt>
                <c:pt idx="1605">
                  <c:v>8.2961379999999991</c:v>
                </c:pt>
                <c:pt idx="1606">
                  <c:v>8.3857149999999994</c:v>
                </c:pt>
                <c:pt idx="1607">
                  <c:v>8.4183579999999996</c:v>
                </c:pt>
                <c:pt idx="1608">
                  <c:v>8.2998100000000008</c:v>
                </c:pt>
                <c:pt idx="1609">
                  <c:v>8.1157889999999995</c:v>
                </c:pt>
                <c:pt idx="1610">
                  <c:v>7.9311970000000001</c:v>
                </c:pt>
                <c:pt idx="1611">
                  <c:v>7.8468939999999998</c:v>
                </c:pt>
                <c:pt idx="1612">
                  <c:v>8.0184990000000003</c:v>
                </c:pt>
                <c:pt idx="1613">
                  <c:v>8.3254649999999994</c:v>
                </c:pt>
                <c:pt idx="1614">
                  <c:v>8.3707650000000005</c:v>
                </c:pt>
                <c:pt idx="1615">
                  <c:v>8.2624820000000003</c:v>
                </c:pt>
                <c:pt idx="1616">
                  <c:v>8.2005379999999999</c:v>
                </c:pt>
                <c:pt idx="1617">
                  <c:v>8.1973889999999994</c:v>
                </c:pt>
                <c:pt idx="1618">
                  <c:v>8.2343969999999995</c:v>
                </c:pt>
                <c:pt idx="1619">
                  <c:v>8.2863570000000006</c:v>
                </c:pt>
                <c:pt idx="1620">
                  <c:v>8.247242</c:v>
                </c:pt>
                <c:pt idx="1621">
                  <c:v>8.0777699999999992</c:v>
                </c:pt>
                <c:pt idx="1622">
                  <c:v>7.9755580000000004</c:v>
                </c:pt>
                <c:pt idx="1623">
                  <c:v>7.9445920000000001</c:v>
                </c:pt>
                <c:pt idx="1624">
                  <c:v>7.9938510000000003</c:v>
                </c:pt>
                <c:pt idx="1625">
                  <c:v>8.1441400000000002</c:v>
                </c:pt>
                <c:pt idx="1626">
                  <c:v>8.2358840000000004</c:v>
                </c:pt>
                <c:pt idx="1627">
                  <c:v>8.2339789999999997</c:v>
                </c:pt>
                <c:pt idx="1628">
                  <c:v>8.2296410000000009</c:v>
                </c:pt>
                <c:pt idx="1629">
                  <c:v>8.253463</c:v>
                </c:pt>
                <c:pt idx="1630">
                  <c:v>8.2347680000000008</c:v>
                </c:pt>
                <c:pt idx="1631">
                  <c:v>8.0400530000000003</c:v>
                </c:pt>
                <c:pt idx="1632">
                  <c:v>7.9434709999999997</c:v>
                </c:pt>
                <c:pt idx="1633">
                  <c:v>8.0260130000000007</c:v>
                </c:pt>
                <c:pt idx="1634">
                  <c:v>8.1729749999999992</c:v>
                </c:pt>
                <c:pt idx="1635">
                  <c:v>8.3187920000000002</c:v>
                </c:pt>
                <c:pt idx="1636">
                  <c:v>8.422523</c:v>
                </c:pt>
                <c:pt idx="1637">
                  <c:v>8.4525480000000002</c:v>
                </c:pt>
                <c:pt idx="1638">
                  <c:v>8.4724520000000005</c:v>
                </c:pt>
                <c:pt idx="1639">
                  <c:v>8.6313019999999998</c:v>
                </c:pt>
                <c:pt idx="1640">
                  <c:v>8.7631169999999994</c:v>
                </c:pt>
                <c:pt idx="1641">
                  <c:v>8.6806160000000006</c:v>
                </c:pt>
                <c:pt idx="1642">
                  <c:v>8.4817689999999999</c:v>
                </c:pt>
                <c:pt idx="1643">
                  <c:v>8.2649450000000009</c:v>
                </c:pt>
                <c:pt idx="1644">
                  <c:v>8.0722939999999994</c:v>
                </c:pt>
                <c:pt idx="1645">
                  <c:v>7.927041</c:v>
                </c:pt>
                <c:pt idx="1646">
                  <c:v>7.891769</c:v>
                </c:pt>
                <c:pt idx="1647">
                  <c:v>8.2156129999999994</c:v>
                </c:pt>
                <c:pt idx="1648">
                  <c:v>8.7491389999999996</c:v>
                </c:pt>
                <c:pt idx="1649">
                  <c:v>8.8797289999999993</c:v>
                </c:pt>
                <c:pt idx="1650">
                  <c:v>8.6396429999999995</c:v>
                </c:pt>
                <c:pt idx="1651">
                  <c:v>8.5316410000000005</c:v>
                </c:pt>
                <c:pt idx="1652">
                  <c:v>8.5820220000000003</c:v>
                </c:pt>
                <c:pt idx="1653">
                  <c:v>8.5232559999999999</c:v>
                </c:pt>
                <c:pt idx="1654">
                  <c:v>8.3525240000000007</c:v>
                </c:pt>
                <c:pt idx="1655">
                  <c:v>8.2311709999999998</c:v>
                </c:pt>
                <c:pt idx="1656">
                  <c:v>8.2086520000000007</c:v>
                </c:pt>
                <c:pt idx="1657">
                  <c:v>8.2175550000000008</c:v>
                </c:pt>
                <c:pt idx="1658">
                  <c:v>8.2504139999999992</c:v>
                </c:pt>
                <c:pt idx="1659">
                  <c:v>8.1725250000000003</c:v>
                </c:pt>
                <c:pt idx="1660">
                  <c:v>7.6824339999999998</c:v>
                </c:pt>
                <c:pt idx="1661">
                  <c:v>7.5236549999999998</c:v>
                </c:pt>
                <c:pt idx="1662">
                  <c:v>7.7921800000000001</c:v>
                </c:pt>
                <c:pt idx="1663">
                  <c:v>8.1024159999999998</c:v>
                </c:pt>
                <c:pt idx="1664">
                  <c:v>8.3120530000000006</c:v>
                </c:pt>
                <c:pt idx="1665">
                  <c:v>8.2970629999999996</c:v>
                </c:pt>
                <c:pt idx="1666">
                  <c:v>7.9846360000000001</c:v>
                </c:pt>
                <c:pt idx="1667">
                  <c:v>7.6651119999999997</c:v>
                </c:pt>
                <c:pt idx="1668">
                  <c:v>7.490443</c:v>
                </c:pt>
                <c:pt idx="1669">
                  <c:v>7.4709450000000004</c:v>
                </c:pt>
                <c:pt idx="1670">
                  <c:v>7.734197</c:v>
                </c:pt>
                <c:pt idx="1671">
                  <c:v>8.0217919999999996</c:v>
                </c:pt>
                <c:pt idx="1672">
                  <c:v>8.1932600000000004</c:v>
                </c:pt>
                <c:pt idx="1673">
                  <c:v>8.2611869999999996</c:v>
                </c:pt>
                <c:pt idx="1674">
                  <c:v>8.1231109999999997</c:v>
                </c:pt>
                <c:pt idx="1675">
                  <c:v>8.0161709999999999</c:v>
                </c:pt>
                <c:pt idx="1676">
                  <c:v>8.2482520000000008</c:v>
                </c:pt>
                <c:pt idx="1677">
                  <c:v>8.6269100000000005</c:v>
                </c:pt>
                <c:pt idx="1678">
                  <c:v>8.5880790000000005</c:v>
                </c:pt>
                <c:pt idx="1679">
                  <c:v>8.3830729999999996</c:v>
                </c:pt>
                <c:pt idx="1680">
                  <c:v>8.4621469999999999</c:v>
                </c:pt>
                <c:pt idx="1681">
                  <c:v>8.7426549999999992</c:v>
                </c:pt>
                <c:pt idx="1682">
                  <c:v>8.7201620000000002</c:v>
                </c:pt>
                <c:pt idx="1683">
                  <c:v>8.4908280000000005</c:v>
                </c:pt>
                <c:pt idx="1684">
                  <c:v>8.2521760000000004</c:v>
                </c:pt>
                <c:pt idx="1685">
                  <c:v>8.0341439999999995</c:v>
                </c:pt>
                <c:pt idx="1686">
                  <c:v>7.9575370000000003</c:v>
                </c:pt>
                <c:pt idx="1687">
                  <c:v>8.0016470000000002</c:v>
                </c:pt>
                <c:pt idx="1688">
                  <c:v>8.0913199999999996</c:v>
                </c:pt>
                <c:pt idx="1689">
                  <c:v>8.2223249999999997</c:v>
                </c:pt>
                <c:pt idx="1690">
                  <c:v>8.2468690000000002</c:v>
                </c:pt>
                <c:pt idx="1691">
                  <c:v>8.1658790000000003</c:v>
                </c:pt>
                <c:pt idx="1692">
                  <c:v>8.1051649999999995</c:v>
                </c:pt>
                <c:pt idx="1693">
                  <c:v>8.089677</c:v>
                </c:pt>
                <c:pt idx="1694">
                  <c:v>8.1471300000000006</c:v>
                </c:pt>
                <c:pt idx="1695">
                  <c:v>8.2950700000000008</c:v>
                </c:pt>
                <c:pt idx="1696">
                  <c:v>8.3907729999999994</c:v>
                </c:pt>
                <c:pt idx="1697">
                  <c:v>8.3980200000000007</c:v>
                </c:pt>
                <c:pt idx="1698">
                  <c:v>8.3815559999999998</c:v>
                </c:pt>
                <c:pt idx="1699">
                  <c:v>8.3548299999999998</c:v>
                </c:pt>
                <c:pt idx="1700">
                  <c:v>8.3522850000000002</c:v>
                </c:pt>
                <c:pt idx="1701">
                  <c:v>8.3865770000000008</c:v>
                </c:pt>
                <c:pt idx="1702">
                  <c:v>8.4139239999999997</c:v>
                </c:pt>
                <c:pt idx="1703">
                  <c:v>8.3892509999999998</c:v>
                </c:pt>
                <c:pt idx="1704">
                  <c:v>8.356109</c:v>
                </c:pt>
                <c:pt idx="1705">
                  <c:v>8.3210189999999997</c:v>
                </c:pt>
                <c:pt idx="1706">
                  <c:v>8.3122199999999999</c:v>
                </c:pt>
                <c:pt idx="1707">
                  <c:v>8.4004840000000005</c:v>
                </c:pt>
                <c:pt idx="1708">
                  <c:v>8.4746780000000008</c:v>
                </c:pt>
                <c:pt idx="1709">
                  <c:v>8.4645379999999992</c:v>
                </c:pt>
                <c:pt idx="1710">
                  <c:v>8.4154029999999995</c:v>
                </c:pt>
                <c:pt idx="1711">
                  <c:v>8.3424980000000009</c:v>
                </c:pt>
                <c:pt idx="1712">
                  <c:v>8.2911479999999997</c:v>
                </c:pt>
                <c:pt idx="1713">
                  <c:v>8.3471240000000009</c:v>
                </c:pt>
                <c:pt idx="1714">
                  <c:v>8.4321210000000004</c:v>
                </c:pt>
                <c:pt idx="1715">
                  <c:v>8.4646480000000004</c:v>
                </c:pt>
                <c:pt idx="1716">
                  <c:v>8.4525249999999996</c:v>
                </c:pt>
                <c:pt idx="1717">
                  <c:v>8.3695900000000005</c:v>
                </c:pt>
                <c:pt idx="1718">
                  <c:v>8.2766559999999991</c:v>
                </c:pt>
                <c:pt idx="1719">
                  <c:v>8.3046810000000004</c:v>
                </c:pt>
                <c:pt idx="1720">
                  <c:v>8.4156230000000001</c:v>
                </c:pt>
                <c:pt idx="1721">
                  <c:v>8.4602789999999999</c:v>
                </c:pt>
                <c:pt idx="1722">
                  <c:v>8.4399879999999996</c:v>
                </c:pt>
                <c:pt idx="1723">
                  <c:v>8.3422730000000005</c:v>
                </c:pt>
                <c:pt idx="1724">
                  <c:v>8.1761809999999997</c:v>
                </c:pt>
                <c:pt idx="1725">
                  <c:v>8.1616649999999993</c:v>
                </c:pt>
                <c:pt idx="1726">
                  <c:v>8.2567990000000009</c:v>
                </c:pt>
                <c:pt idx="1727">
                  <c:v>8.3276070000000004</c:v>
                </c:pt>
                <c:pt idx="1728">
                  <c:v>8.3555100000000007</c:v>
                </c:pt>
                <c:pt idx="1729">
                  <c:v>8.2528769999999998</c:v>
                </c:pt>
                <c:pt idx="1730">
                  <c:v>8.0572230000000005</c:v>
                </c:pt>
                <c:pt idx="1731">
                  <c:v>7.993976</c:v>
                </c:pt>
                <c:pt idx="1732">
                  <c:v>8.1774869999999993</c:v>
                </c:pt>
                <c:pt idx="1733">
                  <c:v>8.3759589999999999</c:v>
                </c:pt>
                <c:pt idx="1734">
                  <c:v>8.5798330000000007</c:v>
                </c:pt>
                <c:pt idx="1735">
                  <c:v>8.6279059999999994</c:v>
                </c:pt>
                <c:pt idx="1736">
                  <c:v>8.409179</c:v>
                </c:pt>
                <c:pt idx="1737">
                  <c:v>8.3271770000000007</c:v>
                </c:pt>
                <c:pt idx="1738">
                  <c:v>8.4656990000000008</c:v>
                </c:pt>
                <c:pt idx="1739">
                  <c:v>8.5448160000000009</c:v>
                </c:pt>
                <c:pt idx="1740">
                  <c:v>8.4793000000000003</c:v>
                </c:pt>
                <c:pt idx="1741">
                  <c:v>8.341583</c:v>
                </c:pt>
                <c:pt idx="1742">
                  <c:v>8.0616330000000005</c:v>
                </c:pt>
                <c:pt idx="1743">
                  <c:v>8.0080609999999997</c:v>
                </c:pt>
                <c:pt idx="1744">
                  <c:v>8.3350439999999999</c:v>
                </c:pt>
                <c:pt idx="1745">
                  <c:v>8.6071259999999992</c:v>
                </c:pt>
                <c:pt idx="1746">
                  <c:v>8.3443020000000008</c:v>
                </c:pt>
                <c:pt idx="1747">
                  <c:v>8.1436200000000003</c:v>
                </c:pt>
                <c:pt idx="1748">
                  <c:v>8.1996760000000002</c:v>
                </c:pt>
                <c:pt idx="1749">
                  <c:v>8.3455510000000004</c:v>
                </c:pt>
                <c:pt idx="1750">
                  <c:v>8.5002460000000006</c:v>
                </c:pt>
                <c:pt idx="1751">
                  <c:v>8.55016</c:v>
                </c:pt>
                <c:pt idx="1752">
                  <c:v>8.4167109999999994</c:v>
                </c:pt>
                <c:pt idx="1753">
                  <c:v>8.257968</c:v>
                </c:pt>
                <c:pt idx="1754">
                  <c:v>8.2692990000000002</c:v>
                </c:pt>
                <c:pt idx="1755">
                  <c:v>8.3332750000000004</c:v>
                </c:pt>
                <c:pt idx="1756">
                  <c:v>8.3696520000000003</c:v>
                </c:pt>
                <c:pt idx="1757">
                  <c:v>8.3684119999999993</c:v>
                </c:pt>
                <c:pt idx="1758">
                  <c:v>8.2410440000000005</c:v>
                </c:pt>
                <c:pt idx="1759">
                  <c:v>8.1323810000000005</c:v>
                </c:pt>
                <c:pt idx="1760">
                  <c:v>8.3276559999999993</c:v>
                </c:pt>
                <c:pt idx="1761">
                  <c:v>8.6201509999999999</c:v>
                </c:pt>
                <c:pt idx="1762">
                  <c:v>8.7088490000000007</c:v>
                </c:pt>
                <c:pt idx="1763">
                  <c:v>8.6737179999999992</c:v>
                </c:pt>
                <c:pt idx="1764">
                  <c:v>8.7306849999999994</c:v>
                </c:pt>
                <c:pt idx="1765">
                  <c:v>8.7932109999999994</c:v>
                </c:pt>
                <c:pt idx="1766">
                  <c:v>8.6705520000000007</c:v>
                </c:pt>
                <c:pt idx="1767">
                  <c:v>8.4215459999999993</c:v>
                </c:pt>
                <c:pt idx="1768">
                  <c:v>8.3771749999999994</c:v>
                </c:pt>
                <c:pt idx="1769">
                  <c:v>8.4695479999999996</c:v>
                </c:pt>
                <c:pt idx="1770">
                  <c:v>8.5725920000000002</c:v>
                </c:pt>
                <c:pt idx="1771">
                  <c:v>8.6623199999999994</c:v>
                </c:pt>
                <c:pt idx="1772">
                  <c:v>8.4850949999999994</c:v>
                </c:pt>
                <c:pt idx="1773">
                  <c:v>8.1641370000000002</c:v>
                </c:pt>
                <c:pt idx="1774">
                  <c:v>8.100142</c:v>
                </c:pt>
                <c:pt idx="1775">
                  <c:v>8.3672740000000001</c:v>
                </c:pt>
                <c:pt idx="1776">
                  <c:v>8.4946640000000002</c:v>
                </c:pt>
                <c:pt idx="1777">
                  <c:v>8.5132820000000002</c:v>
                </c:pt>
                <c:pt idx="1778">
                  <c:v>8.5890240000000002</c:v>
                </c:pt>
                <c:pt idx="1779">
                  <c:v>8.7700700000000005</c:v>
                </c:pt>
                <c:pt idx="1780">
                  <c:v>8.7743730000000006</c:v>
                </c:pt>
                <c:pt idx="1781">
                  <c:v>8.6059470000000005</c:v>
                </c:pt>
                <c:pt idx="1782">
                  <c:v>8.4862380000000002</c:v>
                </c:pt>
                <c:pt idx="1783">
                  <c:v>8.4583320000000004</c:v>
                </c:pt>
                <c:pt idx="1784">
                  <c:v>8.5500779999999992</c:v>
                </c:pt>
                <c:pt idx="1785">
                  <c:v>8.7780260000000006</c:v>
                </c:pt>
                <c:pt idx="1786">
                  <c:v>8.8542850000000008</c:v>
                </c:pt>
                <c:pt idx="1787">
                  <c:v>8.7222259999999991</c:v>
                </c:pt>
                <c:pt idx="1788">
                  <c:v>8.6063589999999994</c:v>
                </c:pt>
                <c:pt idx="1789">
                  <c:v>8.5745520000000006</c:v>
                </c:pt>
                <c:pt idx="1790">
                  <c:v>8.6244899999999998</c:v>
                </c:pt>
                <c:pt idx="1791">
                  <c:v>8.7625399999999996</c:v>
                </c:pt>
                <c:pt idx="1792">
                  <c:v>8.8453040000000005</c:v>
                </c:pt>
                <c:pt idx="1793">
                  <c:v>8.7559710000000006</c:v>
                </c:pt>
                <c:pt idx="1794">
                  <c:v>8.6157009999999996</c:v>
                </c:pt>
                <c:pt idx="1795">
                  <c:v>8.4267230000000009</c:v>
                </c:pt>
                <c:pt idx="1796">
                  <c:v>8.3143379999999993</c:v>
                </c:pt>
                <c:pt idx="1797">
                  <c:v>8.4144389999999998</c:v>
                </c:pt>
                <c:pt idx="1798">
                  <c:v>8.5580420000000004</c:v>
                </c:pt>
                <c:pt idx="1799">
                  <c:v>8.7285749999999993</c:v>
                </c:pt>
                <c:pt idx="1800">
                  <c:v>8.8118300000000005</c:v>
                </c:pt>
                <c:pt idx="1801">
                  <c:v>8.5983250000000009</c:v>
                </c:pt>
                <c:pt idx="1802">
                  <c:v>8.4638960000000001</c:v>
                </c:pt>
                <c:pt idx="1803">
                  <c:v>8.6307849999999995</c:v>
                </c:pt>
                <c:pt idx="1804">
                  <c:v>8.8038969999999992</c:v>
                </c:pt>
                <c:pt idx="1805">
                  <c:v>8.7739720000000005</c:v>
                </c:pt>
                <c:pt idx="1806">
                  <c:v>8.7115580000000001</c:v>
                </c:pt>
                <c:pt idx="1807">
                  <c:v>8.8066659999999999</c:v>
                </c:pt>
                <c:pt idx="1808">
                  <c:v>8.867915</c:v>
                </c:pt>
                <c:pt idx="1809">
                  <c:v>8.7811869999999992</c:v>
                </c:pt>
                <c:pt idx="1810">
                  <c:v>8.6265800000000006</c:v>
                </c:pt>
                <c:pt idx="1811">
                  <c:v>8.4717990000000007</c:v>
                </c:pt>
                <c:pt idx="1812">
                  <c:v>8.3340730000000001</c:v>
                </c:pt>
                <c:pt idx="1813">
                  <c:v>8.1998829999999998</c:v>
                </c:pt>
                <c:pt idx="1814">
                  <c:v>8.1326319999999992</c:v>
                </c:pt>
                <c:pt idx="1815">
                  <c:v>8.3305860000000003</c:v>
                </c:pt>
                <c:pt idx="1816">
                  <c:v>8.5547240000000002</c:v>
                </c:pt>
                <c:pt idx="1817">
                  <c:v>8.5998739999999998</c:v>
                </c:pt>
                <c:pt idx="1818">
                  <c:v>8.5156639999999992</c:v>
                </c:pt>
                <c:pt idx="1819">
                  <c:v>8.2822899999999997</c:v>
                </c:pt>
                <c:pt idx="1820">
                  <c:v>8.067482</c:v>
                </c:pt>
                <c:pt idx="1821">
                  <c:v>8.1375689999999992</c:v>
                </c:pt>
                <c:pt idx="1822">
                  <c:v>8.3588330000000006</c:v>
                </c:pt>
                <c:pt idx="1823">
                  <c:v>8.5810790000000008</c:v>
                </c:pt>
                <c:pt idx="1824">
                  <c:v>8.762283</c:v>
                </c:pt>
                <c:pt idx="1825">
                  <c:v>8.8288919999999997</c:v>
                </c:pt>
                <c:pt idx="1826">
                  <c:v>8.7858789999999996</c:v>
                </c:pt>
                <c:pt idx="1827">
                  <c:v>8.5951350000000009</c:v>
                </c:pt>
                <c:pt idx="1828">
                  <c:v>8.3516809999999992</c:v>
                </c:pt>
                <c:pt idx="1829">
                  <c:v>8.3353169999999999</c:v>
                </c:pt>
                <c:pt idx="1830">
                  <c:v>8.4875849999999993</c:v>
                </c:pt>
                <c:pt idx="1831">
                  <c:v>8.6282169999999994</c:v>
                </c:pt>
                <c:pt idx="1832">
                  <c:v>8.7366089999999996</c:v>
                </c:pt>
                <c:pt idx="1833">
                  <c:v>8.6667500000000004</c:v>
                </c:pt>
                <c:pt idx="1834">
                  <c:v>8.4998860000000001</c:v>
                </c:pt>
                <c:pt idx="1835">
                  <c:v>8.4892690000000002</c:v>
                </c:pt>
                <c:pt idx="1836">
                  <c:v>8.6303669999999997</c:v>
                </c:pt>
                <c:pt idx="1837">
                  <c:v>8.5334210000000006</c:v>
                </c:pt>
                <c:pt idx="1838">
                  <c:v>8.2939059999999998</c:v>
                </c:pt>
                <c:pt idx="1839">
                  <c:v>8.234686</c:v>
                </c:pt>
                <c:pt idx="1840">
                  <c:v>8.3930830000000007</c:v>
                </c:pt>
                <c:pt idx="1841">
                  <c:v>8.4535769999999992</c:v>
                </c:pt>
                <c:pt idx="1842">
                  <c:v>8.4335780000000007</c:v>
                </c:pt>
                <c:pt idx="1843">
                  <c:v>8.3771430000000002</c:v>
                </c:pt>
                <c:pt idx="1844">
                  <c:v>8.2863279999999992</c:v>
                </c:pt>
                <c:pt idx="1845">
                  <c:v>8.3630099999999992</c:v>
                </c:pt>
                <c:pt idx="1846">
                  <c:v>8.5758410000000005</c:v>
                </c:pt>
                <c:pt idx="1847">
                  <c:v>8.689235</c:v>
                </c:pt>
                <c:pt idx="1848">
                  <c:v>8.6526429999999994</c:v>
                </c:pt>
                <c:pt idx="1849">
                  <c:v>8.6590520000000009</c:v>
                </c:pt>
                <c:pt idx="1850">
                  <c:v>8.7188429999999997</c:v>
                </c:pt>
                <c:pt idx="1851">
                  <c:v>8.7323409999999999</c:v>
                </c:pt>
                <c:pt idx="1852">
                  <c:v>8.6852640000000001</c:v>
                </c:pt>
                <c:pt idx="1853">
                  <c:v>8.6508070000000004</c:v>
                </c:pt>
                <c:pt idx="1854">
                  <c:v>8.6463490000000007</c:v>
                </c:pt>
                <c:pt idx="1855">
                  <c:v>8.5899719999999995</c:v>
                </c:pt>
                <c:pt idx="1856">
                  <c:v>8.4778970000000005</c:v>
                </c:pt>
                <c:pt idx="1857">
                  <c:v>8.4102499999999996</c:v>
                </c:pt>
                <c:pt idx="1858">
                  <c:v>8.4251480000000001</c:v>
                </c:pt>
                <c:pt idx="1859">
                  <c:v>8.4926200000000005</c:v>
                </c:pt>
                <c:pt idx="1860">
                  <c:v>8.6064559999999997</c:v>
                </c:pt>
                <c:pt idx="1861">
                  <c:v>8.6769759999999998</c:v>
                </c:pt>
                <c:pt idx="1862">
                  <c:v>8.5913419999999991</c:v>
                </c:pt>
                <c:pt idx="1863">
                  <c:v>8.6171209999999991</c:v>
                </c:pt>
                <c:pt idx="1864">
                  <c:v>8.7693820000000002</c:v>
                </c:pt>
                <c:pt idx="1865">
                  <c:v>8.7963989999999992</c:v>
                </c:pt>
                <c:pt idx="1866">
                  <c:v>8.4014729999999993</c:v>
                </c:pt>
                <c:pt idx="1867">
                  <c:v>8.3055730000000008</c:v>
                </c:pt>
                <c:pt idx="1868">
                  <c:v>8.6175999999999995</c:v>
                </c:pt>
                <c:pt idx="1869">
                  <c:v>8.8249099999999991</c:v>
                </c:pt>
                <c:pt idx="1870">
                  <c:v>8.6623230000000007</c:v>
                </c:pt>
                <c:pt idx="1871">
                  <c:v>8.5281839999999995</c:v>
                </c:pt>
                <c:pt idx="1872">
                  <c:v>8.5492810000000006</c:v>
                </c:pt>
                <c:pt idx="1873">
                  <c:v>8.5186019999999996</c:v>
                </c:pt>
                <c:pt idx="1874">
                  <c:v>8.3507650000000009</c:v>
                </c:pt>
                <c:pt idx="1875">
                  <c:v>8.2042090000000005</c:v>
                </c:pt>
                <c:pt idx="1876">
                  <c:v>8.1168800000000001</c:v>
                </c:pt>
                <c:pt idx="1877">
                  <c:v>8.2108740000000004</c:v>
                </c:pt>
                <c:pt idx="1878">
                  <c:v>8.5603949999999998</c:v>
                </c:pt>
                <c:pt idx="1879">
                  <c:v>8.8435190000000006</c:v>
                </c:pt>
                <c:pt idx="1880">
                  <c:v>8.7697909999999997</c:v>
                </c:pt>
                <c:pt idx="1881">
                  <c:v>8.6193139999999993</c:v>
                </c:pt>
                <c:pt idx="1882">
                  <c:v>8.4321520000000003</c:v>
                </c:pt>
                <c:pt idx="1883">
                  <c:v>8.3353110000000008</c:v>
                </c:pt>
                <c:pt idx="1884">
                  <c:v>8.5741940000000003</c:v>
                </c:pt>
                <c:pt idx="1885">
                  <c:v>8.6921700000000008</c:v>
                </c:pt>
                <c:pt idx="1886">
                  <c:v>8.5308119999999992</c:v>
                </c:pt>
                <c:pt idx="1887">
                  <c:v>8.3856800000000007</c:v>
                </c:pt>
                <c:pt idx="1888">
                  <c:v>8.5963039999999999</c:v>
                </c:pt>
                <c:pt idx="1889">
                  <c:v>8.7387569999999997</c:v>
                </c:pt>
                <c:pt idx="1890">
                  <c:v>8.5978220000000007</c:v>
                </c:pt>
                <c:pt idx="1891">
                  <c:v>8.4912840000000003</c:v>
                </c:pt>
                <c:pt idx="1892">
                  <c:v>8.7607110000000006</c:v>
                </c:pt>
                <c:pt idx="1893">
                  <c:v>8.9459619999999997</c:v>
                </c:pt>
                <c:pt idx="1894">
                  <c:v>8.5748119999999997</c:v>
                </c:pt>
                <c:pt idx="1895">
                  <c:v>8.3131640000000004</c:v>
                </c:pt>
                <c:pt idx="1896">
                  <c:v>8.5902270000000005</c:v>
                </c:pt>
                <c:pt idx="1897">
                  <c:v>8.9174539999999993</c:v>
                </c:pt>
                <c:pt idx="1898">
                  <c:v>8.7690529999999995</c:v>
                </c:pt>
                <c:pt idx="1899">
                  <c:v>8.5444739999999992</c:v>
                </c:pt>
                <c:pt idx="1900">
                  <c:v>8.3876170000000005</c:v>
                </c:pt>
                <c:pt idx="1901">
                  <c:v>8.3562530000000006</c:v>
                </c:pt>
                <c:pt idx="1902">
                  <c:v>8.7279859999999996</c:v>
                </c:pt>
                <c:pt idx="1903">
                  <c:v>8.9431460000000005</c:v>
                </c:pt>
                <c:pt idx="1904">
                  <c:v>8.6744400000000006</c:v>
                </c:pt>
                <c:pt idx="1905">
                  <c:v>8.2876080000000005</c:v>
                </c:pt>
                <c:pt idx="1906">
                  <c:v>8.1731149999999992</c:v>
                </c:pt>
                <c:pt idx="1907">
                  <c:v>8.2252069999999993</c:v>
                </c:pt>
                <c:pt idx="1908">
                  <c:v>8.4103220000000007</c:v>
                </c:pt>
                <c:pt idx="1909">
                  <c:v>8.5881100000000004</c:v>
                </c:pt>
                <c:pt idx="1910">
                  <c:v>8.5868230000000008</c:v>
                </c:pt>
                <c:pt idx="1911">
                  <c:v>8.5098059999999993</c:v>
                </c:pt>
                <c:pt idx="1912">
                  <c:v>8.3540989999999997</c:v>
                </c:pt>
                <c:pt idx="1913">
                  <c:v>8.2995579999999993</c:v>
                </c:pt>
                <c:pt idx="1914">
                  <c:v>8.6836230000000008</c:v>
                </c:pt>
                <c:pt idx="1915">
                  <c:v>9.086646</c:v>
                </c:pt>
                <c:pt idx="1916">
                  <c:v>8.9376320000000007</c:v>
                </c:pt>
                <c:pt idx="1917">
                  <c:v>8.7065590000000004</c:v>
                </c:pt>
                <c:pt idx="1918">
                  <c:v>8.8138950000000005</c:v>
                </c:pt>
                <c:pt idx="1919">
                  <c:v>9.0020480000000003</c:v>
                </c:pt>
                <c:pt idx="1920">
                  <c:v>8.8643230000000006</c:v>
                </c:pt>
                <c:pt idx="1921">
                  <c:v>8.6517579999999992</c:v>
                </c:pt>
                <c:pt idx="1922">
                  <c:v>8.5643119999999993</c:v>
                </c:pt>
                <c:pt idx="1923">
                  <c:v>8.5642790000000009</c:v>
                </c:pt>
                <c:pt idx="1924">
                  <c:v>8.6516739999999999</c:v>
                </c:pt>
                <c:pt idx="1925">
                  <c:v>8.7267100000000006</c:v>
                </c:pt>
                <c:pt idx="1926">
                  <c:v>8.6960429999999995</c:v>
                </c:pt>
                <c:pt idx="1927">
                  <c:v>8.6264599999999998</c:v>
                </c:pt>
                <c:pt idx="1928">
                  <c:v>8.6223240000000008</c:v>
                </c:pt>
                <c:pt idx="1929">
                  <c:v>8.6548909999999992</c:v>
                </c:pt>
                <c:pt idx="1930">
                  <c:v>8.709085</c:v>
                </c:pt>
                <c:pt idx="1931">
                  <c:v>8.7587419999999998</c:v>
                </c:pt>
                <c:pt idx="1932">
                  <c:v>8.7757159999999992</c:v>
                </c:pt>
                <c:pt idx="1933">
                  <c:v>8.7597799999999992</c:v>
                </c:pt>
                <c:pt idx="1934">
                  <c:v>8.6848969999999994</c:v>
                </c:pt>
                <c:pt idx="1935">
                  <c:v>8.5985209999999999</c:v>
                </c:pt>
                <c:pt idx="1936">
                  <c:v>8.5756029999999992</c:v>
                </c:pt>
                <c:pt idx="1937">
                  <c:v>8.5600140000000007</c:v>
                </c:pt>
                <c:pt idx="1938">
                  <c:v>8.3736010000000007</c:v>
                </c:pt>
                <c:pt idx="1939">
                  <c:v>8.2436349999999994</c:v>
                </c:pt>
                <c:pt idx="1940">
                  <c:v>8.5625979999999995</c:v>
                </c:pt>
                <c:pt idx="1941">
                  <c:v>8.9977420000000006</c:v>
                </c:pt>
                <c:pt idx="1942">
                  <c:v>8.788805</c:v>
                </c:pt>
                <c:pt idx="1943">
                  <c:v>8.4108959999999993</c:v>
                </c:pt>
                <c:pt idx="1944">
                  <c:v>8.4278779999999998</c:v>
                </c:pt>
                <c:pt idx="1945">
                  <c:v>8.641235</c:v>
                </c:pt>
                <c:pt idx="1946">
                  <c:v>8.6274250000000006</c:v>
                </c:pt>
                <c:pt idx="1947">
                  <c:v>8.5510009999999994</c:v>
                </c:pt>
                <c:pt idx="1948">
                  <c:v>8.6205599999999993</c:v>
                </c:pt>
                <c:pt idx="1949">
                  <c:v>8.7291659999999993</c:v>
                </c:pt>
                <c:pt idx="1950">
                  <c:v>8.6038859999999993</c:v>
                </c:pt>
                <c:pt idx="1951">
                  <c:v>8.4190590000000007</c:v>
                </c:pt>
                <c:pt idx="1952">
                  <c:v>8.4069559999999992</c:v>
                </c:pt>
                <c:pt idx="1953">
                  <c:v>8.4606490000000001</c:v>
                </c:pt>
                <c:pt idx="1954">
                  <c:v>8.3446069999999999</c:v>
                </c:pt>
                <c:pt idx="1955">
                  <c:v>8.2171749999999992</c:v>
                </c:pt>
                <c:pt idx="1956">
                  <c:v>8.3681999999999999</c:v>
                </c:pt>
                <c:pt idx="1957">
                  <c:v>8.6111789999999999</c:v>
                </c:pt>
                <c:pt idx="1958">
                  <c:v>8.7070740000000004</c:v>
                </c:pt>
                <c:pt idx="1959">
                  <c:v>8.6968990000000002</c:v>
                </c:pt>
                <c:pt idx="1960">
                  <c:v>8.5850589999999993</c:v>
                </c:pt>
                <c:pt idx="1961">
                  <c:v>8.4652940000000001</c:v>
                </c:pt>
                <c:pt idx="1962">
                  <c:v>8.4777690000000003</c:v>
                </c:pt>
                <c:pt idx="1963">
                  <c:v>8.5520569999999996</c:v>
                </c:pt>
                <c:pt idx="1964">
                  <c:v>8.543787</c:v>
                </c:pt>
                <c:pt idx="1965">
                  <c:v>8.4916219999999996</c:v>
                </c:pt>
                <c:pt idx="1966">
                  <c:v>8.4276979999999995</c:v>
                </c:pt>
                <c:pt idx="1967">
                  <c:v>8.3879859999999997</c:v>
                </c:pt>
                <c:pt idx="1968">
                  <c:v>8.5183710000000001</c:v>
                </c:pt>
                <c:pt idx="1969">
                  <c:v>8.6664220000000007</c:v>
                </c:pt>
                <c:pt idx="1970">
                  <c:v>8.6256810000000002</c:v>
                </c:pt>
                <c:pt idx="1971">
                  <c:v>8.5163329999999995</c:v>
                </c:pt>
                <c:pt idx="1972">
                  <c:v>8.6378869999999992</c:v>
                </c:pt>
                <c:pt idx="1973">
                  <c:v>8.8072759999999999</c:v>
                </c:pt>
                <c:pt idx="1974">
                  <c:v>8.7797719999999995</c:v>
                </c:pt>
                <c:pt idx="1975">
                  <c:v>8.6577190000000002</c:v>
                </c:pt>
                <c:pt idx="1976">
                  <c:v>8.5690439999999999</c:v>
                </c:pt>
                <c:pt idx="1977">
                  <c:v>8.5294469999999993</c:v>
                </c:pt>
                <c:pt idx="1978">
                  <c:v>8.6434149999999992</c:v>
                </c:pt>
                <c:pt idx="1979">
                  <c:v>8.7487220000000008</c:v>
                </c:pt>
                <c:pt idx="1980">
                  <c:v>8.5924820000000004</c:v>
                </c:pt>
                <c:pt idx="1981">
                  <c:v>8.3179390000000009</c:v>
                </c:pt>
                <c:pt idx="1982">
                  <c:v>8.0819080000000003</c:v>
                </c:pt>
                <c:pt idx="1983">
                  <c:v>7.9470919999999996</c:v>
                </c:pt>
                <c:pt idx="1984">
                  <c:v>7.9607609999999998</c:v>
                </c:pt>
                <c:pt idx="1985">
                  <c:v>8.1268530000000005</c:v>
                </c:pt>
                <c:pt idx="1986">
                  <c:v>8.6345919999999996</c:v>
                </c:pt>
                <c:pt idx="1987">
                  <c:v>9.1157559999999993</c:v>
                </c:pt>
                <c:pt idx="1988">
                  <c:v>9.1606989999999993</c:v>
                </c:pt>
                <c:pt idx="1989">
                  <c:v>8.9699150000000003</c:v>
                </c:pt>
                <c:pt idx="1990">
                  <c:v>8.983549</c:v>
                </c:pt>
                <c:pt idx="1991">
                  <c:v>8.9155010000000008</c:v>
                </c:pt>
                <c:pt idx="1992">
                  <c:v>8.3764140000000005</c:v>
                </c:pt>
                <c:pt idx="1993">
                  <c:v>7.7875610000000002</c:v>
                </c:pt>
                <c:pt idx="1994">
                  <c:v>8.0418679999999991</c:v>
                </c:pt>
                <c:pt idx="1995">
                  <c:v>8.5130269999999992</c:v>
                </c:pt>
                <c:pt idx="1996">
                  <c:v>8.5594599999999996</c:v>
                </c:pt>
                <c:pt idx="1997">
                  <c:v>8.4033909999999992</c:v>
                </c:pt>
                <c:pt idx="1998">
                  <c:v>8.3166100000000007</c:v>
                </c:pt>
                <c:pt idx="1999">
                  <c:v>8.2455850000000002</c:v>
                </c:pt>
                <c:pt idx="2000">
                  <c:v>8.0508849999999992</c:v>
                </c:pt>
                <c:pt idx="2001">
                  <c:v>7.922625</c:v>
                </c:pt>
                <c:pt idx="2002">
                  <c:v>8.1622070000000004</c:v>
                </c:pt>
                <c:pt idx="2003">
                  <c:v>8.4887899999999998</c:v>
                </c:pt>
                <c:pt idx="2004">
                  <c:v>8.5323799999999999</c:v>
                </c:pt>
                <c:pt idx="2005">
                  <c:v>8.4639480000000002</c:v>
                </c:pt>
                <c:pt idx="2006">
                  <c:v>8.4006190000000007</c:v>
                </c:pt>
                <c:pt idx="2007">
                  <c:v>8.3679869999999994</c:v>
                </c:pt>
                <c:pt idx="2008">
                  <c:v>8.4395489999999995</c:v>
                </c:pt>
                <c:pt idx="2009">
                  <c:v>8.5226509999999998</c:v>
                </c:pt>
                <c:pt idx="2010">
                  <c:v>8.5599380000000007</c:v>
                </c:pt>
                <c:pt idx="2011">
                  <c:v>8.5410649999999997</c:v>
                </c:pt>
                <c:pt idx="2012">
                  <c:v>8.3668119999999995</c:v>
                </c:pt>
                <c:pt idx="2013">
                  <c:v>8.2421170000000004</c:v>
                </c:pt>
                <c:pt idx="2014">
                  <c:v>8.3179800000000004</c:v>
                </c:pt>
                <c:pt idx="2015">
                  <c:v>8.4507510000000003</c:v>
                </c:pt>
                <c:pt idx="2016">
                  <c:v>8.4499440000000003</c:v>
                </c:pt>
                <c:pt idx="2017">
                  <c:v>8.4229979999999998</c:v>
                </c:pt>
                <c:pt idx="2018">
                  <c:v>8.4435629999999993</c:v>
                </c:pt>
                <c:pt idx="2019">
                  <c:v>8.4756730000000005</c:v>
                </c:pt>
                <c:pt idx="2020">
                  <c:v>8.5008510000000008</c:v>
                </c:pt>
                <c:pt idx="2021">
                  <c:v>8.4928869999999996</c:v>
                </c:pt>
                <c:pt idx="2022">
                  <c:v>8.4057110000000002</c:v>
                </c:pt>
                <c:pt idx="2023">
                  <c:v>8.3267260000000007</c:v>
                </c:pt>
                <c:pt idx="2024">
                  <c:v>8.3005049999999994</c:v>
                </c:pt>
                <c:pt idx="2025">
                  <c:v>8.3414370000000009</c:v>
                </c:pt>
                <c:pt idx="2026">
                  <c:v>8.5689659999999996</c:v>
                </c:pt>
                <c:pt idx="2027">
                  <c:v>8.7142180000000007</c:v>
                </c:pt>
                <c:pt idx="2028">
                  <c:v>8.6079729999999994</c:v>
                </c:pt>
                <c:pt idx="2029">
                  <c:v>8.4456229999999994</c:v>
                </c:pt>
                <c:pt idx="2030">
                  <c:v>8.4472609999999992</c:v>
                </c:pt>
                <c:pt idx="2031">
                  <c:v>8.4149469999999997</c:v>
                </c:pt>
                <c:pt idx="2032">
                  <c:v>8.2440549999999995</c:v>
                </c:pt>
                <c:pt idx="2033">
                  <c:v>8.0958120000000005</c:v>
                </c:pt>
                <c:pt idx="2034">
                  <c:v>8.1568380000000005</c:v>
                </c:pt>
                <c:pt idx="2035">
                  <c:v>8.2549600000000005</c:v>
                </c:pt>
                <c:pt idx="2036">
                  <c:v>8.3245149999999999</c:v>
                </c:pt>
                <c:pt idx="2037">
                  <c:v>8.4030330000000006</c:v>
                </c:pt>
                <c:pt idx="2038">
                  <c:v>8.6433160000000004</c:v>
                </c:pt>
                <c:pt idx="2039">
                  <c:v>8.6738</c:v>
                </c:pt>
                <c:pt idx="2040">
                  <c:v>8.3474520000000005</c:v>
                </c:pt>
                <c:pt idx="2041">
                  <c:v>8.0632239999999999</c:v>
                </c:pt>
                <c:pt idx="2042">
                  <c:v>8.1357090000000003</c:v>
                </c:pt>
                <c:pt idx="2043">
                  <c:v>8.3338020000000004</c:v>
                </c:pt>
                <c:pt idx="2044">
                  <c:v>8.6293190000000006</c:v>
                </c:pt>
                <c:pt idx="2045">
                  <c:v>8.8081659999999999</c:v>
                </c:pt>
                <c:pt idx="2046">
                  <c:v>8.7394809999999996</c:v>
                </c:pt>
                <c:pt idx="2047">
                  <c:v>8.5909359999999992</c:v>
                </c:pt>
                <c:pt idx="2048">
                  <c:v>8.386609</c:v>
                </c:pt>
                <c:pt idx="2049">
                  <c:v>8.2987160000000006</c:v>
                </c:pt>
                <c:pt idx="2050">
                  <c:v>8.4070689999999999</c:v>
                </c:pt>
                <c:pt idx="2051">
                  <c:v>8.4940709999999999</c:v>
                </c:pt>
                <c:pt idx="2052">
                  <c:v>8.3749789999999997</c:v>
                </c:pt>
                <c:pt idx="2053">
                  <c:v>8.3643339999999995</c:v>
                </c:pt>
                <c:pt idx="2054">
                  <c:v>8.5235260000000004</c:v>
                </c:pt>
                <c:pt idx="2055">
                  <c:v>8.6674799999999994</c:v>
                </c:pt>
                <c:pt idx="2056">
                  <c:v>8.6665329999999994</c:v>
                </c:pt>
                <c:pt idx="2057">
                  <c:v>8.6258540000000004</c:v>
                </c:pt>
                <c:pt idx="2058">
                  <c:v>8.552225</c:v>
                </c:pt>
                <c:pt idx="2059">
                  <c:v>8.5682670000000005</c:v>
                </c:pt>
                <c:pt idx="2060">
                  <c:v>8.8708989999999996</c:v>
                </c:pt>
                <c:pt idx="2061">
                  <c:v>9.0104399999999991</c:v>
                </c:pt>
                <c:pt idx="2062">
                  <c:v>8.9590409999999991</c:v>
                </c:pt>
                <c:pt idx="2063">
                  <c:v>8.8827300000000005</c:v>
                </c:pt>
                <c:pt idx="2064">
                  <c:v>8.8396089999999994</c:v>
                </c:pt>
                <c:pt idx="2065">
                  <c:v>8.8143930000000008</c:v>
                </c:pt>
                <c:pt idx="2066">
                  <c:v>8.8055129999999995</c:v>
                </c:pt>
                <c:pt idx="2067">
                  <c:v>8.7538599999999995</c:v>
                </c:pt>
                <c:pt idx="2068">
                  <c:v>8.6335789999999992</c:v>
                </c:pt>
                <c:pt idx="2069">
                  <c:v>8.6444159999999997</c:v>
                </c:pt>
                <c:pt idx="2070">
                  <c:v>8.8201000000000001</c:v>
                </c:pt>
                <c:pt idx="2071">
                  <c:v>8.8208210000000005</c:v>
                </c:pt>
                <c:pt idx="2072">
                  <c:v>8.6110559999999996</c:v>
                </c:pt>
                <c:pt idx="2073">
                  <c:v>8.5470970000000008</c:v>
                </c:pt>
                <c:pt idx="2074">
                  <c:v>8.7135359999999995</c:v>
                </c:pt>
                <c:pt idx="2075">
                  <c:v>8.7393269999999994</c:v>
                </c:pt>
                <c:pt idx="2076">
                  <c:v>8.6356230000000007</c:v>
                </c:pt>
                <c:pt idx="2077">
                  <c:v>8.6607939999999992</c:v>
                </c:pt>
                <c:pt idx="2078">
                  <c:v>8.9289459999999998</c:v>
                </c:pt>
                <c:pt idx="2079">
                  <c:v>8.9881200000000003</c:v>
                </c:pt>
                <c:pt idx="2080">
                  <c:v>8.880471</c:v>
                </c:pt>
                <c:pt idx="2081">
                  <c:v>8.8090039999999998</c:v>
                </c:pt>
                <c:pt idx="2082">
                  <c:v>8.8205629999999999</c:v>
                </c:pt>
                <c:pt idx="2083">
                  <c:v>8.6247670000000003</c:v>
                </c:pt>
                <c:pt idx="2084">
                  <c:v>8.3337699999999995</c:v>
                </c:pt>
                <c:pt idx="2085">
                  <c:v>8.5119679999999995</c:v>
                </c:pt>
                <c:pt idx="2086">
                  <c:v>9.1659570000000006</c:v>
                </c:pt>
                <c:pt idx="2087">
                  <c:v>9.0798319999999997</c:v>
                </c:pt>
                <c:pt idx="2088">
                  <c:v>8.4823920000000008</c:v>
                </c:pt>
                <c:pt idx="2089">
                  <c:v>8.2715390000000006</c:v>
                </c:pt>
                <c:pt idx="2090">
                  <c:v>8.4618970000000004</c:v>
                </c:pt>
                <c:pt idx="2091">
                  <c:v>8.6435829999999996</c:v>
                </c:pt>
                <c:pt idx="2092">
                  <c:v>8.7900650000000002</c:v>
                </c:pt>
                <c:pt idx="2093">
                  <c:v>8.7649969999999993</c:v>
                </c:pt>
                <c:pt idx="2094">
                  <c:v>8.6537659999999992</c:v>
                </c:pt>
                <c:pt idx="2095">
                  <c:v>8.695316</c:v>
                </c:pt>
                <c:pt idx="2096">
                  <c:v>8.8386270000000007</c:v>
                </c:pt>
                <c:pt idx="2097">
                  <c:v>8.8187080000000009</c:v>
                </c:pt>
                <c:pt idx="2098">
                  <c:v>8.7014960000000006</c:v>
                </c:pt>
                <c:pt idx="2099">
                  <c:v>8.5772650000000006</c:v>
                </c:pt>
                <c:pt idx="2100">
                  <c:v>8.4802490000000006</c:v>
                </c:pt>
                <c:pt idx="2101">
                  <c:v>8.5263629999999999</c:v>
                </c:pt>
                <c:pt idx="2102">
                  <c:v>8.6292860000000005</c:v>
                </c:pt>
                <c:pt idx="2103">
                  <c:v>8.6656449999999996</c:v>
                </c:pt>
                <c:pt idx="2104">
                  <c:v>8.6650089999999995</c:v>
                </c:pt>
                <c:pt idx="2105">
                  <c:v>8.6527379999999994</c:v>
                </c:pt>
                <c:pt idx="2106">
                  <c:v>8.6671709999999997</c:v>
                </c:pt>
                <c:pt idx="2107">
                  <c:v>8.8498560000000008</c:v>
                </c:pt>
                <c:pt idx="2108">
                  <c:v>9.0006260000000005</c:v>
                </c:pt>
                <c:pt idx="2109">
                  <c:v>8.8035899999999998</c:v>
                </c:pt>
                <c:pt idx="2110">
                  <c:v>8.5269980000000007</c:v>
                </c:pt>
                <c:pt idx="2111">
                  <c:v>8.5144079999999995</c:v>
                </c:pt>
                <c:pt idx="2112">
                  <c:v>8.6042729999999992</c:v>
                </c:pt>
                <c:pt idx="2113">
                  <c:v>8.7011509999999994</c:v>
                </c:pt>
                <c:pt idx="2114">
                  <c:v>8.7701770000000003</c:v>
                </c:pt>
                <c:pt idx="2115">
                  <c:v>8.7534550000000007</c:v>
                </c:pt>
                <c:pt idx="2116">
                  <c:v>8.699071</c:v>
                </c:pt>
                <c:pt idx="2117">
                  <c:v>8.6252960000000005</c:v>
                </c:pt>
                <c:pt idx="2118">
                  <c:v>8.56128</c:v>
                </c:pt>
                <c:pt idx="2119">
                  <c:v>8.5002169999999992</c:v>
                </c:pt>
                <c:pt idx="2120">
                  <c:v>8.5518830000000001</c:v>
                </c:pt>
                <c:pt idx="2121">
                  <c:v>8.7864930000000001</c:v>
                </c:pt>
                <c:pt idx="2122">
                  <c:v>8.9792640000000006</c:v>
                </c:pt>
                <c:pt idx="2123">
                  <c:v>8.8896280000000001</c:v>
                </c:pt>
                <c:pt idx="2124">
                  <c:v>8.7246290000000002</c:v>
                </c:pt>
                <c:pt idx="2125">
                  <c:v>8.5394070000000006</c:v>
                </c:pt>
                <c:pt idx="2126">
                  <c:v>8.4044220000000003</c:v>
                </c:pt>
                <c:pt idx="2127">
                  <c:v>8.3725989999999992</c:v>
                </c:pt>
                <c:pt idx="2128">
                  <c:v>8.4183190000000003</c:v>
                </c:pt>
                <c:pt idx="2129">
                  <c:v>8.5416150000000002</c:v>
                </c:pt>
                <c:pt idx="2130">
                  <c:v>8.6434470000000001</c:v>
                </c:pt>
                <c:pt idx="2131">
                  <c:v>8.6753219999999995</c:v>
                </c:pt>
                <c:pt idx="2132">
                  <c:v>8.6992670000000007</c:v>
                </c:pt>
                <c:pt idx="2133">
                  <c:v>8.7484739999999999</c:v>
                </c:pt>
                <c:pt idx="2134">
                  <c:v>8.7015399999999996</c:v>
                </c:pt>
                <c:pt idx="2135">
                  <c:v>8.5196149999999999</c:v>
                </c:pt>
                <c:pt idx="2136">
                  <c:v>8.3858169999999994</c:v>
                </c:pt>
                <c:pt idx="2137">
                  <c:v>8.3543959999999995</c:v>
                </c:pt>
                <c:pt idx="2138">
                  <c:v>8.3951560000000001</c:v>
                </c:pt>
                <c:pt idx="2139">
                  <c:v>8.5001569999999997</c:v>
                </c:pt>
                <c:pt idx="2140">
                  <c:v>8.5800450000000001</c:v>
                </c:pt>
                <c:pt idx="2141">
                  <c:v>8.5948419999999999</c:v>
                </c:pt>
                <c:pt idx="2142">
                  <c:v>8.6194500000000005</c:v>
                </c:pt>
                <c:pt idx="2143">
                  <c:v>8.6536709999999992</c:v>
                </c:pt>
                <c:pt idx="2144">
                  <c:v>8.6876630000000006</c:v>
                </c:pt>
                <c:pt idx="2145">
                  <c:v>8.7267360000000007</c:v>
                </c:pt>
                <c:pt idx="2146">
                  <c:v>8.6642980000000005</c:v>
                </c:pt>
                <c:pt idx="2147">
                  <c:v>8.5300080000000005</c:v>
                </c:pt>
                <c:pt idx="2148">
                  <c:v>8.4770459999999996</c:v>
                </c:pt>
                <c:pt idx="2149">
                  <c:v>8.5330949999999994</c:v>
                </c:pt>
                <c:pt idx="2150">
                  <c:v>8.5721769999999999</c:v>
                </c:pt>
                <c:pt idx="2151">
                  <c:v>8.5940980000000007</c:v>
                </c:pt>
                <c:pt idx="2152">
                  <c:v>8.5870339999999992</c:v>
                </c:pt>
                <c:pt idx="2153">
                  <c:v>8.5636089999999996</c:v>
                </c:pt>
                <c:pt idx="2154">
                  <c:v>8.569483</c:v>
                </c:pt>
                <c:pt idx="2155">
                  <c:v>8.6118790000000001</c:v>
                </c:pt>
                <c:pt idx="2156">
                  <c:v>8.7722599999999993</c:v>
                </c:pt>
                <c:pt idx="2157">
                  <c:v>8.9602690000000003</c:v>
                </c:pt>
                <c:pt idx="2158">
                  <c:v>8.9751999999999992</c:v>
                </c:pt>
                <c:pt idx="2159">
                  <c:v>8.8667470000000002</c:v>
                </c:pt>
                <c:pt idx="2160">
                  <c:v>8.7961639999999992</c:v>
                </c:pt>
                <c:pt idx="2161">
                  <c:v>8.7410870000000003</c:v>
                </c:pt>
                <c:pt idx="2162">
                  <c:v>8.6578250000000008</c:v>
                </c:pt>
                <c:pt idx="2163">
                  <c:v>8.5842840000000002</c:v>
                </c:pt>
                <c:pt idx="2164">
                  <c:v>8.6330080000000002</c:v>
                </c:pt>
                <c:pt idx="2165">
                  <c:v>8.7157649999999993</c:v>
                </c:pt>
                <c:pt idx="2166">
                  <c:v>8.7409199999999991</c:v>
                </c:pt>
                <c:pt idx="2167">
                  <c:v>8.7401649999999993</c:v>
                </c:pt>
                <c:pt idx="2168">
                  <c:v>8.7780679999999993</c:v>
                </c:pt>
                <c:pt idx="2169">
                  <c:v>8.783436</c:v>
                </c:pt>
                <c:pt idx="2170">
                  <c:v>8.6608520000000002</c:v>
                </c:pt>
                <c:pt idx="2171">
                  <c:v>8.5503750000000007</c:v>
                </c:pt>
                <c:pt idx="2172">
                  <c:v>8.6088950000000004</c:v>
                </c:pt>
                <c:pt idx="2173">
                  <c:v>8.6881000000000004</c:v>
                </c:pt>
                <c:pt idx="2174">
                  <c:v>8.7049489999999992</c:v>
                </c:pt>
                <c:pt idx="2175">
                  <c:v>8.6329429999999991</c:v>
                </c:pt>
                <c:pt idx="2176">
                  <c:v>8.3868100000000005</c:v>
                </c:pt>
                <c:pt idx="2177">
                  <c:v>8.2480039999999999</c:v>
                </c:pt>
                <c:pt idx="2178">
                  <c:v>8.5745000000000005</c:v>
                </c:pt>
                <c:pt idx="2179">
                  <c:v>8.7774070000000002</c:v>
                </c:pt>
                <c:pt idx="2180">
                  <c:v>8.7004850000000005</c:v>
                </c:pt>
                <c:pt idx="2181">
                  <c:v>8.5458979999999993</c:v>
                </c:pt>
                <c:pt idx="2182">
                  <c:v>8.3411460000000002</c:v>
                </c:pt>
                <c:pt idx="2183">
                  <c:v>8.3514029999999995</c:v>
                </c:pt>
                <c:pt idx="2184">
                  <c:v>8.6140070000000009</c:v>
                </c:pt>
                <c:pt idx="2185">
                  <c:v>8.7677019999999999</c:v>
                </c:pt>
                <c:pt idx="2186">
                  <c:v>8.4400060000000003</c:v>
                </c:pt>
                <c:pt idx="2187">
                  <c:v>8.3655659999999994</c:v>
                </c:pt>
                <c:pt idx="2188">
                  <c:v>8.5554659999999991</c:v>
                </c:pt>
                <c:pt idx="2189">
                  <c:v>8.640091</c:v>
                </c:pt>
                <c:pt idx="2190">
                  <c:v>8.4412909999999997</c:v>
                </c:pt>
                <c:pt idx="2191">
                  <c:v>8.4046690000000002</c:v>
                </c:pt>
                <c:pt idx="2192">
                  <c:v>8.5245580000000007</c:v>
                </c:pt>
                <c:pt idx="2193">
                  <c:v>8.5783419999999992</c:v>
                </c:pt>
                <c:pt idx="2194">
                  <c:v>8.5294080000000001</c:v>
                </c:pt>
                <c:pt idx="2195">
                  <c:v>8.5726040000000001</c:v>
                </c:pt>
                <c:pt idx="2196">
                  <c:v>8.6933249999999997</c:v>
                </c:pt>
                <c:pt idx="2197">
                  <c:v>8.6964900000000007</c:v>
                </c:pt>
                <c:pt idx="2198">
                  <c:v>8.6021389999999993</c:v>
                </c:pt>
                <c:pt idx="2199">
                  <c:v>8.5697360000000007</c:v>
                </c:pt>
                <c:pt idx="2200">
                  <c:v>8.5991700000000009</c:v>
                </c:pt>
                <c:pt idx="2201">
                  <c:v>8.6469579999999997</c:v>
                </c:pt>
                <c:pt idx="2202">
                  <c:v>8.7145720000000004</c:v>
                </c:pt>
                <c:pt idx="2203">
                  <c:v>8.8298269999999999</c:v>
                </c:pt>
                <c:pt idx="2204">
                  <c:v>8.9485539999999997</c:v>
                </c:pt>
                <c:pt idx="2205">
                  <c:v>8.8758579999999991</c:v>
                </c:pt>
                <c:pt idx="2206">
                  <c:v>8.7362789999999997</c:v>
                </c:pt>
                <c:pt idx="2207">
                  <c:v>8.7080769999999994</c:v>
                </c:pt>
                <c:pt idx="2208">
                  <c:v>8.7430109999999992</c:v>
                </c:pt>
                <c:pt idx="2209">
                  <c:v>8.8010439999999992</c:v>
                </c:pt>
                <c:pt idx="2210">
                  <c:v>8.8121189999999991</c:v>
                </c:pt>
                <c:pt idx="2211">
                  <c:v>8.6366680000000002</c:v>
                </c:pt>
                <c:pt idx="2212">
                  <c:v>8.4765689999999996</c:v>
                </c:pt>
                <c:pt idx="2213">
                  <c:v>8.6220149999999993</c:v>
                </c:pt>
                <c:pt idx="2214">
                  <c:v>8.7797049999999999</c:v>
                </c:pt>
                <c:pt idx="2215">
                  <c:v>8.6403859999999995</c:v>
                </c:pt>
                <c:pt idx="2216">
                  <c:v>8.4930160000000008</c:v>
                </c:pt>
                <c:pt idx="2217">
                  <c:v>8.5039359999999995</c:v>
                </c:pt>
                <c:pt idx="2218">
                  <c:v>8.5544150000000005</c:v>
                </c:pt>
                <c:pt idx="2219">
                  <c:v>8.5710329999999999</c:v>
                </c:pt>
                <c:pt idx="2220">
                  <c:v>8.5584050000000005</c:v>
                </c:pt>
                <c:pt idx="2221">
                  <c:v>8.5053169999999998</c:v>
                </c:pt>
                <c:pt idx="2222">
                  <c:v>8.4932180000000006</c:v>
                </c:pt>
                <c:pt idx="2223">
                  <c:v>8.5873779999999993</c:v>
                </c:pt>
                <c:pt idx="2224">
                  <c:v>8.7693449999999995</c:v>
                </c:pt>
                <c:pt idx="2225">
                  <c:v>9.0444420000000001</c:v>
                </c:pt>
                <c:pt idx="2226">
                  <c:v>9.1576319999999996</c:v>
                </c:pt>
                <c:pt idx="2227">
                  <c:v>8.7637339999999995</c:v>
                </c:pt>
                <c:pt idx="2228">
                  <c:v>8.6342009999999991</c:v>
                </c:pt>
                <c:pt idx="2229">
                  <c:v>8.7740650000000002</c:v>
                </c:pt>
                <c:pt idx="2230">
                  <c:v>8.9107690000000002</c:v>
                </c:pt>
                <c:pt idx="2231">
                  <c:v>8.9558090000000004</c:v>
                </c:pt>
                <c:pt idx="2232">
                  <c:v>8.9711090000000002</c:v>
                </c:pt>
                <c:pt idx="2233">
                  <c:v>8.9598069999999996</c:v>
                </c:pt>
                <c:pt idx="2234">
                  <c:v>8.9158329999999992</c:v>
                </c:pt>
                <c:pt idx="2235">
                  <c:v>8.8470390000000005</c:v>
                </c:pt>
                <c:pt idx="2236">
                  <c:v>8.8673839999999995</c:v>
                </c:pt>
                <c:pt idx="2237">
                  <c:v>8.9480450000000005</c:v>
                </c:pt>
                <c:pt idx="2238">
                  <c:v>8.9159559999999995</c:v>
                </c:pt>
                <c:pt idx="2239">
                  <c:v>8.8170809999999999</c:v>
                </c:pt>
                <c:pt idx="2240">
                  <c:v>8.8811009999999992</c:v>
                </c:pt>
                <c:pt idx="2241">
                  <c:v>9.0227920000000008</c:v>
                </c:pt>
                <c:pt idx="2242">
                  <c:v>8.7683619999999998</c:v>
                </c:pt>
                <c:pt idx="2243">
                  <c:v>8.4007129999999997</c:v>
                </c:pt>
                <c:pt idx="2244">
                  <c:v>8.3754299999999997</c:v>
                </c:pt>
                <c:pt idx="2245">
                  <c:v>8.5406309999999994</c:v>
                </c:pt>
                <c:pt idx="2246">
                  <c:v>8.555472</c:v>
                </c:pt>
                <c:pt idx="2247">
                  <c:v>8.5488440000000008</c:v>
                </c:pt>
                <c:pt idx="2248">
                  <c:v>8.6377400000000009</c:v>
                </c:pt>
                <c:pt idx="2249">
                  <c:v>8.7840769999999999</c:v>
                </c:pt>
                <c:pt idx="2250">
                  <c:v>9.0736439999999998</c:v>
                </c:pt>
                <c:pt idx="2251">
                  <c:v>9.1817620000000009</c:v>
                </c:pt>
                <c:pt idx="2252">
                  <c:v>8.8548469999999995</c:v>
                </c:pt>
                <c:pt idx="2253">
                  <c:v>8.4827379999999994</c:v>
                </c:pt>
                <c:pt idx="2254">
                  <c:v>8.3065680000000004</c:v>
                </c:pt>
                <c:pt idx="2255">
                  <c:v>8.3294979999999992</c:v>
                </c:pt>
                <c:pt idx="2256">
                  <c:v>8.5935210000000009</c:v>
                </c:pt>
                <c:pt idx="2257">
                  <c:v>8.8581629999999993</c:v>
                </c:pt>
                <c:pt idx="2258">
                  <c:v>9.0580820000000006</c:v>
                </c:pt>
                <c:pt idx="2259">
                  <c:v>9.0884590000000003</c:v>
                </c:pt>
                <c:pt idx="2260">
                  <c:v>8.8785430000000005</c:v>
                </c:pt>
                <c:pt idx="2261">
                  <c:v>8.6292910000000003</c:v>
                </c:pt>
                <c:pt idx="2262">
                  <c:v>8.3716600000000003</c:v>
                </c:pt>
                <c:pt idx="2263">
                  <c:v>8.3820680000000003</c:v>
                </c:pt>
                <c:pt idx="2264">
                  <c:v>8.827693</c:v>
                </c:pt>
                <c:pt idx="2265">
                  <c:v>9.0649479999999993</c:v>
                </c:pt>
                <c:pt idx="2266">
                  <c:v>9.0775509999999997</c:v>
                </c:pt>
                <c:pt idx="2267">
                  <c:v>9.0134310000000006</c:v>
                </c:pt>
                <c:pt idx="2268">
                  <c:v>8.8941739999999996</c:v>
                </c:pt>
                <c:pt idx="2269">
                  <c:v>8.9407239999999994</c:v>
                </c:pt>
                <c:pt idx="2270">
                  <c:v>9.0731940000000009</c:v>
                </c:pt>
                <c:pt idx="2271">
                  <c:v>8.9757599999999993</c:v>
                </c:pt>
                <c:pt idx="2272">
                  <c:v>8.6690939999999994</c:v>
                </c:pt>
                <c:pt idx="2273">
                  <c:v>8.4841549999999994</c:v>
                </c:pt>
                <c:pt idx="2274">
                  <c:v>8.3977240000000002</c:v>
                </c:pt>
                <c:pt idx="2275">
                  <c:v>8.3611520000000006</c:v>
                </c:pt>
                <c:pt idx="2276">
                  <c:v>8.3922500000000007</c:v>
                </c:pt>
                <c:pt idx="2277">
                  <c:v>8.5822140000000005</c:v>
                </c:pt>
                <c:pt idx="2278">
                  <c:v>8.8184419999999992</c:v>
                </c:pt>
                <c:pt idx="2279">
                  <c:v>8.9007210000000008</c:v>
                </c:pt>
                <c:pt idx="2280">
                  <c:v>8.8994389999999992</c:v>
                </c:pt>
                <c:pt idx="2281">
                  <c:v>8.8829550000000008</c:v>
                </c:pt>
                <c:pt idx="2282">
                  <c:v>8.8452940000000009</c:v>
                </c:pt>
                <c:pt idx="2283">
                  <c:v>8.7543249999999997</c:v>
                </c:pt>
                <c:pt idx="2284">
                  <c:v>8.6652419999999992</c:v>
                </c:pt>
                <c:pt idx="2285">
                  <c:v>8.5859930000000002</c:v>
                </c:pt>
                <c:pt idx="2286">
                  <c:v>8.5956130000000002</c:v>
                </c:pt>
                <c:pt idx="2287">
                  <c:v>8.9345839999999992</c:v>
                </c:pt>
                <c:pt idx="2288">
                  <c:v>9.0799990000000008</c:v>
                </c:pt>
                <c:pt idx="2289">
                  <c:v>8.8943820000000002</c:v>
                </c:pt>
                <c:pt idx="2290">
                  <c:v>8.6435840000000006</c:v>
                </c:pt>
                <c:pt idx="2291">
                  <c:v>8.4175509999999996</c:v>
                </c:pt>
                <c:pt idx="2292">
                  <c:v>8.3348949999999995</c:v>
                </c:pt>
                <c:pt idx="2293">
                  <c:v>8.3993040000000008</c:v>
                </c:pt>
                <c:pt idx="2294">
                  <c:v>8.462078</c:v>
                </c:pt>
                <c:pt idx="2295">
                  <c:v>8.4563089999999992</c:v>
                </c:pt>
                <c:pt idx="2296">
                  <c:v>8.6340319999999995</c:v>
                </c:pt>
                <c:pt idx="2297">
                  <c:v>8.9745840000000001</c:v>
                </c:pt>
                <c:pt idx="2298">
                  <c:v>8.9807179999999995</c:v>
                </c:pt>
                <c:pt idx="2299">
                  <c:v>8.6352340000000005</c:v>
                </c:pt>
                <c:pt idx="2300">
                  <c:v>8.6149159999999991</c:v>
                </c:pt>
                <c:pt idx="2301">
                  <c:v>8.8764149999999997</c:v>
                </c:pt>
                <c:pt idx="2302">
                  <c:v>8.8730879999999992</c:v>
                </c:pt>
                <c:pt idx="2303">
                  <c:v>8.6776300000000006</c:v>
                </c:pt>
                <c:pt idx="2304">
                  <c:v>8.5588090000000001</c:v>
                </c:pt>
                <c:pt idx="2305">
                  <c:v>8.5300279999999997</c:v>
                </c:pt>
                <c:pt idx="2306">
                  <c:v>8.6562400000000004</c:v>
                </c:pt>
                <c:pt idx="2307">
                  <c:v>8.8350240000000007</c:v>
                </c:pt>
                <c:pt idx="2308">
                  <c:v>8.9479260000000007</c:v>
                </c:pt>
                <c:pt idx="2309">
                  <c:v>8.9843399999999995</c:v>
                </c:pt>
                <c:pt idx="2310">
                  <c:v>8.9829039999999996</c:v>
                </c:pt>
                <c:pt idx="2311">
                  <c:v>8.7885650000000002</c:v>
                </c:pt>
                <c:pt idx="2312">
                  <c:v>8.1901650000000004</c:v>
                </c:pt>
                <c:pt idx="2313">
                  <c:v>7.6595579999999996</c:v>
                </c:pt>
                <c:pt idx="2314">
                  <c:v>7.6881180000000002</c:v>
                </c:pt>
                <c:pt idx="2315">
                  <c:v>7.9452340000000001</c:v>
                </c:pt>
                <c:pt idx="2316">
                  <c:v>8.316789</c:v>
                </c:pt>
                <c:pt idx="2317">
                  <c:v>8.6606719999999999</c:v>
                </c:pt>
                <c:pt idx="2318">
                  <c:v>8.9717059999999993</c:v>
                </c:pt>
                <c:pt idx="2319">
                  <c:v>8.9156929999999992</c:v>
                </c:pt>
                <c:pt idx="2320">
                  <c:v>8.2698049999999999</c:v>
                </c:pt>
                <c:pt idx="2321">
                  <c:v>8.1018849999999993</c:v>
                </c:pt>
                <c:pt idx="2322">
                  <c:v>8.6669169999999998</c:v>
                </c:pt>
                <c:pt idx="2323">
                  <c:v>8.9454650000000004</c:v>
                </c:pt>
                <c:pt idx="2324">
                  <c:v>8.6533949999999997</c:v>
                </c:pt>
                <c:pt idx="2325">
                  <c:v>8.4503679999999992</c:v>
                </c:pt>
                <c:pt idx="2326">
                  <c:v>8.3832550000000001</c:v>
                </c:pt>
                <c:pt idx="2327">
                  <c:v>8.4902259999999998</c:v>
                </c:pt>
                <c:pt idx="2328">
                  <c:v>8.769228</c:v>
                </c:pt>
                <c:pt idx="2329">
                  <c:v>8.5553410000000003</c:v>
                </c:pt>
                <c:pt idx="2330">
                  <c:v>8.1017329999999994</c:v>
                </c:pt>
                <c:pt idx="2331">
                  <c:v>8.1857939999999996</c:v>
                </c:pt>
                <c:pt idx="2332">
                  <c:v>8.6418549999999996</c:v>
                </c:pt>
                <c:pt idx="2333">
                  <c:v>8.8923749999999995</c:v>
                </c:pt>
                <c:pt idx="2334">
                  <c:v>8.9828349999999997</c:v>
                </c:pt>
                <c:pt idx="2335">
                  <c:v>8.9172170000000008</c:v>
                </c:pt>
                <c:pt idx="2336">
                  <c:v>8.7929099999999991</c:v>
                </c:pt>
                <c:pt idx="2337">
                  <c:v>8.7200679999999995</c:v>
                </c:pt>
                <c:pt idx="2338">
                  <c:v>8.6468810000000005</c:v>
                </c:pt>
                <c:pt idx="2339">
                  <c:v>8.4473660000000006</c:v>
                </c:pt>
                <c:pt idx="2340">
                  <c:v>8.3285470000000004</c:v>
                </c:pt>
                <c:pt idx="2341">
                  <c:v>8.4538270000000004</c:v>
                </c:pt>
                <c:pt idx="2342">
                  <c:v>8.5950380000000006</c:v>
                </c:pt>
                <c:pt idx="2343">
                  <c:v>8.517277</c:v>
                </c:pt>
                <c:pt idx="2344">
                  <c:v>8.4889309999999991</c:v>
                </c:pt>
                <c:pt idx="2345">
                  <c:v>8.5764750000000003</c:v>
                </c:pt>
                <c:pt idx="2346">
                  <c:v>8.6718430000000009</c:v>
                </c:pt>
                <c:pt idx="2347">
                  <c:v>8.7184209999999993</c:v>
                </c:pt>
                <c:pt idx="2348">
                  <c:v>8.7507029999999997</c:v>
                </c:pt>
                <c:pt idx="2349">
                  <c:v>8.7689789999999999</c:v>
                </c:pt>
                <c:pt idx="2350">
                  <c:v>8.7344209999999993</c:v>
                </c:pt>
                <c:pt idx="2351">
                  <c:v>8.6097319999999993</c:v>
                </c:pt>
                <c:pt idx="2352">
                  <c:v>8.5492329999999992</c:v>
                </c:pt>
                <c:pt idx="2353">
                  <c:v>8.5336680000000005</c:v>
                </c:pt>
                <c:pt idx="2354">
                  <c:v>8.4636300000000002</c:v>
                </c:pt>
                <c:pt idx="2355">
                  <c:v>8.3411449999999991</c:v>
                </c:pt>
                <c:pt idx="2356">
                  <c:v>8.3112919999999999</c:v>
                </c:pt>
                <c:pt idx="2357">
                  <c:v>8.3441100000000006</c:v>
                </c:pt>
                <c:pt idx="2358">
                  <c:v>8.3553139999999999</c:v>
                </c:pt>
                <c:pt idx="2359">
                  <c:v>8.3721099999999993</c:v>
                </c:pt>
                <c:pt idx="2360">
                  <c:v>8.4681420000000003</c:v>
                </c:pt>
                <c:pt idx="2361">
                  <c:v>8.5963399999999996</c:v>
                </c:pt>
                <c:pt idx="2362">
                  <c:v>8.6639210000000002</c:v>
                </c:pt>
                <c:pt idx="2363">
                  <c:v>8.730969</c:v>
                </c:pt>
                <c:pt idx="2364">
                  <c:v>8.8793349999999993</c:v>
                </c:pt>
                <c:pt idx="2365">
                  <c:v>8.9665579999999991</c:v>
                </c:pt>
                <c:pt idx="2366">
                  <c:v>8.7983840000000004</c:v>
                </c:pt>
                <c:pt idx="2367">
                  <c:v>8.4980580000000003</c:v>
                </c:pt>
                <c:pt idx="2368">
                  <c:v>8.0722559999999994</c:v>
                </c:pt>
                <c:pt idx="2369">
                  <c:v>7.8548179999999999</c:v>
                </c:pt>
                <c:pt idx="2370">
                  <c:v>8.3561789999999991</c:v>
                </c:pt>
                <c:pt idx="2371">
                  <c:v>8.5904109999999996</c:v>
                </c:pt>
                <c:pt idx="2372">
                  <c:v>8.4486190000000008</c:v>
                </c:pt>
                <c:pt idx="2373">
                  <c:v>8.3593329999999995</c:v>
                </c:pt>
                <c:pt idx="2374">
                  <c:v>8.5252820000000007</c:v>
                </c:pt>
                <c:pt idx="2375">
                  <c:v>8.6806540000000005</c:v>
                </c:pt>
                <c:pt idx="2376">
                  <c:v>8.8041800000000006</c:v>
                </c:pt>
                <c:pt idx="2377">
                  <c:v>8.807938</c:v>
                </c:pt>
                <c:pt idx="2378">
                  <c:v>8.6829920000000005</c:v>
                </c:pt>
                <c:pt idx="2379">
                  <c:v>8.5462790000000002</c:v>
                </c:pt>
                <c:pt idx="2380">
                  <c:v>8.4217040000000001</c:v>
                </c:pt>
                <c:pt idx="2381">
                  <c:v>8.4351430000000001</c:v>
                </c:pt>
                <c:pt idx="2382">
                  <c:v>8.510669</c:v>
                </c:pt>
                <c:pt idx="2383">
                  <c:v>8.463139</c:v>
                </c:pt>
                <c:pt idx="2384">
                  <c:v>8.3507169999999995</c:v>
                </c:pt>
                <c:pt idx="2385">
                  <c:v>8.2504109999999997</c:v>
                </c:pt>
                <c:pt idx="2386">
                  <c:v>8.2587630000000001</c:v>
                </c:pt>
                <c:pt idx="2387">
                  <c:v>8.4696239999999996</c:v>
                </c:pt>
                <c:pt idx="2388">
                  <c:v>8.7094299999999993</c:v>
                </c:pt>
                <c:pt idx="2389">
                  <c:v>8.7199760000000008</c:v>
                </c:pt>
                <c:pt idx="2390">
                  <c:v>8.750375</c:v>
                </c:pt>
                <c:pt idx="2391">
                  <c:v>8.928077</c:v>
                </c:pt>
                <c:pt idx="2392">
                  <c:v>8.9821179999999998</c:v>
                </c:pt>
                <c:pt idx="2393">
                  <c:v>8.4640520000000006</c:v>
                </c:pt>
                <c:pt idx="2394">
                  <c:v>8.3057280000000002</c:v>
                </c:pt>
                <c:pt idx="2395">
                  <c:v>8.6284659999999995</c:v>
                </c:pt>
                <c:pt idx="2396">
                  <c:v>8.9624410000000001</c:v>
                </c:pt>
                <c:pt idx="2397">
                  <c:v>9.1677210000000002</c:v>
                </c:pt>
                <c:pt idx="2398">
                  <c:v>9.0811340000000005</c:v>
                </c:pt>
                <c:pt idx="2399">
                  <c:v>8.741403</c:v>
                </c:pt>
                <c:pt idx="2400">
                  <c:v>8.5699670000000001</c:v>
                </c:pt>
                <c:pt idx="2401">
                  <c:v>8.5967210000000005</c:v>
                </c:pt>
                <c:pt idx="2402">
                  <c:v>8.6175029999999992</c:v>
                </c:pt>
                <c:pt idx="2403">
                  <c:v>8.6295310000000001</c:v>
                </c:pt>
                <c:pt idx="2404">
                  <c:v>8.7246889999999997</c:v>
                </c:pt>
                <c:pt idx="2405">
                  <c:v>8.8330040000000007</c:v>
                </c:pt>
                <c:pt idx="2406">
                  <c:v>8.8173539999999999</c:v>
                </c:pt>
                <c:pt idx="2407">
                  <c:v>8.7600130000000007</c:v>
                </c:pt>
                <c:pt idx="2408">
                  <c:v>8.9406800000000004</c:v>
                </c:pt>
                <c:pt idx="2409">
                  <c:v>9.0221859999999996</c:v>
                </c:pt>
                <c:pt idx="2410">
                  <c:v>8.6883339999999993</c:v>
                </c:pt>
                <c:pt idx="2411">
                  <c:v>8.3785430000000005</c:v>
                </c:pt>
                <c:pt idx="2412">
                  <c:v>8.7091229999999999</c:v>
                </c:pt>
                <c:pt idx="2413">
                  <c:v>9.0251789999999996</c:v>
                </c:pt>
                <c:pt idx="2414">
                  <c:v>9.1317629999999994</c:v>
                </c:pt>
                <c:pt idx="2415">
                  <c:v>8.9922350000000009</c:v>
                </c:pt>
                <c:pt idx="2416">
                  <c:v>8.4223180000000006</c:v>
                </c:pt>
                <c:pt idx="2417">
                  <c:v>8.1822750000000006</c:v>
                </c:pt>
                <c:pt idx="2418">
                  <c:v>8.3795190000000002</c:v>
                </c:pt>
                <c:pt idx="2419">
                  <c:v>8.4748610000000006</c:v>
                </c:pt>
                <c:pt idx="2420">
                  <c:v>8.3625039999999995</c:v>
                </c:pt>
                <c:pt idx="2421">
                  <c:v>8.3175640000000008</c:v>
                </c:pt>
                <c:pt idx="2422">
                  <c:v>8.3648059999999997</c:v>
                </c:pt>
                <c:pt idx="2423">
                  <c:v>8.5691389999999998</c:v>
                </c:pt>
                <c:pt idx="2424">
                  <c:v>8.8455089999999998</c:v>
                </c:pt>
                <c:pt idx="2425">
                  <c:v>8.9378949999999993</c:v>
                </c:pt>
                <c:pt idx="2426">
                  <c:v>8.8731159999999996</c:v>
                </c:pt>
                <c:pt idx="2427">
                  <c:v>8.7035029999999995</c:v>
                </c:pt>
                <c:pt idx="2428">
                  <c:v>8.5279039999999995</c:v>
                </c:pt>
                <c:pt idx="2429">
                  <c:v>8.4704280000000001</c:v>
                </c:pt>
                <c:pt idx="2430">
                  <c:v>8.4711759999999998</c:v>
                </c:pt>
                <c:pt idx="2431">
                  <c:v>8.4473369999999992</c:v>
                </c:pt>
                <c:pt idx="2432">
                  <c:v>8.4364690000000007</c:v>
                </c:pt>
                <c:pt idx="2433">
                  <c:v>8.4583139999999997</c:v>
                </c:pt>
                <c:pt idx="2434">
                  <c:v>8.4985079999999993</c:v>
                </c:pt>
                <c:pt idx="2435">
                  <c:v>8.5831719999999994</c:v>
                </c:pt>
                <c:pt idx="2436">
                  <c:v>8.5927249999999997</c:v>
                </c:pt>
                <c:pt idx="2437">
                  <c:v>8.4933490000000003</c:v>
                </c:pt>
                <c:pt idx="2438">
                  <c:v>8.4438479999999991</c:v>
                </c:pt>
                <c:pt idx="2439">
                  <c:v>8.4938780000000005</c:v>
                </c:pt>
                <c:pt idx="2440">
                  <c:v>8.5888039999999997</c:v>
                </c:pt>
                <c:pt idx="2441">
                  <c:v>8.7151899999999998</c:v>
                </c:pt>
                <c:pt idx="2442">
                  <c:v>8.7566649999999999</c:v>
                </c:pt>
                <c:pt idx="2443">
                  <c:v>8.7214220000000005</c:v>
                </c:pt>
                <c:pt idx="2444">
                  <c:v>8.7224699999999995</c:v>
                </c:pt>
                <c:pt idx="2445">
                  <c:v>8.7547899999999998</c:v>
                </c:pt>
                <c:pt idx="2446">
                  <c:v>8.6880539999999993</c:v>
                </c:pt>
                <c:pt idx="2447">
                  <c:v>8.5613390000000003</c:v>
                </c:pt>
                <c:pt idx="2448">
                  <c:v>8.4193709999999999</c:v>
                </c:pt>
                <c:pt idx="2449">
                  <c:v>8.3100260000000006</c:v>
                </c:pt>
                <c:pt idx="2450">
                  <c:v>8.377148</c:v>
                </c:pt>
                <c:pt idx="2451">
                  <c:v>8.4516620000000007</c:v>
                </c:pt>
                <c:pt idx="2452">
                  <c:v>8.4098109999999995</c:v>
                </c:pt>
                <c:pt idx="2453">
                  <c:v>8.3164010000000008</c:v>
                </c:pt>
                <c:pt idx="2454">
                  <c:v>8.1731630000000006</c:v>
                </c:pt>
                <c:pt idx="2455">
                  <c:v>8.095675</c:v>
                </c:pt>
                <c:pt idx="2456">
                  <c:v>8.1145949999999996</c:v>
                </c:pt>
                <c:pt idx="2457">
                  <c:v>8.1922370000000004</c:v>
                </c:pt>
                <c:pt idx="2458">
                  <c:v>8.3273860000000006</c:v>
                </c:pt>
                <c:pt idx="2459">
                  <c:v>8.4351199999999995</c:v>
                </c:pt>
                <c:pt idx="2460">
                  <c:v>8.5060490000000009</c:v>
                </c:pt>
                <c:pt idx="2461">
                  <c:v>8.5175970000000003</c:v>
                </c:pt>
                <c:pt idx="2462">
                  <c:v>8.4863759999999999</c:v>
                </c:pt>
                <c:pt idx="2463">
                  <c:v>8.555593</c:v>
                </c:pt>
                <c:pt idx="2464">
                  <c:v>8.7112780000000001</c:v>
                </c:pt>
                <c:pt idx="2465">
                  <c:v>8.6957090000000008</c:v>
                </c:pt>
                <c:pt idx="2466">
                  <c:v>8.5723789999999997</c:v>
                </c:pt>
                <c:pt idx="2467">
                  <c:v>8.4458380000000002</c:v>
                </c:pt>
                <c:pt idx="2468">
                  <c:v>8.3523230000000002</c:v>
                </c:pt>
                <c:pt idx="2469">
                  <c:v>8.3806740000000008</c:v>
                </c:pt>
                <c:pt idx="2470">
                  <c:v>8.4460040000000003</c:v>
                </c:pt>
                <c:pt idx="2471">
                  <c:v>8.4602109999999993</c:v>
                </c:pt>
                <c:pt idx="2472">
                  <c:v>8.5179019999999994</c:v>
                </c:pt>
                <c:pt idx="2473">
                  <c:v>8.8621800000000004</c:v>
                </c:pt>
                <c:pt idx="2474">
                  <c:v>8.9980539999999998</c:v>
                </c:pt>
                <c:pt idx="2475">
                  <c:v>8.7606979999999997</c:v>
                </c:pt>
                <c:pt idx="2476">
                  <c:v>8.4404000000000003</c:v>
                </c:pt>
                <c:pt idx="2477">
                  <c:v>8.0890380000000004</c:v>
                </c:pt>
                <c:pt idx="2478">
                  <c:v>8.1021929999999998</c:v>
                </c:pt>
                <c:pt idx="2479">
                  <c:v>8.5044299999999993</c:v>
                </c:pt>
                <c:pt idx="2480">
                  <c:v>8.8132900000000003</c:v>
                </c:pt>
                <c:pt idx="2481">
                  <c:v>8.9623659999999994</c:v>
                </c:pt>
                <c:pt idx="2482">
                  <c:v>8.9947610000000005</c:v>
                </c:pt>
                <c:pt idx="2483">
                  <c:v>8.938822</c:v>
                </c:pt>
                <c:pt idx="2484">
                  <c:v>8.9040359999999996</c:v>
                </c:pt>
                <c:pt idx="2485">
                  <c:v>8.8656810000000004</c:v>
                </c:pt>
                <c:pt idx="2486">
                  <c:v>8.7551050000000004</c:v>
                </c:pt>
                <c:pt idx="2487">
                  <c:v>8.6415360000000003</c:v>
                </c:pt>
                <c:pt idx="2488">
                  <c:v>8.6861409999999992</c:v>
                </c:pt>
                <c:pt idx="2489">
                  <c:v>8.7926830000000002</c:v>
                </c:pt>
                <c:pt idx="2490">
                  <c:v>8.8861640000000008</c:v>
                </c:pt>
                <c:pt idx="2491">
                  <c:v>8.9799009999999999</c:v>
                </c:pt>
                <c:pt idx="2492">
                  <c:v>9.2253679999999996</c:v>
                </c:pt>
                <c:pt idx="2493">
                  <c:v>9.1673170000000006</c:v>
                </c:pt>
                <c:pt idx="2494">
                  <c:v>8.6710820000000002</c:v>
                </c:pt>
                <c:pt idx="2495">
                  <c:v>8.3043999999999993</c:v>
                </c:pt>
                <c:pt idx="2496">
                  <c:v>8.2838159999999998</c:v>
                </c:pt>
                <c:pt idx="2497">
                  <c:v>8.4628639999999997</c:v>
                </c:pt>
                <c:pt idx="2498">
                  <c:v>8.786346</c:v>
                </c:pt>
                <c:pt idx="2499">
                  <c:v>8.9520590000000002</c:v>
                </c:pt>
                <c:pt idx="2500">
                  <c:v>8.9378670000000007</c:v>
                </c:pt>
                <c:pt idx="2501">
                  <c:v>8.8559570000000001</c:v>
                </c:pt>
                <c:pt idx="2502">
                  <c:v>8.737304</c:v>
                </c:pt>
                <c:pt idx="2503">
                  <c:v>8.6638199999999994</c:v>
                </c:pt>
                <c:pt idx="2504">
                  <c:v>8.6468100000000003</c:v>
                </c:pt>
                <c:pt idx="2505">
                  <c:v>8.7189820000000005</c:v>
                </c:pt>
                <c:pt idx="2506">
                  <c:v>8.7887450000000005</c:v>
                </c:pt>
                <c:pt idx="2507">
                  <c:v>8.5963080000000005</c:v>
                </c:pt>
                <c:pt idx="2508">
                  <c:v>8.5006699999999995</c:v>
                </c:pt>
                <c:pt idx="2509">
                  <c:v>8.7124140000000008</c:v>
                </c:pt>
                <c:pt idx="2510">
                  <c:v>8.9609290000000001</c:v>
                </c:pt>
                <c:pt idx="2511">
                  <c:v>9.0874690000000005</c:v>
                </c:pt>
                <c:pt idx="2512">
                  <c:v>9.0360589999999998</c:v>
                </c:pt>
                <c:pt idx="2513">
                  <c:v>8.8049809999999997</c:v>
                </c:pt>
                <c:pt idx="2514">
                  <c:v>8.6753640000000001</c:v>
                </c:pt>
                <c:pt idx="2515">
                  <c:v>8.7481439999999999</c:v>
                </c:pt>
                <c:pt idx="2516">
                  <c:v>8.7589210000000008</c:v>
                </c:pt>
                <c:pt idx="2517">
                  <c:v>8.7037639999999996</c:v>
                </c:pt>
                <c:pt idx="2518">
                  <c:v>8.8104549999999993</c:v>
                </c:pt>
                <c:pt idx="2519">
                  <c:v>9.0140370000000001</c:v>
                </c:pt>
                <c:pt idx="2520">
                  <c:v>9.0166920000000008</c:v>
                </c:pt>
                <c:pt idx="2521">
                  <c:v>8.867839</c:v>
                </c:pt>
                <c:pt idx="2522">
                  <c:v>8.6958970000000004</c:v>
                </c:pt>
                <c:pt idx="2523">
                  <c:v>8.5784210000000005</c:v>
                </c:pt>
                <c:pt idx="2524">
                  <c:v>8.5782489999999996</c:v>
                </c:pt>
                <c:pt idx="2525">
                  <c:v>8.6598780000000009</c:v>
                </c:pt>
                <c:pt idx="2526">
                  <c:v>8.8410700000000002</c:v>
                </c:pt>
                <c:pt idx="2527">
                  <c:v>8.9829679999999996</c:v>
                </c:pt>
                <c:pt idx="2528">
                  <c:v>9.0399499999999993</c:v>
                </c:pt>
                <c:pt idx="2529">
                  <c:v>9.0506530000000005</c:v>
                </c:pt>
                <c:pt idx="2530">
                  <c:v>9.0341590000000007</c:v>
                </c:pt>
                <c:pt idx="2531">
                  <c:v>8.9568779999999997</c:v>
                </c:pt>
                <c:pt idx="2532">
                  <c:v>8.8272870000000001</c:v>
                </c:pt>
                <c:pt idx="2533">
                  <c:v>8.7988579999999992</c:v>
                </c:pt>
                <c:pt idx="2534">
                  <c:v>8.90273</c:v>
                </c:pt>
                <c:pt idx="2535">
                  <c:v>8.9140110000000004</c:v>
                </c:pt>
                <c:pt idx="2536">
                  <c:v>8.8662709999999993</c:v>
                </c:pt>
                <c:pt idx="2537">
                  <c:v>8.9616140000000009</c:v>
                </c:pt>
                <c:pt idx="2538">
                  <c:v>9.1101639999999993</c:v>
                </c:pt>
                <c:pt idx="2539">
                  <c:v>9.0752089999999992</c:v>
                </c:pt>
                <c:pt idx="2540">
                  <c:v>9.0001119999999997</c:v>
                </c:pt>
                <c:pt idx="2541">
                  <c:v>9.1926450000000006</c:v>
                </c:pt>
                <c:pt idx="2542">
                  <c:v>9.4452960000000008</c:v>
                </c:pt>
                <c:pt idx="2543">
                  <c:v>9.6496569999999995</c:v>
                </c:pt>
                <c:pt idx="2544">
                  <c:v>9.7478840000000009</c:v>
                </c:pt>
                <c:pt idx="2545">
                  <c:v>9.5369550000000007</c:v>
                </c:pt>
                <c:pt idx="2546">
                  <c:v>9.5180389999999999</c:v>
                </c:pt>
                <c:pt idx="2547">
                  <c:v>9.7625670000000007</c:v>
                </c:pt>
                <c:pt idx="2548">
                  <c:v>10.052199999999999</c:v>
                </c:pt>
                <c:pt idx="2549">
                  <c:v>10.337630000000001</c:v>
                </c:pt>
                <c:pt idx="2550">
                  <c:v>10.398580000000001</c:v>
                </c:pt>
                <c:pt idx="2551">
                  <c:v>10.28063</c:v>
                </c:pt>
                <c:pt idx="2552">
                  <c:v>10.245979999999999</c:v>
                </c:pt>
                <c:pt idx="2553">
                  <c:v>10.25221</c:v>
                </c:pt>
                <c:pt idx="2554">
                  <c:v>9.963552</c:v>
                </c:pt>
                <c:pt idx="2555">
                  <c:v>9.5494760000000003</c:v>
                </c:pt>
                <c:pt idx="2556">
                  <c:v>9.3804759999999998</c:v>
                </c:pt>
                <c:pt idx="2557">
                  <c:v>9.2920090000000002</c:v>
                </c:pt>
                <c:pt idx="2558">
                  <c:v>9.0855259999999998</c:v>
                </c:pt>
                <c:pt idx="2559">
                  <c:v>8.9490169999999996</c:v>
                </c:pt>
                <c:pt idx="2560">
                  <c:v>9.2851350000000004</c:v>
                </c:pt>
                <c:pt idx="2561">
                  <c:v>9.3544450000000001</c:v>
                </c:pt>
                <c:pt idx="2562">
                  <c:v>8.9423030000000008</c:v>
                </c:pt>
                <c:pt idx="2563">
                  <c:v>8.6103919999999992</c:v>
                </c:pt>
                <c:pt idx="2564">
                  <c:v>8.755153</c:v>
                </c:pt>
                <c:pt idx="2565">
                  <c:v>8.8158910000000006</c:v>
                </c:pt>
                <c:pt idx="2566">
                  <c:v>8.8040629999999993</c:v>
                </c:pt>
                <c:pt idx="2567">
                  <c:v>8.9173349999999996</c:v>
                </c:pt>
                <c:pt idx="2568">
                  <c:v>9.1575439999999997</c:v>
                </c:pt>
                <c:pt idx="2569">
                  <c:v>9.1043669999999999</c:v>
                </c:pt>
                <c:pt idx="2570">
                  <c:v>8.9410509999999999</c:v>
                </c:pt>
                <c:pt idx="2571">
                  <c:v>9.1670359999999995</c:v>
                </c:pt>
                <c:pt idx="2572">
                  <c:v>9.4939060000000008</c:v>
                </c:pt>
                <c:pt idx="2573">
                  <c:v>9.482488</c:v>
                </c:pt>
                <c:pt idx="2574">
                  <c:v>9.3565109999999994</c:v>
                </c:pt>
                <c:pt idx="2575">
                  <c:v>9.3914419999999996</c:v>
                </c:pt>
                <c:pt idx="2576">
                  <c:v>9.3139289999999999</c:v>
                </c:pt>
                <c:pt idx="2577">
                  <c:v>8.9768240000000006</c:v>
                </c:pt>
                <c:pt idx="2578">
                  <c:v>8.7641039999999997</c:v>
                </c:pt>
                <c:pt idx="2579">
                  <c:v>8.9528979999999994</c:v>
                </c:pt>
                <c:pt idx="2580">
                  <c:v>8.909319</c:v>
                </c:pt>
                <c:pt idx="2581">
                  <c:v>8.6235999999999997</c:v>
                </c:pt>
                <c:pt idx="2582">
                  <c:v>8.6491640000000007</c:v>
                </c:pt>
                <c:pt idx="2583">
                  <c:v>9.0888200000000001</c:v>
                </c:pt>
                <c:pt idx="2584">
                  <c:v>9.3277619999999999</c:v>
                </c:pt>
                <c:pt idx="2585">
                  <c:v>9.3949180000000005</c:v>
                </c:pt>
                <c:pt idx="2586">
                  <c:v>9.2680790000000002</c:v>
                </c:pt>
                <c:pt idx="2587">
                  <c:v>9.1015940000000004</c:v>
                </c:pt>
                <c:pt idx="2588">
                  <c:v>9.1754219999999993</c:v>
                </c:pt>
                <c:pt idx="2589">
                  <c:v>9.2874669999999995</c:v>
                </c:pt>
                <c:pt idx="2590">
                  <c:v>9.2236349999999998</c:v>
                </c:pt>
                <c:pt idx="2591">
                  <c:v>9.1923499999999994</c:v>
                </c:pt>
                <c:pt idx="2592">
                  <c:v>9.3638290000000008</c:v>
                </c:pt>
                <c:pt idx="2593">
                  <c:v>9.4192090000000004</c:v>
                </c:pt>
                <c:pt idx="2594">
                  <c:v>9.2217470000000006</c:v>
                </c:pt>
                <c:pt idx="2595">
                  <c:v>9.1755960000000005</c:v>
                </c:pt>
                <c:pt idx="2596">
                  <c:v>9.3368110000000009</c:v>
                </c:pt>
                <c:pt idx="2597">
                  <c:v>9.3008970000000009</c:v>
                </c:pt>
                <c:pt idx="2598">
                  <c:v>9.0351719999999993</c:v>
                </c:pt>
                <c:pt idx="2599">
                  <c:v>8.7858079999999994</c:v>
                </c:pt>
                <c:pt idx="2600">
                  <c:v>8.6519829999999995</c:v>
                </c:pt>
                <c:pt idx="2601">
                  <c:v>8.8492739999999994</c:v>
                </c:pt>
                <c:pt idx="2602">
                  <c:v>9.2110950000000003</c:v>
                </c:pt>
                <c:pt idx="2603">
                  <c:v>9.5551709999999996</c:v>
                </c:pt>
                <c:pt idx="2604">
                  <c:v>9.6861560000000004</c:v>
                </c:pt>
                <c:pt idx="2605">
                  <c:v>9.4084029999999998</c:v>
                </c:pt>
                <c:pt idx="2606">
                  <c:v>9.1258560000000006</c:v>
                </c:pt>
                <c:pt idx="2607">
                  <c:v>9.2299989999999994</c:v>
                </c:pt>
                <c:pt idx="2608">
                  <c:v>9.3196480000000008</c:v>
                </c:pt>
                <c:pt idx="2609">
                  <c:v>9.3135940000000002</c:v>
                </c:pt>
                <c:pt idx="2610">
                  <c:v>9.3105360000000008</c:v>
                </c:pt>
                <c:pt idx="2611">
                  <c:v>9.3153959999999998</c:v>
                </c:pt>
                <c:pt idx="2612">
                  <c:v>9.3161450000000006</c:v>
                </c:pt>
                <c:pt idx="2613">
                  <c:v>9.3304819999999999</c:v>
                </c:pt>
                <c:pt idx="2614">
                  <c:v>9.4519210000000005</c:v>
                </c:pt>
                <c:pt idx="2615">
                  <c:v>9.5516649999999998</c:v>
                </c:pt>
                <c:pt idx="2616">
                  <c:v>9.3034490000000005</c:v>
                </c:pt>
                <c:pt idx="2617">
                  <c:v>8.9321629999999992</c:v>
                </c:pt>
                <c:pt idx="2618">
                  <c:v>9.0008920000000003</c:v>
                </c:pt>
                <c:pt idx="2619">
                  <c:v>9.1706350000000008</c:v>
                </c:pt>
                <c:pt idx="2620">
                  <c:v>9.2206700000000001</c:v>
                </c:pt>
                <c:pt idx="2621">
                  <c:v>9.1986329999999992</c:v>
                </c:pt>
                <c:pt idx="2622">
                  <c:v>9.063231</c:v>
                </c:pt>
                <c:pt idx="2623">
                  <c:v>9.0075120000000002</c:v>
                </c:pt>
                <c:pt idx="2624">
                  <c:v>9.0583980000000004</c:v>
                </c:pt>
                <c:pt idx="2625">
                  <c:v>9.2619469999999993</c:v>
                </c:pt>
                <c:pt idx="2626">
                  <c:v>9.6808720000000008</c:v>
                </c:pt>
                <c:pt idx="2627">
                  <c:v>9.6557329999999997</c:v>
                </c:pt>
                <c:pt idx="2628">
                  <c:v>9.2949099999999998</c:v>
                </c:pt>
                <c:pt idx="2629">
                  <c:v>9.03932</c:v>
                </c:pt>
                <c:pt idx="2630">
                  <c:v>8.9628580000000007</c:v>
                </c:pt>
                <c:pt idx="2631">
                  <c:v>9.1040279999999996</c:v>
                </c:pt>
                <c:pt idx="2632">
                  <c:v>9.2995319999999992</c:v>
                </c:pt>
                <c:pt idx="2633">
                  <c:v>9.2341909999999991</c:v>
                </c:pt>
                <c:pt idx="2634">
                  <c:v>9.1719480000000004</c:v>
                </c:pt>
                <c:pt idx="2635">
                  <c:v>9.2427430000000008</c:v>
                </c:pt>
                <c:pt idx="2636">
                  <c:v>9.3801570000000005</c:v>
                </c:pt>
                <c:pt idx="2637">
                  <c:v>9.6324710000000007</c:v>
                </c:pt>
                <c:pt idx="2638">
                  <c:v>9.6810779999999994</c:v>
                </c:pt>
                <c:pt idx="2639">
                  <c:v>9.5219360000000002</c:v>
                </c:pt>
                <c:pt idx="2640">
                  <c:v>9.4355349999999998</c:v>
                </c:pt>
                <c:pt idx="2641">
                  <c:v>9.5139270000000007</c:v>
                </c:pt>
                <c:pt idx="2642">
                  <c:v>9.4767460000000003</c:v>
                </c:pt>
                <c:pt idx="2643">
                  <c:v>9.3924880000000002</c:v>
                </c:pt>
                <c:pt idx="2644">
                  <c:v>9.4010610000000003</c:v>
                </c:pt>
                <c:pt idx="2645">
                  <c:v>9.4452660000000002</c:v>
                </c:pt>
                <c:pt idx="2646">
                  <c:v>9.4809940000000008</c:v>
                </c:pt>
                <c:pt idx="2647">
                  <c:v>9.4913790000000002</c:v>
                </c:pt>
                <c:pt idx="2648">
                  <c:v>9.3600480000000008</c:v>
                </c:pt>
                <c:pt idx="2649">
                  <c:v>9.211589</c:v>
                </c:pt>
                <c:pt idx="2650">
                  <c:v>9.1368779999999994</c:v>
                </c:pt>
                <c:pt idx="2651">
                  <c:v>9.2061700000000002</c:v>
                </c:pt>
                <c:pt idx="2652">
                  <c:v>9.3559219999999996</c:v>
                </c:pt>
                <c:pt idx="2653">
                  <c:v>9.4102049999999995</c:v>
                </c:pt>
                <c:pt idx="2654">
                  <c:v>9.4439329999999995</c:v>
                </c:pt>
                <c:pt idx="2655">
                  <c:v>9.3949090000000002</c:v>
                </c:pt>
                <c:pt idx="2656">
                  <c:v>9.2146860000000004</c:v>
                </c:pt>
                <c:pt idx="2657">
                  <c:v>9.2527059999999999</c:v>
                </c:pt>
                <c:pt idx="2658">
                  <c:v>9.3953530000000001</c:v>
                </c:pt>
                <c:pt idx="2659">
                  <c:v>9.4305850000000007</c:v>
                </c:pt>
                <c:pt idx="2660">
                  <c:v>9.4336900000000004</c:v>
                </c:pt>
                <c:pt idx="2661">
                  <c:v>9.508381</c:v>
                </c:pt>
                <c:pt idx="2662">
                  <c:v>9.5430550000000007</c:v>
                </c:pt>
                <c:pt idx="2663">
                  <c:v>9.5142410000000002</c:v>
                </c:pt>
                <c:pt idx="2664">
                  <c:v>9.4339969999999997</c:v>
                </c:pt>
                <c:pt idx="2665">
                  <c:v>9.3310030000000008</c:v>
                </c:pt>
                <c:pt idx="2666">
                  <c:v>9.3987689999999997</c:v>
                </c:pt>
                <c:pt idx="2667">
                  <c:v>9.5510199999999994</c:v>
                </c:pt>
                <c:pt idx="2668">
                  <c:v>9.5436969999999999</c:v>
                </c:pt>
                <c:pt idx="2669">
                  <c:v>9.4420830000000002</c:v>
                </c:pt>
                <c:pt idx="2670">
                  <c:v>9.4481850000000005</c:v>
                </c:pt>
                <c:pt idx="2671">
                  <c:v>9.5091389999999993</c:v>
                </c:pt>
                <c:pt idx="2672">
                  <c:v>9.4641280000000005</c:v>
                </c:pt>
                <c:pt idx="2673">
                  <c:v>9.4329669999999997</c:v>
                </c:pt>
                <c:pt idx="2674">
                  <c:v>9.5227880000000003</c:v>
                </c:pt>
                <c:pt idx="2675">
                  <c:v>9.5876889999999992</c:v>
                </c:pt>
                <c:pt idx="2676">
                  <c:v>9.4208529999999993</c:v>
                </c:pt>
                <c:pt idx="2677">
                  <c:v>9.2765280000000008</c:v>
                </c:pt>
                <c:pt idx="2678">
                  <c:v>9.2325529999999993</c:v>
                </c:pt>
                <c:pt idx="2679">
                  <c:v>9.3441709999999993</c:v>
                </c:pt>
                <c:pt idx="2680">
                  <c:v>9.6848349999999996</c:v>
                </c:pt>
                <c:pt idx="2681">
                  <c:v>9.7047190000000008</c:v>
                </c:pt>
                <c:pt idx="2682">
                  <c:v>9.4647229999999993</c:v>
                </c:pt>
                <c:pt idx="2683">
                  <c:v>9.372401</c:v>
                </c:pt>
                <c:pt idx="2684">
                  <c:v>9.4528420000000004</c:v>
                </c:pt>
                <c:pt idx="2685">
                  <c:v>9.5725499999999997</c:v>
                </c:pt>
                <c:pt idx="2686">
                  <c:v>9.6942070000000005</c:v>
                </c:pt>
                <c:pt idx="2687">
                  <c:v>9.7242230000000003</c:v>
                </c:pt>
                <c:pt idx="2688">
                  <c:v>9.7038980000000006</c:v>
                </c:pt>
                <c:pt idx="2689">
                  <c:v>9.6341490000000007</c:v>
                </c:pt>
                <c:pt idx="2690">
                  <c:v>9.566058</c:v>
                </c:pt>
                <c:pt idx="2691">
                  <c:v>9.6065380000000005</c:v>
                </c:pt>
                <c:pt idx="2692">
                  <c:v>9.6568900000000006</c:v>
                </c:pt>
                <c:pt idx="2693">
                  <c:v>9.6670680000000004</c:v>
                </c:pt>
                <c:pt idx="2694">
                  <c:v>9.6835540000000009</c:v>
                </c:pt>
                <c:pt idx="2695">
                  <c:v>9.693479</c:v>
                </c:pt>
                <c:pt idx="2696">
                  <c:v>9.6937879999999996</c:v>
                </c:pt>
                <c:pt idx="2697">
                  <c:v>9.6936739999999997</c:v>
                </c:pt>
                <c:pt idx="2698">
                  <c:v>9.5812489999999997</c:v>
                </c:pt>
                <c:pt idx="2699">
                  <c:v>9.5286950000000008</c:v>
                </c:pt>
                <c:pt idx="2700">
                  <c:v>9.7497129999999999</c:v>
                </c:pt>
                <c:pt idx="2701">
                  <c:v>9.94102</c:v>
                </c:pt>
                <c:pt idx="2702">
                  <c:v>9.8650649999999995</c:v>
                </c:pt>
                <c:pt idx="2703">
                  <c:v>9.7664659999999994</c:v>
                </c:pt>
                <c:pt idx="2704">
                  <c:v>9.7408180000000009</c:v>
                </c:pt>
                <c:pt idx="2705">
                  <c:v>9.7516800000000003</c:v>
                </c:pt>
                <c:pt idx="2706">
                  <c:v>9.950825</c:v>
                </c:pt>
                <c:pt idx="2707">
                  <c:v>9.9351920000000007</c:v>
                </c:pt>
                <c:pt idx="2708">
                  <c:v>9.6195799999999991</c:v>
                </c:pt>
                <c:pt idx="2709">
                  <c:v>9.4979820000000004</c:v>
                </c:pt>
                <c:pt idx="2710">
                  <c:v>9.5823160000000005</c:v>
                </c:pt>
                <c:pt idx="2711">
                  <c:v>9.6738630000000008</c:v>
                </c:pt>
                <c:pt idx="2712">
                  <c:v>9.790896</c:v>
                </c:pt>
                <c:pt idx="2713">
                  <c:v>9.8978520000000003</c:v>
                </c:pt>
                <c:pt idx="2714">
                  <c:v>9.9756940000000007</c:v>
                </c:pt>
                <c:pt idx="2715">
                  <c:v>10.003310000000001</c:v>
                </c:pt>
                <c:pt idx="2716">
                  <c:v>9.8733769999999996</c:v>
                </c:pt>
                <c:pt idx="2717">
                  <c:v>9.8037179999999999</c:v>
                </c:pt>
                <c:pt idx="2718">
                  <c:v>9.8903379999999999</c:v>
                </c:pt>
                <c:pt idx="2719">
                  <c:v>9.8810859999999998</c:v>
                </c:pt>
                <c:pt idx="2720">
                  <c:v>9.9487810000000003</c:v>
                </c:pt>
                <c:pt idx="2721">
                  <c:v>10.12842</c:v>
                </c:pt>
                <c:pt idx="2722">
                  <c:v>10.19679</c:v>
                </c:pt>
                <c:pt idx="2723">
                  <c:v>10.194710000000001</c:v>
                </c:pt>
                <c:pt idx="2724">
                  <c:v>10.17971</c:v>
                </c:pt>
                <c:pt idx="2725">
                  <c:v>10.143649999999999</c:v>
                </c:pt>
                <c:pt idx="2726">
                  <c:v>10.238569999999999</c:v>
                </c:pt>
                <c:pt idx="2727">
                  <c:v>10.29494</c:v>
                </c:pt>
                <c:pt idx="2728">
                  <c:v>10.20871</c:v>
                </c:pt>
                <c:pt idx="2729">
                  <c:v>10.114409999999999</c:v>
                </c:pt>
                <c:pt idx="2730">
                  <c:v>10.21035</c:v>
                </c:pt>
                <c:pt idx="2731">
                  <c:v>10.38043</c:v>
                </c:pt>
                <c:pt idx="2732">
                  <c:v>10.549390000000001</c:v>
                </c:pt>
                <c:pt idx="2733">
                  <c:v>10.554600000000001</c:v>
                </c:pt>
                <c:pt idx="2734">
                  <c:v>10.4396</c:v>
                </c:pt>
                <c:pt idx="2735">
                  <c:v>10.22814</c:v>
                </c:pt>
                <c:pt idx="2736">
                  <c:v>10.05458</c:v>
                </c:pt>
                <c:pt idx="2737">
                  <c:v>10.205399999999999</c:v>
                </c:pt>
                <c:pt idx="2738">
                  <c:v>10.435689999999999</c:v>
                </c:pt>
                <c:pt idx="2739">
                  <c:v>10.606909999999999</c:v>
                </c:pt>
                <c:pt idx="2740">
                  <c:v>10.71266</c:v>
                </c:pt>
                <c:pt idx="2741">
                  <c:v>10.73462</c:v>
                </c:pt>
                <c:pt idx="2742">
                  <c:v>10.733320000000001</c:v>
                </c:pt>
                <c:pt idx="2743">
                  <c:v>10.71496</c:v>
                </c:pt>
                <c:pt idx="2744">
                  <c:v>10.73127</c:v>
                </c:pt>
                <c:pt idx="2745">
                  <c:v>10.797190000000001</c:v>
                </c:pt>
                <c:pt idx="2746">
                  <c:v>10.7761</c:v>
                </c:pt>
                <c:pt idx="2747">
                  <c:v>10.71851</c:v>
                </c:pt>
                <c:pt idx="2748">
                  <c:v>10.67564</c:v>
                </c:pt>
                <c:pt idx="2749">
                  <c:v>10.63827</c:v>
                </c:pt>
                <c:pt idx="2750">
                  <c:v>10.854279999999999</c:v>
                </c:pt>
                <c:pt idx="2751">
                  <c:v>11.06893</c:v>
                </c:pt>
                <c:pt idx="2752">
                  <c:v>11.04466</c:v>
                </c:pt>
                <c:pt idx="2753">
                  <c:v>11.068070000000001</c:v>
                </c:pt>
                <c:pt idx="2754">
                  <c:v>11.129149999999999</c:v>
                </c:pt>
                <c:pt idx="2755">
                  <c:v>11.1158</c:v>
                </c:pt>
                <c:pt idx="2756">
                  <c:v>11.290229999999999</c:v>
                </c:pt>
                <c:pt idx="2757">
                  <c:v>11.51397</c:v>
                </c:pt>
                <c:pt idx="2758">
                  <c:v>11.67736</c:v>
                </c:pt>
                <c:pt idx="2759">
                  <c:v>11.725390000000001</c:v>
                </c:pt>
                <c:pt idx="2760">
                  <c:v>11.627459999999999</c:v>
                </c:pt>
                <c:pt idx="2761">
                  <c:v>11.731870000000001</c:v>
                </c:pt>
                <c:pt idx="2762">
                  <c:v>11.91033</c:v>
                </c:pt>
                <c:pt idx="2763">
                  <c:v>11.870839999999999</c:v>
                </c:pt>
                <c:pt idx="2764">
                  <c:v>11.769579999999999</c:v>
                </c:pt>
                <c:pt idx="2765">
                  <c:v>11.918670000000001</c:v>
                </c:pt>
                <c:pt idx="2766">
                  <c:v>12.211690000000001</c:v>
                </c:pt>
                <c:pt idx="2767">
                  <c:v>12.31385</c:v>
                </c:pt>
                <c:pt idx="2768">
                  <c:v>12.27947</c:v>
                </c:pt>
                <c:pt idx="2769">
                  <c:v>12.30273</c:v>
                </c:pt>
                <c:pt idx="2770">
                  <c:v>12.32832</c:v>
                </c:pt>
                <c:pt idx="2771">
                  <c:v>12.41947</c:v>
                </c:pt>
                <c:pt idx="2772">
                  <c:v>12.54668</c:v>
                </c:pt>
                <c:pt idx="2773">
                  <c:v>12.5785</c:v>
                </c:pt>
                <c:pt idx="2774">
                  <c:v>12.58389</c:v>
                </c:pt>
                <c:pt idx="2775">
                  <c:v>12.57241</c:v>
                </c:pt>
                <c:pt idx="2776">
                  <c:v>12.47597</c:v>
                </c:pt>
                <c:pt idx="2777">
                  <c:v>12.472989999999999</c:v>
                </c:pt>
                <c:pt idx="2778">
                  <c:v>12.55377</c:v>
                </c:pt>
                <c:pt idx="2779">
                  <c:v>12.69364</c:v>
                </c:pt>
                <c:pt idx="2780">
                  <c:v>12.883929999999999</c:v>
                </c:pt>
                <c:pt idx="2781">
                  <c:v>12.902939999999999</c:v>
                </c:pt>
                <c:pt idx="2782">
                  <c:v>12.80067</c:v>
                </c:pt>
                <c:pt idx="2783">
                  <c:v>12.63411</c:v>
                </c:pt>
                <c:pt idx="2784">
                  <c:v>12.54791</c:v>
                </c:pt>
                <c:pt idx="2785">
                  <c:v>12.583629999999999</c:v>
                </c:pt>
                <c:pt idx="2786">
                  <c:v>12.70294</c:v>
                </c:pt>
                <c:pt idx="2787">
                  <c:v>12.9247</c:v>
                </c:pt>
                <c:pt idx="2788">
                  <c:v>13.092779999999999</c:v>
                </c:pt>
                <c:pt idx="2789">
                  <c:v>13.00751</c:v>
                </c:pt>
                <c:pt idx="2790">
                  <c:v>12.7864</c:v>
                </c:pt>
                <c:pt idx="2791">
                  <c:v>12.54401</c:v>
                </c:pt>
                <c:pt idx="2792">
                  <c:v>12.72476</c:v>
                </c:pt>
                <c:pt idx="2793">
                  <c:v>13.020960000000001</c:v>
                </c:pt>
                <c:pt idx="2794">
                  <c:v>13.026</c:v>
                </c:pt>
                <c:pt idx="2795">
                  <c:v>12.85472</c:v>
                </c:pt>
                <c:pt idx="2796">
                  <c:v>12.6282</c:v>
                </c:pt>
                <c:pt idx="2797">
                  <c:v>12.4376</c:v>
                </c:pt>
                <c:pt idx="2798">
                  <c:v>12.318960000000001</c:v>
                </c:pt>
                <c:pt idx="2799">
                  <c:v>12.29016</c:v>
                </c:pt>
                <c:pt idx="2800">
                  <c:v>12.458500000000001</c:v>
                </c:pt>
                <c:pt idx="2801">
                  <c:v>12.560499999999999</c:v>
                </c:pt>
                <c:pt idx="2802">
                  <c:v>12.5168</c:v>
                </c:pt>
                <c:pt idx="2803">
                  <c:v>12.47176</c:v>
                </c:pt>
                <c:pt idx="2804">
                  <c:v>12.555070000000001</c:v>
                </c:pt>
                <c:pt idx="2805">
                  <c:v>12.61617</c:v>
                </c:pt>
                <c:pt idx="2806">
                  <c:v>12.58666</c:v>
                </c:pt>
                <c:pt idx="2807">
                  <c:v>12.511049999999999</c:v>
                </c:pt>
                <c:pt idx="2808">
                  <c:v>12.52408</c:v>
                </c:pt>
                <c:pt idx="2809">
                  <c:v>12.562569999999999</c:v>
                </c:pt>
                <c:pt idx="2810">
                  <c:v>12.55301</c:v>
                </c:pt>
                <c:pt idx="2811">
                  <c:v>12.473990000000001</c:v>
                </c:pt>
                <c:pt idx="2812">
                  <c:v>12.43092</c:v>
                </c:pt>
                <c:pt idx="2813">
                  <c:v>12.48115</c:v>
                </c:pt>
                <c:pt idx="2814">
                  <c:v>12.52215</c:v>
                </c:pt>
                <c:pt idx="2815">
                  <c:v>12.5777</c:v>
                </c:pt>
                <c:pt idx="2816">
                  <c:v>12.66727</c:v>
                </c:pt>
                <c:pt idx="2817">
                  <c:v>12.52258</c:v>
                </c:pt>
                <c:pt idx="2818">
                  <c:v>12.298109999999999</c:v>
                </c:pt>
                <c:pt idx="2819">
                  <c:v>12.144360000000001</c:v>
                </c:pt>
                <c:pt idx="2820">
                  <c:v>12.16864</c:v>
                </c:pt>
                <c:pt idx="2821">
                  <c:v>12.413500000000001</c:v>
                </c:pt>
                <c:pt idx="2822">
                  <c:v>12.55147</c:v>
                </c:pt>
                <c:pt idx="2823">
                  <c:v>12.48366</c:v>
                </c:pt>
                <c:pt idx="2824">
                  <c:v>12.30383</c:v>
                </c:pt>
                <c:pt idx="2825">
                  <c:v>12.152189999999999</c:v>
                </c:pt>
                <c:pt idx="2826">
                  <c:v>12.07403</c:v>
                </c:pt>
                <c:pt idx="2827">
                  <c:v>12.12787</c:v>
                </c:pt>
                <c:pt idx="2828">
                  <c:v>12.26432</c:v>
                </c:pt>
                <c:pt idx="2829">
                  <c:v>12.37445</c:v>
                </c:pt>
                <c:pt idx="2830">
                  <c:v>12.31972</c:v>
                </c:pt>
                <c:pt idx="2831">
                  <c:v>12.168509999999999</c:v>
                </c:pt>
                <c:pt idx="2832">
                  <c:v>12.18913</c:v>
                </c:pt>
                <c:pt idx="2833">
                  <c:v>12.322089999999999</c:v>
                </c:pt>
                <c:pt idx="2834">
                  <c:v>12.31413</c:v>
                </c:pt>
                <c:pt idx="2835">
                  <c:v>12.058</c:v>
                </c:pt>
                <c:pt idx="2836">
                  <c:v>11.84309</c:v>
                </c:pt>
                <c:pt idx="2837">
                  <c:v>11.797879999999999</c:v>
                </c:pt>
                <c:pt idx="2838">
                  <c:v>11.899900000000001</c:v>
                </c:pt>
                <c:pt idx="2839">
                  <c:v>12.00741</c:v>
                </c:pt>
                <c:pt idx="2840">
                  <c:v>12.163740000000001</c:v>
                </c:pt>
                <c:pt idx="2841">
                  <c:v>12.15218</c:v>
                </c:pt>
                <c:pt idx="2842">
                  <c:v>11.932</c:v>
                </c:pt>
                <c:pt idx="2843">
                  <c:v>11.849780000000001</c:v>
                </c:pt>
                <c:pt idx="2844">
                  <c:v>11.833130000000001</c:v>
                </c:pt>
                <c:pt idx="2845">
                  <c:v>11.9163</c:v>
                </c:pt>
                <c:pt idx="2846">
                  <c:v>12.061349999999999</c:v>
                </c:pt>
                <c:pt idx="2847">
                  <c:v>12.226520000000001</c:v>
                </c:pt>
                <c:pt idx="2848">
                  <c:v>12.341290000000001</c:v>
                </c:pt>
                <c:pt idx="2849">
                  <c:v>12.251390000000001</c:v>
                </c:pt>
                <c:pt idx="2850">
                  <c:v>12.08602</c:v>
                </c:pt>
                <c:pt idx="2851">
                  <c:v>12.069190000000001</c:v>
                </c:pt>
                <c:pt idx="2852">
                  <c:v>12.03124</c:v>
                </c:pt>
                <c:pt idx="2853">
                  <c:v>11.88664</c:v>
                </c:pt>
                <c:pt idx="2854">
                  <c:v>11.822430000000001</c:v>
                </c:pt>
                <c:pt idx="2855">
                  <c:v>12.083299999999999</c:v>
                </c:pt>
                <c:pt idx="2856">
                  <c:v>12.13884</c:v>
                </c:pt>
                <c:pt idx="2857">
                  <c:v>11.991379999999999</c:v>
                </c:pt>
                <c:pt idx="2858">
                  <c:v>11.890980000000001</c:v>
                </c:pt>
                <c:pt idx="2859">
                  <c:v>11.918760000000001</c:v>
                </c:pt>
                <c:pt idx="2860">
                  <c:v>11.98892</c:v>
                </c:pt>
                <c:pt idx="2861">
                  <c:v>12.032</c:v>
                </c:pt>
                <c:pt idx="2862">
                  <c:v>11.85242</c:v>
                </c:pt>
                <c:pt idx="2863">
                  <c:v>11.59656</c:v>
                </c:pt>
                <c:pt idx="2864">
                  <c:v>11.5679</c:v>
                </c:pt>
                <c:pt idx="2865">
                  <c:v>11.683870000000001</c:v>
                </c:pt>
                <c:pt idx="2866">
                  <c:v>11.920949999999999</c:v>
                </c:pt>
                <c:pt idx="2867">
                  <c:v>12.12735</c:v>
                </c:pt>
                <c:pt idx="2868">
                  <c:v>11.83803</c:v>
                </c:pt>
                <c:pt idx="2869">
                  <c:v>11.58549</c:v>
                </c:pt>
                <c:pt idx="2870">
                  <c:v>11.57146</c:v>
                </c:pt>
                <c:pt idx="2871">
                  <c:v>11.6274</c:v>
                </c:pt>
                <c:pt idx="2872">
                  <c:v>11.57503</c:v>
                </c:pt>
                <c:pt idx="2873">
                  <c:v>11.6038</c:v>
                </c:pt>
                <c:pt idx="2874">
                  <c:v>11.71332</c:v>
                </c:pt>
                <c:pt idx="2875">
                  <c:v>11.639950000000001</c:v>
                </c:pt>
                <c:pt idx="2876">
                  <c:v>11.3872</c:v>
                </c:pt>
                <c:pt idx="2877">
                  <c:v>11.51633</c:v>
                </c:pt>
                <c:pt idx="2878">
                  <c:v>11.78016</c:v>
                </c:pt>
                <c:pt idx="2879">
                  <c:v>11.82898</c:v>
                </c:pt>
                <c:pt idx="2880">
                  <c:v>11.80988</c:v>
                </c:pt>
                <c:pt idx="2881">
                  <c:v>11.62439</c:v>
                </c:pt>
                <c:pt idx="2882">
                  <c:v>11.35345</c:v>
                </c:pt>
                <c:pt idx="2883">
                  <c:v>11.25714</c:v>
                </c:pt>
                <c:pt idx="2884">
                  <c:v>11.29974</c:v>
                </c:pt>
                <c:pt idx="2885">
                  <c:v>11.52486</c:v>
                </c:pt>
                <c:pt idx="2886">
                  <c:v>11.54482</c:v>
                </c:pt>
                <c:pt idx="2887">
                  <c:v>11.29773</c:v>
                </c:pt>
                <c:pt idx="2888">
                  <c:v>11.159179999999999</c:v>
                </c:pt>
                <c:pt idx="2889">
                  <c:v>11.30409</c:v>
                </c:pt>
                <c:pt idx="2890">
                  <c:v>11.316240000000001</c:v>
                </c:pt>
                <c:pt idx="2891">
                  <c:v>11.266310000000001</c:v>
                </c:pt>
                <c:pt idx="2892">
                  <c:v>11.349959999999999</c:v>
                </c:pt>
                <c:pt idx="2893">
                  <c:v>11.52685</c:v>
                </c:pt>
                <c:pt idx="2894">
                  <c:v>11.520149999999999</c:v>
                </c:pt>
                <c:pt idx="2895">
                  <c:v>11.40324</c:v>
                </c:pt>
                <c:pt idx="2896">
                  <c:v>11.347899999999999</c:v>
                </c:pt>
                <c:pt idx="2897">
                  <c:v>11.324680000000001</c:v>
                </c:pt>
                <c:pt idx="2898">
                  <c:v>11.30278</c:v>
                </c:pt>
                <c:pt idx="2899">
                  <c:v>11.290710000000001</c:v>
                </c:pt>
                <c:pt idx="2900">
                  <c:v>11.22969</c:v>
                </c:pt>
                <c:pt idx="2901">
                  <c:v>11.24371</c:v>
                </c:pt>
                <c:pt idx="2902">
                  <c:v>11.54392</c:v>
                </c:pt>
                <c:pt idx="2903">
                  <c:v>11.711270000000001</c:v>
                </c:pt>
                <c:pt idx="2904">
                  <c:v>11.69971</c:v>
                </c:pt>
                <c:pt idx="2905">
                  <c:v>11.608470000000001</c:v>
                </c:pt>
                <c:pt idx="2906">
                  <c:v>11.4382</c:v>
                </c:pt>
                <c:pt idx="2907">
                  <c:v>11.43562</c:v>
                </c:pt>
                <c:pt idx="2908">
                  <c:v>11.54041</c:v>
                </c:pt>
                <c:pt idx="2909">
                  <c:v>11.56015</c:v>
                </c:pt>
                <c:pt idx="2910">
                  <c:v>11.54105</c:v>
                </c:pt>
                <c:pt idx="2911">
                  <c:v>11.68512</c:v>
                </c:pt>
                <c:pt idx="2912">
                  <c:v>11.768980000000001</c:v>
                </c:pt>
                <c:pt idx="2913">
                  <c:v>11.4262</c:v>
                </c:pt>
                <c:pt idx="2914">
                  <c:v>11.14198</c:v>
                </c:pt>
                <c:pt idx="2915">
                  <c:v>11.477740000000001</c:v>
                </c:pt>
                <c:pt idx="2916">
                  <c:v>11.53762</c:v>
                </c:pt>
                <c:pt idx="2917">
                  <c:v>11.015359999999999</c:v>
                </c:pt>
                <c:pt idx="2918">
                  <c:v>10.843400000000001</c:v>
                </c:pt>
                <c:pt idx="2919">
                  <c:v>11.45224</c:v>
                </c:pt>
                <c:pt idx="2920">
                  <c:v>11.613630000000001</c:v>
                </c:pt>
                <c:pt idx="2921">
                  <c:v>11.324170000000001</c:v>
                </c:pt>
                <c:pt idx="2922">
                  <c:v>11.09531</c:v>
                </c:pt>
                <c:pt idx="2923">
                  <c:v>11.01745</c:v>
                </c:pt>
                <c:pt idx="2924">
                  <c:v>11.090450000000001</c:v>
                </c:pt>
                <c:pt idx="2925">
                  <c:v>11.21161</c:v>
                </c:pt>
                <c:pt idx="2926">
                  <c:v>11.12495</c:v>
                </c:pt>
                <c:pt idx="2927">
                  <c:v>10.98326</c:v>
                </c:pt>
                <c:pt idx="2928">
                  <c:v>10.93746</c:v>
                </c:pt>
                <c:pt idx="2929">
                  <c:v>11.008749999999999</c:v>
                </c:pt>
                <c:pt idx="2930">
                  <c:v>11.199389999999999</c:v>
                </c:pt>
                <c:pt idx="2931">
                  <c:v>11.386279999999999</c:v>
                </c:pt>
                <c:pt idx="2932">
                  <c:v>11.59859</c:v>
                </c:pt>
                <c:pt idx="2933">
                  <c:v>11.50826</c:v>
                </c:pt>
                <c:pt idx="2934">
                  <c:v>11.083909999999999</c:v>
                </c:pt>
                <c:pt idx="2935">
                  <c:v>10.991300000000001</c:v>
                </c:pt>
                <c:pt idx="2936">
                  <c:v>11.29932</c:v>
                </c:pt>
                <c:pt idx="2937">
                  <c:v>11.29278</c:v>
                </c:pt>
                <c:pt idx="2938">
                  <c:v>11.05979</c:v>
                </c:pt>
                <c:pt idx="2939">
                  <c:v>10.925700000000001</c:v>
                </c:pt>
                <c:pt idx="2940">
                  <c:v>10.91095</c:v>
                </c:pt>
                <c:pt idx="2941">
                  <c:v>11.048909999999999</c:v>
                </c:pt>
                <c:pt idx="2942">
                  <c:v>11.22071</c:v>
                </c:pt>
                <c:pt idx="2943">
                  <c:v>11.271330000000001</c:v>
                </c:pt>
                <c:pt idx="2944">
                  <c:v>11.322150000000001</c:v>
                </c:pt>
                <c:pt idx="2945">
                  <c:v>11.43158</c:v>
                </c:pt>
                <c:pt idx="2946">
                  <c:v>11.543060000000001</c:v>
                </c:pt>
                <c:pt idx="2947">
                  <c:v>11.64654</c:v>
                </c:pt>
                <c:pt idx="2948">
                  <c:v>11.643190000000001</c:v>
                </c:pt>
                <c:pt idx="2949">
                  <c:v>11.52393</c:v>
                </c:pt>
                <c:pt idx="2950">
                  <c:v>11.61505</c:v>
                </c:pt>
                <c:pt idx="2951">
                  <c:v>11.881159999999999</c:v>
                </c:pt>
                <c:pt idx="2952">
                  <c:v>12.02341</c:v>
                </c:pt>
                <c:pt idx="2953">
                  <c:v>12.02402</c:v>
                </c:pt>
                <c:pt idx="2954">
                  <c:v>11.89822</c:v>
                </c:pt>
                <c:pt idx="2955">
                  <c:v>11.7371</c:v>
                </c:pt>
                <c:pt idx="2956">
                  <c:v>11.693479999999999</c:v>
                </c:pt>
                <c:pt idx="2957">
                  <c:v>11.73531</c:v>
                </c:pt>
                <c:pt idx="2958">
                  <c:v>11.895849999999999</c:v>
                </c:pt>
                <c:pt idx="2959">
                  <c:v>11.945320000000001</c:v>
                </c:pt>
                <c:pt idx="2960">
                  <c:v>11.69403</c:v>
                </c:pt>
                <c:pt idx="2961">
                  <c:v>11.54857</c:v>
                </c:pt>
                <c:pt idx="2962">
                  <c:v>11.59125</c:v>
                </c:pt>
                <c:pt idx="2963">
                  <c:v>11.70331</c:v>
                </c:pt>
                <c:pt idx="2964">
                  <c:v>11.847580000000001</c:v>
                </c:pt>
                <c:pt idx="2965">
                  <c:v>11.833500000000001</c:v>
                </c:pt>
                <c:pt idx="2966">
                  <c:v>11.72692</c:v>
                </c:pt>
                <c:pt idx="2967">
                  <c:v>11.796049999999999</c:v>
                </c:pt>
                <c:pt idx="2968">
                  <c:v>11.94224</c:v>
                </c:pt>
                <c:pt idx="2969">
                  <c:v>11.85275</c:v>
                </c:pt>
                <c:pt idx="2970">
                  <c:v>11.76055</c:v>
                </c:pt>
                <c:pt idx="2971">
                  <c:v>11.85411</c:v>
                </c:pt>
                <c:pt idx="2972">
                  <c:v>12.010009999999999</c:v>
                </c:pt>
                <c:pt idx="2973">
                  <c:v>12.227510000000001</c:v>
                </c:pt>
                <c:pt idx="2974">
                  <c:v>12.1515</c:v>
                </c:pt>
                <c:pt idx="2975">
                  <c:v>11.68037</c:v>
                </c:pt>
                <c:pt idx="2976">
                  <c:v>11.618869999999999</c:v>
                </c:pt>
                <c:pt idx="2977">
                  <c:v>12.14058</c:v>
                </c:pt>
                <c:pt idx="2978">
                  <c:v>12.236879999999999</c:v>
                </c:pt>
                <c:pt idx="2979">
                  <c:v>11.97186</c:v>
                </c:pt>
                <c:pt idx="2980">
                  <c:v>11.84661</c:v>
                </c:pt>
                <c:pt idx="2981">
                  <c:v>11.81686</c:v>
                </c:pt>
                <c:pt idx="2982">
                  <c:v>11.53388</c:v>
                </c:pt>
                <c:pt idx="2983">
                  <c:v>11.364050000000001</c:v>
                </c:pt>
                <c:pt idx="2984">
                  <c:v>11.685079999999999</c:v>
                </c:pt>
                <c:pt idx="2985">
                  <c:v>12.05866</c:v>
                </c:pt>
                <c:pt idx="2986">
                  <c:v>11.997019999999999</c:v>
                </c:pt>
                <c:pt idx="2987">
                  <c:v>11.87457</c:v>
                </c:pt>
                <c:pt idx="2988">
                  <c:v>11.76014</c:v>
                </c:pt>
                <c:pt idx="2989">
                  <c:v>11.811</c:v>
                </c:pt>
                <c:pt idx="2990">
                  <c:v>12.12083</c:v>
                </c:pt>
                <c:pt idx="2991">
                  <c:v>12.066129999999999</c:v>
                </c:pt>
                <c:pt idx="2992">
                  <c:v>11.75436</c:v>
                </c:pt>
                <c:pt idx="2993">
                  <c:v>11.737819999999999</c:v>
                </c:pt>
                <c:pt idx="2994">
                  <c:v>11.945449999999999</c:v>
                </c:pt>
                <c:pt idx="2995">
                  <c:v>12.10406</c:v>
                </c:pt>
                <c:pt idx="2996">
                  <c:v>12.10567</c:v>
                </c:pt>
                <c:pt idx="2997">
                  <c:v>11.82464</c:v>
                </c:pt>
                <c:pt idx="2998">
                  <c:v>11.56945</c:v>
                </c:pt>
                <c:pt idx="2999">
                  <c:v>11.74898</c:v>
                </c:pt>
                <c:pt idx="3000">
                  <c:v>11.96231</c:v>
                </c:pt>
                <c:pt idx="3001">
                  <c:v>12.11505</c:v>
                </c:pt>
                <c:pt idx="3002">
                  <c:v>12.274330000000001</c:v>
                </c:pt>
                <c:pt idx="3003">
                  <c:v>12.52183</c:v>
                </c:pt>
                <c:pt idx="3004">
                  <c:v>12.38402</c:v>
                </c:pt>
                <c:pt idx="3005">
                  <c:v>11.98784</c:v>
                </c:pt>
                <c:pt idx="3006">
                  <c:v>11.93111</c:v>
                </c:pt>
                <c:pt idx="3007">
                  <c:v>12.108320000000001</c:v>
                </c:pt>
                <c:pt idx="3008">
                  <c:v>11.9476</c:v>
                </c:pt>
                <c:pt idx="3009">
                  <c:v>11.829549999999999</c:v>
                </c:pt>
                <c:pt idx="3010">
                  <c:v>12.18074</c:v>
                </c:pt>
                <c:pt idx="3011">
                  <c:v>12.54133</c:v>
                </c:pt>
                <c:pt idx="3012">
                  <c:v>12.36059</c:v>
                </c:pt>
                <c:pt idx="3013">
                  <c:v>12.07804</c:v>
                </c:pt>
                <c:pt idx="3014">
                  <c:v>11.800369999999999</c:v>
                </c:pt>
                <c:pt idx="3015">
                  <c:v>11.615919999999999</c:v>
                </c:pt>
                <c:pt idx="3016">
                  <c:v>11.57992</c:v>
                </c:pt>
                <c:pt idx="3017">
                  <c:v>11.578620000000001</c:v>
                </c:pt>
                <c:pt idx="3018">
                  <c:v>11.61903</c:v>
                </c:pt>
                <c:pt idx="3019">
                  <c:v>11.786149999999999</c:v>
                </c:pt>
                <c:pt idx="3020">
                  <c:v>11.997540000000001</c:v>
                </c:pt>
                <c:pt idx="3021">
                  <c:v>11.92563</c:v>
                </c:pt>
                <c:pt idx="3022">
                  <c:v>11.876480000000001</c:v>
                </c:pt>
                <c:pt idx="3023">
                  <c:v>12.18572</c:v>
                </c:pt>
                <c:pt idx="3024">
                  <c:v>12.468109999999999</c:v>
                </c:pt>
                <c:pt idx="3025">
                  <c:v>12.21862</c:v>
                </c:pt>
                <c:pt idx="3026">
                  <c:v>12.055870000000001</c:v>
                </c:pt>
                <c:pt idx="3027">
                  <c:v>12.106780000000001</c:v>
                </c:pt>
                <c:pt idx="3028">
                  <c:v>12.275600000000001</c:v>
                </c:pt>
                <c:pt idx="3029">
                  <c:v>12.605320000000001</c:v>
                </c:pt>
                <c:pt idx="3030">
                  <c:v>12.56748</c:v>
                </c:pt>
                <c:pt idx="3031">
                  <c:v>12.2796</c:v>
                </c:pt>
                <c:pt idx="3032">
                  <c:v>12.089410000000001</c:v>
                </c:pt>
                <c:pt idx="3033">
                  <c:v>12.02539</c:v>
                </c:pt>
                <c:pt idx="3034">
                  <c:v>12.15451</c:v>
                </c:pt>
                <c:pt idx="3035">
                  <c:v>12.349550000000001</c:v>
                </c:pt>
                <c:pt idx="3036">
                  <c:v>12.51092</c:v>
                </c:pt>
                <c:pt idx="3037">
                  <c:v>12.615069999999999</c:v>
                </c:pt>
                <c:pt idx="3038">
                  <c:v>12.61251</c:v>
                </c:pt>
                <c:pt idx="3039">
                  <c:v>12.58779</c:v>
                </c:pt>
                <c:pt idx="3040">
                  <c:v>12.55888</c:v>
                </c:pt>
                <c:pt idx="3041">
                  <c:v>12.56249</c:v>
                </c:pt>
                <c:pt idx="3042">
                  <c:v>12.61773</c:v>
                </c:pt>
                <c:pt idx="3043">
                  <c:v>12.574719999999999</c:v>
                </c:pt>
                <c:pt idx="3044">
                  <c:v>12.48645</c:v>
                </c:pt>
                <c:pt idx="3045">
                  <c:v>12.49417</c:v>
                </c:pt>
                <c:pt idx="3046">
                  <c:v>12.593870000000001</c:v>
                </c:pt>
                <c:pt idx="3047">
                  <c:v>12.931660000000001</c:v>
                </c:pt>
                <c:pt idx="3048">
                  <c:v>13.09172</c:v>
                </c:pt>
                <c:pt idx="3049">
                  <c:v>12.69157</c:v>
                </c:pt>
                <c:pt idx="3050">
                  <c:v>12.39781</c:v>
                </c:pt>
                <c:pt idx="3051">
                  <c:v>12.799950000000001</c:v>
                </c:pt>
                <c:pt idx="3052">
                  <c:v>13.01519</c:v>
                </c:pt>
                <c:pt idx="3053">
                  <c:v>12.950710000000001</c:v>
                </c:pt>
                <c:pt idx="3054">
                  <c:v>12.791600000000001</c:v>
                </c:pt>
                <c:pt idx="3055">
                  <c:v>12.597300000000001</c:v>
                </c:pt>
                <c:pt idx="3056">
                  <c:v>12.61185</c:v>
                </c:pt>
                <c:pt idx="3057">
                  <c:v>12.76191</c:v>
                </c:pt>
                <c:pt idx="3058">
                  <c:v>12.96747</c:v>
                </c:pt>
                <c:pt idx="3059">
                  <c:v>13.092169999999999</c:v>
                </c:pt>
                <c:pt idx="3060">
                  <c:v>12.802910000000001</c:v>
                </c:pt>
                <c:pt idx="3061">
                  <c:v>12.663639999999999</c:v>
                </c:pt>
                <c:pt idx="3062">
                  <c:v>13.04172</c:v>
                </c:pt>
                <c:pt idx="3063">
                  <c:v>13.365270000000001</c:v>
                </c:pt>
                <c:pt idx="3064">
                  <c:v>13.3787</c:v>
                </c:pt>
                <c:pt idx="3065">
                  <c:v>13.237080000000001</c:v>
                </c:pt>
                <c:pt idx="3066">
                  <c:v>12.999779999999999</c:v>
                </c:pt>
                <c:pt idx="3067">
                  <c:v>12.861829999999999</c:v>
                </c:pt>
                <c:pt idx="3068">
                  <c:v>12.89791</c:v>
                </c:pt>
                <c:pt idx="3069">
                  <c:v>13.329499999999999</c:v>
                </c:pt>
                <c:pt idx="3070">
                  <c:v>13.84501</c:v>
                </c:pt>
                <c:pt idx="3071">
                  <c:v>13.78764</c:v>
                </c:pt>
                <c:pt idx="3072">
                  <c:v>13.53177</c:v>
                </c:pt>
                <c:pt idx="3073">
                  <c:v>13.261480000000001</c:v>
                </c:pt>
                <c:pt idx="3074">
                  <c:v>13.12767</c:v>
                </c:pt>
                <c:pt idx="3075">
                  <c:v>13.202400000000001</c:v>
                </c:pt>
                <c:pt idx="3076">
                  <c:v>13.288</c:v>
                </c:pt>
                <c:pt idx="3077">
                  <c:v>13.331849999999999</c:v>
                </c:pt>
                <c:pt idx="3078">
                  <c:v>13.25127</c:v>
                </c:pt>
                <c:pt idx="3079">
                  <c:v>13.108449999999999</c:v>
                </c:pt>
                <c:pt idx="3080">
                  <c:v>13.30597</c:v>
                </c:pt>
                <c:pt idx="3081">
                  <c:v>13.729649999999999</c:v>
                </c:pt>
                <c:pt idx="3082">
                  <c:v>14.094099999999999</c:v>
                </c:pt>
                <c:pt idx="3083">
                  <c:v>14.352539999999999</c:v>
                </c:pt>
                <c:pt idx="3084">
                  <c:v>14.42313</c:v>
                </c:pt>
                <c:pt idx="3085">
                  <c:v>14.32929</c:v>
                </c:pt>
                <c:pt idx="3086">
                  <c:v>14.013350000000001</c:v>
                </c:pt>
                <c:pt idx="3087">
                  <c:v>13.72268</c:v>
                </c:pt>
                <c:pt idx="3088">
                  <c:v>13.51272</c:v>
                </c:pt>
                <c:pt idx="3089">
                  <c:v>13.72029</c:v>
                </c:pt>
                <c:pt idx="3090">
                  <c:v>14.30011</c:v>
                </c:pt>
                <c:pt idx="3091">
                  <c:v>14.34013</c:v>
                </c:pt>
                <c:pt idx="3092">
                  <c:v>14.01689</c:v>
                </c:pt>
                <c:pt idx="3093">
                  <c:v>14.10525</c:v>
                </c:pt>
                <c:pt idx="3094">
                  <c:v>14.355079999999999</c:v>
                </c:pt>
                <c:pt idx="3095">
                  <c:v>14.50084</c:v>
                </c:pt>
                <c:pt idx="3096">
                  <c:v>14.450659999999999</c:v>
                </c:pt>
                <c:pt idx="3097">
                  <c:v>13.877000000000001</c:v>
                </c:pt>
                <c:pt idx="3098">
                  <c:v>13.68098</c:v>
                </c:pt>
                <c:pt idx="3099">
                  <c:v>14.133470000000001</c:v>
                </c:pt>
                <c:pt idx="3100">
                  <c:v>14.40837</c:v>
                </c:pt>
                <c:pt idx="3101">
                  <c:v>14.364089999999999</c:v>
                </c:pt>
                <c:pt idx="3102">
                  <c:v>14.461539999999999</c:v>
                </c:pt>
                <c:pt idx="3103">
                  <c:v>14.65021</c:v>
                </c:pt>
                <c:pt idx="3104">
                  <c:v>14.6729</c:v>
                </c:pt>
                <c:pt idx="3105">
                  <c:v>14.593819999999999</c:v>
                </c:pt>
                <c:pt idx="3106">
                  <c:v>14.472479999999999</c:v>
                </c:pt>
                <c:pt idx="3107">
                  <c:v>14.510300000000001</c:v>
                </c:pt>
                <c:pt idx="3108">
                  <c:v>14.871549999999999</c:v>
                </c:pt>
                <c:pt idx="3109">
                  <c:v>15.143890000000001</c:v>
                </c:pt>
                <c:pt idx="3110">
                  <c:v>15.051690000000001</c:v>
                </c:pt>
                <c:pt idx="3111">
                  <c:v>14.88308</c:v>
                </c:pt>
                <c:pt idx="3112">
                  <c:v>14.682700000000001</c:v>
                </c:pt>
                <c:pt idx="3113">
                  <c:v>14.566890000000001</c:v>
                </c:pt>
                <c:pt idx="3114">
                  <c:v>14.54317</c:v>
                </c:pt>
                <c:pt idx="3115">
                  <c:v>14.71274</c:v>
                </c:pt>
                <c:pt idx="3116">
                  <c:v>15.002219999999999</c:v>
                </c:pt>
                <c:pt idx="3117">
                  <c:v>15.337289999999999</c:v>
                </c:pt>
                <c:pt idx="3118">
                  <c:v>15.57774</c:v>
                </c:pt>
                <c:pt idx="3119">
                  <c:v>15.39256</c:v>
                </c:pt>
                <c:pt idx="3120">
                  <c:v>15.33732</c:v>
                </c:pt>
                <c:pt idx="3121">
                  <c:v>15.56509</c:v>
                </c:pt>
                <c:pt idx="3122">
                  <c:v>15.656499999999999</c:v>
                </c:pt>
                <c:pt idx="3123">
                  <c:v>15.4415</c:v>
                </c:pt>
                <c:pt idx="3124">
                  <c:v>15.28044</c:v>
                </c:pt>
                <c:pt idx="3125">
                  <c:v>15.21579</c:v>
                </c:pt>
                <c:pt idx="3126">
                  <c:v>15.34374</c:v>
                </c:pt>
                <c:pt idx="3127">
                  <c:v>15.5862</c:v>
                </c:pt>
                <c:pt idx="3128">
                  <c:v>15.89526</c:v>
                </c:pt>
                <c:pt idx="3129">
                  <c:v>16.05498</c:v>
                </c:pt>
                <c:pt idx="3130">
                  <c:v>15.94861</c:v>
                </c:pt>
                <c:pt idx="3131">
                  <c:v>15.74057</c:v>
                </c:pt>
                <c:pt idx="3132">
                  <c:v>15.3973</c:v>
                </c:pt>
                <c:pt idx="3133">
                  <c:v>15.45885</c:v>
                </c:pt>
                <c:pt idx="3134">
                  <c:v>15.877459999999999</c:v>
                </c:pt>
                <c:pt idx="3135">
                  <c:v>15.87138</c:v>
                </c:pt>
                <c:pt idx="3136">
                  <c:v>15.442920000000001</c:v>
                </c:pt>
                <c:pt idx="3137">
                  <c:v>15.532500000000001</c:v>
                </c:pt>
                <c:pt idx="3138">
                  <c:v>15.85341</c:v>
                </c:pt>
                <c:pt idx="3139">
                  <c:v>16.0029</c:v>
                </c:pt>
                <c:pt idx="3140">
                  <c:v>16.119209999999999</c:v>
                </c:pt>
                <c:pt idx="3141">
                  <c:v>16.473579999999998</c:v>
                </c:pt>
                <c:pt idx="3142">
                  <c:v>16.608740000000001</c:v>
                </c:pt>
                <c:pt idx="3143">
                  <c:v>16.425180000000001</c:v>
                </c:pt>
                <c:pt idx="3144">
                  <c:v>16.333570000000002</c:v>
                </c:pt>
                <c:pt idx="3145">
                  <c:v>16.511839999999999</c:v>
                </c:pt>
                <c:pt idx="3146">
                  <c:v>16.805150000000001</c:v>
                </c:pt>
                <c:pt idx="3147">
                  <c:v>17.076319999999999</c:v>
                </c:pt>
                <c:pt idx="3148">
                  <c:v>16.73057</c:v>
                </c:pt>
                <c:pt idx="3149">
                  <c:v>16.25057</c:v>
                </c:pt>
                <c:pt idx="3150">
                  <c:v>16.611830000000001</c:v>
                </c:pt>
                <c:pt idx="3151">
                  <c:v>17.06692</c:v>
                </c:pt>
                <c:pt idx="3152">
                  <c:v>17.171109999999999</c:v>
                </c:pt>
                <c:pt idx="3153">
                  <c:v>17.262280000000001</c:v>
                </c:pt>
                <c:pt idx="3154">
                  <c:v>17.670549999999999</c:v>
                </c:pt>
                <c:pt idx="3155">
                  <c:v>17.697089999999999</c:v>
                </c:pt>
                <c:pt idx="3156">
                  <c:v>17.41516</c:v>
                </c:pt>
                <c:pt idx="3157">
                  <c:v>17.516590000000001</c:v>
                </c:pt>
                <c:pt idx="3158">
                  <c:v>17.916740000000001</c:v>
                </c:pt>
                <c:pt idx="3159">
                  <c:v>17.860230000000001</c:v>
                </c:pt>
                <c:pt idx="3160">
                  <c:v>17.718160000000001</c:v>
                </c:pt>
                <c:pt idx="3161">
                  <c:v>17.949770000000001</c:v>
                </c:pt>
                <c:pt idx="3162">
                  <c:v>18.256519999999998</c:v>
                </c:pt>
                <c:pt idx="3163">
                  <c:v>18.471019999999999</c:v>
                </c:pt>
                <c:pt idx="3164">
                  <c:v>18.466339999999999</c:v>
                </c:pt>
                <c:pt idx="3165">
                  <c:v>18.25684</c:v>
                </c:pt>
                <c:pt idx="3166">
                  <c:v>18.344809999999999</c:v>
                </c:pt>
                <c:pt idx="3167">
                  <c:v>18.856159999999999</c:v>
                </c:pt>
                <c:pt idx="3168">
                  <c:v>18.959250000000001</c:v>
                </c:pt>
                <c:pt idx="3169">
                  <c:v>18.841010000000001</c:v>
                </c:pt>
                <c:pt idx="3170">
                  <c:v>18.977360000000001</c:v>
                </c:pt>
                <c:pt idx="3171">
                  <c:v>19.11692</c:v>
                </c:pt>
                <c:pt idx="3172">
                  <c:v>18.860710000000001</c:v>
                </c:pt>
                <c:pt idx="3173">
                  <c:v>18.685140000000001</c:v>
                </c:pt>
                <c:pt idx="3174">
                  <c:v>18.78274</c:v>
                </c:pt>
                <c:pt idx="3175">
                  <c:v>18.966819999999998</c:v>
                </c:pt>
                <c:pt idx="3176">
                  <c:v>19.18807</c:v>
                </c:pt>
                <c:pt idx="3177">
                  <c:v>19.315429999999999</c:v>
                </c:pt>
                <c:pt idx="3178">
                  <c:v>19.398810000000001</c:v>
                </c:pt>
                <c:pt idx="3179">
                  <c:v>19.765409999999999</c:v>
                </c:pt>
                <c:pt idx="3180">
                  <c:v>20.214960000000001</c:v>
                </c:pt>
                <c:pt idx="3181">
                  <c:v>20.281189999999999</c:v>
                </c:pt>
                <c:pt idx="3182">
                  <c:v>20.29824</c:v>
                </c:pt>
                <c:pt idx="3183">
                  <c:v>20.60623</c:v>
                </c:pt>
                <c:pt idx="3184">
                  <c:v>20.88307</c:v>
                </c:pt>
                <c:pt idx="3185">
                  <c:v>20.999659999999999</c:v>
                </c:pt>
                <c:pt idx="3186">
                  <c:v>21.051269999999999</c:v>
                </c:pt>
                <c:pt idx="3187">
                  <c:v>21.07302</c:v>
                </c:pt>
                <c:pt idx="3188">
                  <c:v>21.23537</c:v>
                </c:pt>
                <c:pt idx="3189">
                  <c:v>21.494019999999999</c:v>
                </c:pt>
                <c:pt idx="3190">
                  <c:v>21.602519999999998</c:v>
                </c:pt>
                <c:pt idx="3191">
                  <c:v>21.629639999999998</c:v>
                </c:pt>
                <c:pt idx="3192">
                  <c:v>21.668579999999999</c:v>
                </c:pt>
                <c:pt idx="3193">
                  <c:v>21.71311</c:v>
                </c:pt>
                <c:pt idx="3194">
                  <c:v>21.741160000000001</c:v>
                </c:pt>
                <c:pt idx="3195">
                  <c:v>21.882729999999999</c:v>
                </c:pt>
                <c:pt idx="3196">
                  <c:v>22.180789999999998</c:v>
                </c:pt>
                <c:pt idx="3197">
                  <c:v>22.306719999999999</c:v>
                </c:pt>
                <c:pt idx="3198">
                  <c:v>22.275169999999999</c:v>
                </c:pt>
                <c:pt idx="3199">
                  <c:v>22.44426</c:v>
                </c:pt>
                <c:pt idx="3200">
                  <c:v>22.755330000000001</c:v>
                </c:pt>
                <c:pt idx="3201">
                  <c:v>23.077059999999999</c:v>
                </c:pt>
                <c:pt idx="3202">
                  <c:v>23.310410000000001</c:v>
                </c:pt>
                <c:pt idx="3203">
                  <c:v>23.329280000000001</c:v>
                </c:pt>
                <c:pt idx="3204">
                  <c:v>23.470759999999999</c:v>
                </c:pt>
                <c:pt idx="3205">
                  <c:v>24.027930000000001</c:v>
                </c:pt>
                <c:pt idx="3206">
                  <c:v>24.287099999999999</c:v>
                </c:pt>
                <c:pt idx="3207">
                  <c:v>24.1797</c:v>
                </c:pt>
                <c:pt idx="3208">
                  <c:v>24.13626</c:v>
                </c:pt>
                <c:pt idx="3209">
                  <c:v>24.236419999999999</c:v>
                </c:pt>
                <c:pt idx="3210">
                  <c:v>24.87951</c:v>
                </c:pt>
                <c:pt idx="3211">
                  <c:v>25.56446</c:v>
                </c:pt>
                <c:pt idx="3212">
                  <c:v>25.723659999999999</c:v>
                </c:pt>
                <c:pt idx="3213">
                  <c:v>25.664259999999999</c:v>
                </c:pt>
                <c:pt idx="3214">
                  <c:v>25.526029999999999</c:v>
                </c:pt>
                <c:pt idx="3215">
                  <c:v>25.6587</c:v>
                </c:pt>
                <c:pt idx="3216">
                  <c:v>26.106719999999999</c:v>
                </c:pt>
                <c:pt idx="3217">
                  <c:v>26.412520000000001</c:v>
                </c:pt>
                <c:pt idx="3218">
                  <c:v>26.515720000000002</c:v>
                </c:pt>
                <c:pt idx="3219">
                  <c:v>26.583919999999999</c:v>
                </c:pt>
                <c:pt idx="3220">
                  <c:v>26.68873</c:v>
                </c:pt>
                <c:pt idx="3221">
                  <c:v>26.935009999999998</c:v>
                </c:pt>
                <c:pt idx="3222">
                  <c:v>27.24042</c:v>
                </c:pt>
                <c:pt idx="3223">
                  <c:v>27.50525</c:v>
                </c:pt>
                <c:pt idx="3224">
                  <c:v>27.800280000000001</c:v>
                </c:pt>
                <c:pt idx="3225">
                  <c:v>28.143979999999999</c:v>
                </c:pt>
                <c:pt idx="3226">
                  <c:v>28.33276</c:v>
                </c:pt>
                <c:pt idx="3227">
                  <c:v>28.247319999999998</c:v>
                </c:pt>
                <c:pt idx="3228">
                  <c:v>28.947330000000001</c:v>
                </c:pt>
                <c:pt idx="3229">
                  <c:v>29.934760000000001</c:v>
                </c:pt>
                <c:pt idx="3230">
                  <c:v>30.080760000000001</c:v>
                </c:pt>
                <c:pt idx="3231">
                  <c:v>29.85436</c:v>
                </c:pt>
                <c:pt idx="3232">
                  <c:v>29.931429999999999</c:v>
                </c:pt>
                <c:pt idx="3233">
                  <c:v>30.156669999999998</c:v>
                </c:pt>
                <c:pt idx="3234">
                  <c:v>30.46349</c:v>
                </c:pt>
                <c:pt idx="3235">
                  <c:v>30.706330000000001</c:v>
                </c:pt>
                <c:pt idx="3236">
                  <c:v>30.75094</c:v>
                </c:pt>
                <c:pt idx="3237">
                  <c:v>31.08803</c:v>
                </c:pt>
                <c:pt idx="3238">
                  <c:v>31.574020000000001</c:v>
                </c:pt>
                <c:pt idx="3239">
                  <c:v>31.713180000000001</c:v>
                </c:pt>
                <c:pt idx="3240">
                  <c:v>31.735679999999999</c:v>
                </c:pt>
                <c:pt idx="3241">
                  <c:v>31.947929999999999</c:v>
                </c:pt>
                <c:pt idx="3242">
                  <c:v>32.642989999999998</c:v>
                </c:pt>
                <c:pt idx="3243">
                  <c:v>33.984369999999998</c:v>
                </c:pt>
                <c:pt idx="3244">
                  <c:v>34.711320000000001</c:v>
                </c:pt>
                <c:pt idx="3245">
                  <c:v>33.518859999999997</c:v>
                </c:pt>
                <c:pt idx="3246">
                  <c:v>33.159309999999998</c:v>
                </c:pt>
                <c:pt idx="3247">
                  <c:v>33.470460000000003</c:v>
                </c:pt>
                <c:pt idx="3248">
                  <c:v>33.659500000000001</c:v>
                </c:pt>
                <c:pt idx="3249">
                  <c:v>33.782510000000002</c:v>
                </c:pt>
                <c:pt idx="3250">
                  <c:v>34.197809999999997</c:v>
                </c:pt>
                <c:pt idx="3251">
                  <c:v>34.662199999999999</c:v>
                </c:pt>
                <c:pt idx="3252">
                  <c:v>35.052120000000002</c:v>
                </c:pt>
                <c:pt idx="3253">
                  <c:v>35.173400000000001</c:v>
                </c:pt>
                <c:pt idx="3254">
                  <c:v>34.678370000000001</c:v>
                </c:pt>
                <c:pt idx="3255">
                  <c:v>34.666499999999999</c:v>
                </c:pt>
                <c:pt idx="3256">
                  <c:v>35.108849999999997</c:v>
                </c:pt>
                <c:pt idx="3257">
                  <c:v>35.606679999999997</c:v>
                </c:pt>
                <c:pt idx="3258">
                  <c:v>36.067070000000001</c:v>
                </c:pt>
                <c:pt idx="3259">
                  <c:v>36.380830000000003</c:v>
                </c:pt>
                <c:pt idx="3260">
                  <c:v>36.668750000000003</c:v>
                </c:pt>
                <c:pt idx="3261">
                  <c:v>37.075330000000001</c:v>
                </c:pt>
                <c:pt idx="3262">
                  <c:v>37.395180000000003</c:v>
                </c:pt>
                <c:pt idx="3263">
                  <c:v>37.539070000000002</c:v>
                </c:pt>
                <c:pt idx="3264">
                  <c:v>37.29674</c:v>
                </c:pt>
                <c:pt idx="3265">
                  <c:v>36.777070000000002</c:v>
                </c:pt>
                <c:pt idx="3266">
                  <c:v>36.771439999999998</c:v>
                </c:pt>
                <c:pt idx="3267">
                  <c:v>37.268160000000002</c:v>
                </c:pt>
                <c:pt idx="3268">
                  <c:v>37.989220000000003</c:v>
                </c:pt>
                <c:pt idx="3269">
                  <c:v>38.593989999999998</c:v>
                </c:pt>
                <c:pt idx="3270">
                  <c:v>38.575530000000001</c:v>
                </c:pt>
                <c:pt idx="3271">
                  <c:v>38.46264</c:v>
                </c:pt>
                <c:pt idx="3272">
                  <c:v>38.446069999999999</c:v>
                </c:pt>
                <c:pt idx="3273">
                  <c:v>38.700429999999997</c:v>
                </c:pt>
                <c:pt idx="3274">
                  <c:v>39.191740000000003</c:v>
                </c:pt>
                <c:pt idx="3275">
                  <c:v>39.53</c:v>
                </c:pt>
                <c:pt idx="3276">
                  <c:v>39.679749999999999</c:v>
                </c:pt>
                <c:pt idx="3277">
                  <c:v>39.796390000000002</c:v>
                </c:pt>
                <c:pt idx="3278">
                  <c:v>39.83549</c:v>
                </c:pt>
                <c:pt idx="3279">
                  <c:v>39.591209999999997</c:v>
                </c:pt>
                <c:pt idx="3280">
                  <c:v>39.492840000000001</c:v>
                </c:pt>
                <c:pt idx="3281">
                  <c:v>39.789450000000002</c:v>
                </c:pt>
                <c:pt idx="3282">
                  <c:v>39.861579999999996</c:v>
                </c:pt>
                <c:pt idx="3283">
                  <c:v>39.602089999999997</c:v>
                </c:pt>
                <c:pt idx="3284">
                  <c:v>39.292490000000001</c:v>
                </c:pt>
                <c:pt idx="3285">
                  <c:v>39.143740000000001</c:v>
                </c:pt>
                <c:pt idx="3286">
                  <c:v>39.633589999999998</c:v>
                </c:pt>
                <c:pt idx="3287">
                  <c:v>40.485759999999999</c:v>
                </c:pt>
                <c:pt idx="3288">
                  <c:v>41.467840000000002</c:v>
                </c:pt>
                <c:pt idx="3289">
                  <c:v>42.035170000000001</c:v>
                </c:pt>
                <c:pt idx="3290">
                  <c:v>41.876910000000002</c:v>
                </c:pt>
                <c:pt idx="3291">
                  <c:v>41.824069999999999</c:v>
                </c:pt>
                <c:pt idx="3292">
                  <c:v>42.128259999999997</c:v>
                </c:pt>
                <c:pt idx="3293">
                  <c:v>42.396430000000002</c:v>
                </c:pt>
                <c:pt idx="3294">
                  <c:v>42.557630000000003</c:v>
                </c:pt>
                <c:pt idx="3295">
                  <c:v>42.553170000000001</c:v>
                </c:pt>
                <c:pt idx="3296">
                  <c:v>42.406210000000002</c:v>
                </c:pt>
                <c:pt idx="3297">
                  <c:v>41.909289999999999</c:v>
                </c:pt>
                <c:pt idx="3298">
                  <c:v>41.779209999999999</c:v>
                </c:pt>
                <c:pt idx="3299">
                  <c:v>42.36298</c:v>
                </c:pt>
                <c:pt idx="3300">
                  <c:v>42.618319999999997</c:v>
                </c:pt>
                <c:pt idx="3301">
                  <c:v>42.09254</c:v>
                </c:pt>
                <c:pt idx="3302">
                  <c:v>42.268259999999998</c:v>
                </c:pt>
                <c:pt idx="3303">
                  <c:v>42.905149999999999</c:v>
                </c:pt>
                <c:pt idx="3304">
                  <c:v>43.070700000000002</c:v>
                </c:pt>
                <c:pt idx="3305">
                  <c:v>43.04645</c:v>
                </c:pt>
                <c:pt idx="3306">
                  <c:v>43.421129999999998</c:v>
                </c:pt>
                <c:pt idx="3307">
                  <c:v>43.962789999999998</c:v>
                </c:pt>
                <c:pt idx="3308">
                  <c:v>44.592950000000002</c:v>
                </c:pt>
                <c:pt idx="3309">
                  <c:v>44.7256</c:v>
                </c:pt>
                <c:pt idx="3310">
                  <c:v>43.908340000000003</c:v>
                </c:pt>
                <c:pt idx="3311">
                  <c:v>44.106580000000001</c:v>
                </c:pt>
                <c:pt idx="3312">
                  <c:v>45.026940000000003</c:v>
                </c:pt>
                <c:pt idx="3313">
                  <c:v>45.906779999999998</c:v>
                </c:pt>
                <c:pt idx="3314">
                  <c:v>46.562010000000001</c:v>
                </c:pt>
                <c:pt idx="3315">
                  <c:v>46.494419999999998</c:v>
                </c:pt>
                <c:pt idx="3316">
                  <c:v>46.636279999999999</c:v>
                </c:pt>
                <c:pt idx="3317">
                  <c:v>47.327509999999997</c:v>
                </c:pt>
                <c:pt idx="3318">
                  <c:v>47.831829999999997</c:v>
                </c:pt>
                <c:pt idx="3319">
                  <c:v>47.77684</c:v>
                </c:pt>
                <c:pt idx="3320">
                  <c:v>47.827800000000003</c:v>
                </c:pt>
                <c:pt idx="3321">
                  <c:v>47.99532</c:v>
                </c:pt>
                <c:pt idx="3322">
                  <c:v>48.330060000000003</c:v>
                </c:pt>
                <c:pt idx="3323">
                  <c:v>48.745420000000003</c:v>
                </c:pt>
                <c:pt idx="3324">
                  <c:v>49.215260000000001</c:v>
                </c:pt>
                <c:pt idx="3325">
                  <c:v>49.516539999999999</c:v>
                </c:pt>
                <c:pt idx="3326">
                  <c:v>49.587820000000001</c:v>
                </c:pt>
                <c:pt idx="3327">
                  <c:v>50.016030000000001</c:v>
                </c:pt>
                <c:pt idx="3328">
                  <c:v>51.11065</c:v>
                </c:pt>
                <c:pt idx="3329">
                  <c:v>51.57676</c:v>
                </c:pt>
                <c:pt idx="3330">
                  <c:v>51.592950000000002</c:v>
                </c:pt>
                <c:pt idx="3331">
                  <c:v>51.402050000000003</c:v>
                </c:pt>
                <c:pt idx="3332">
                  <c:v>51.323500000000003</c:v>
                </c:pt>
                <c:pt idx="3333">
                  <c:v>51.767800000000001</c:v>
                </c:pt>
                <c:pt idx="3334">
                  <c:v>52.317729999999997</c:v>
                </c:pt>
                <c:pt idx="3335">
                  <c:v>52.831650000000003</c:v>
                </c:pt>
                <c:pt idx="3336">
                  <c:v>53.413899999999998</c:v>
                </c:pt>
                <c:pt idx="3337">
                  <c:v>54.083129999999997</c:v>
                </c:pt>
                <c:pt idx="3338">
                  <c:v>54.402540000000002</c:v>
                </c:pt>
                <c:pt idx="3339">
                  <c:v>54.620220000000003</c:v>
                </c:pt>
                <c:pt idx="3340">
                  <c:v>55.518450000000001</c:v>
                </c:pt>
                <c:pt idx="3341">
                  <c:v>56.231630000000003</c:v>
                </c:pt>
                <c:pt idx="3342">
                  <c:v>55.69173</c:v>
                </c:pt>
                <c:pt idx="3343">
                  <c:v>55.454529999999998</c:v>
                </c:pt>
                <c:pt idx="3344">
                  <c:v>55.852130000000002</c:v>
                </c:pt>
                <c:pt idx="3345">
                  <c:v>55.931629999999998</c:v>
                </c:pt>
                <c:pt idx="3346">
                  <c:v>55.601579999999998</c:v>
                </c:pt>
                <c:pt idx="3347">
                  <c:v>56.147379999999998</c:v>
                </c:pt>
                <c:pt idx="3348">
                  <c:v>56.875950000000003</c:v>
                </c:pt>
                <c:pt idx="3349">
                  <c:v>55.977829999999997</c:v>
                </c:pt>
                <c:pt idx="3350">
                  <c:v>55.141379999999998</c:v>
                </c:pt>
                <c:pt idx="3351">
                  <c:v>55.396500000000003</c:v>
                </c:pt>
                <c:pt idx="3352">
                  <c:v>55.889629999999997</c:v>
                </c:pt>
                <c:pt idx="3353">
                  <c:v>56.363790000000002</c:v>
                </c:pt>
                <c:pt idx="3354">
                  <c:v>56.496169999999999</c:v>
                </c:pt>
                <c:pt idx="3355">
                  <c:v>56.228949999999998</c:v>
                </c:pt>
                <c:pt idx="3356">
                  <c:v>55.698250000000002</c:v>
                </c:pt>
                <c:pt idx="3357">
                  <c:v>55.050789999999999</c:v>
                </c:pt>
                <c:pt idx="3358">
                  <c:v>54.402239999999999</c:v>
                </c:pt>
                <c:pt idx="3359">
                  <c:v>54.029429999999998</c:v>
                </c:pt>
                <c:pt idx="3360">
                  <c:v>54.093649999999997</c:v>
                </c:pt>
                <c:pt idx="3361">
                  <c:v>54.214669999999998</c:v>
                </c:pt>
                <c:pt idx="3362">
                  <c:v>54.291780000000003</c:v>
                </c:pt>
                <c:pt idx="3363">
                  <c:v>54.474240000000002</c:v>
                </c:pt>
                <c:pt idx="3364">
                  <c:v>54.41498</c:v>
                </c:pt>
                <c:pt idx="3365">
                  <c:v>53.266779999999997</c:v>
                </c:pt>
                <c:pt idx="3366">
                  <c:v>51.780340000000002</c:v>
                </c:pt>
                <c:pt idx="3367">
                  <c:v>50.99389</c:v>
                </c:pt>
                <c:pt idx="3368">
                  <c:v>50.570410000000003</c:v>
                </c:pt>
                <c:pt idx="3369">
                  <c:v>50.442599999999999</c:v>
                </c:pt>
                <c:pt idx="3370">
                  <c:v>50.100200000000001</c:v>
                </c:pt>
                <c:pt idx="3371">
                  <c:v>49.473930000000003</c:v>
                </c:pt>
                <c:pt idx="3372">
                  <c:v>48.872149999999998</c:v>
                </c:pt>
                <c:pt idx="3373">
                  <c:v>48.246810000000004</c:v>
                </c:pt>
                <c:pt idx="3374">
                  <c:v>47.458080000000002</c:v>
                </c:pt>
                <c:pt idx="3375">
                  <c:v>46.768830000000001</c:v>
                </c:pt>
                <c:pt idx="3376">
                  <c:v>46.732219999999998</c:v>
                </c:pt>
                <c:pt idx="3377">
                  <c:v>46.30874</c:v>
                </c:pt>
                <c:pt idx="3378">
                  <c:v>45.364449999999998</c:v>
                </c:pt>
                <c:pt idx="3379">
                  <c:v>44.495699999999999</c:v>
                </c:pt>
                <c:pt idx="3380">
                  <c:v>43.796059999999997</c:v>
                </c:pt>
                <c:pt idx="3381">
                  <c:v>43.284709999999997</c:v>
                </c:pt>
                <c:pt idx="3382">
                  <c:v>42.814010000000003</c:v>
                </c:pt>
                <c:pt idx="3383">
                  <c:v>42.208260000000003</c:v>
                </c:pt>
                <c:pt idx="3384">
                  <c:v>41.62283</c:v>
                </c:pt>
                <c:pt idx="3385">
                  <c:v>41.267189999999999</c:v>
                </c:pt>
                <c:pt idx="3386">
                  <c:v>40.768630000000002</c:v>
                </c:pt>
                <c:pt idx="3387">
                  <c:v>40.14085</c:v>
                </c:pt>
                <c:pt idx="3388">
                  <c:v>39.800640000000001</c:v>
                </c:pt>
                <c:pt idx="3389">
                  <c:v>39.545560000000002</c:v>
                </c:pt>
                <c:pt idx="3390">
                  <c:v>38.374560000000002</c:v>
                </c:pt>
                <c:pt idx="3391">
                  <c:v>37.17183</c:v>
                </c:pt>
                <c:pt idx="3392">
                  <c:v>36.548920000000003</c:v>
                </c:pt>
                <c:pt idx="3393">
                  <c:v>36.057650000000002</c:v>
                </c:pt>
                <c:pt idx="3394">
                  <c:v>35.273150000000001</c:v>
                </c:pt>
                <c:pt idx="3395">
                  <c:v>35.059280000000001</c:v>
                </c:pt>
                <c:pt idx="3396">
                  <c:v>35.240360000000003</c:v>
                </c:pt>
                <c:pt idx="3397">
                  <c:v>35.137329999999999</c:v>
                </c:pt>
                <c:pt idx="3398">
                  <c:v>34.791919999999998</c:v>
                </c:pt>
                <c:pt idx="3399">
                  <c:v>34.250700000000002</c:v>
                </c:pt>
                <c:pt idx="3400">
                  <c:v>33.640720000000002</c:v>
                </c:pt>
                <c:pt idx="3401">
                  <c:v>33.0017</c:v>
                </c:pt>
                <c:pt idx="3402">
                  <c:v>32.628709999999998</c:v>
                </c:pt>
                <c:pt idx="3403">
                  <c:v>32.730649999999997</c:v>
                </c:pt>
                <c:pt idx="3404">
                  <c:v>32.465899999999998</c:v>
                </c:pt>
                <c:pt idx="3405">
                  <c:v>31.890730000000001</c:v>
                </c:pt>
                <c:pt idx="3406">
                  <c:v>30.893249999999998</c:v>
                </c:pt>
                <c:pt idx="3407">
                  <c:v>30.050460000000001</c:v>
                </c:pt>
                <c:pt idx="3408">
                  <c:v>30.156739999999999</c:v>
                </c:pt>
                <c:pt idx="3409">
                  <c:v>30.218440000000001</c:v>
                </c:pt>
                <c:pt idx="3410">
                  <c:v>29.985320000000002</c:v>
                </c:pt>
                <c:pt idx="3411">
                  <c:v>29.315190000000001</c:v>
                </c:pt>
                <c:pt idx="3412">
                  <c:v>28.24174</c:v>
                </c:pt>
                <c:pt idx="3413">
                  <c:v>27.606169999999999</c:v>
                </c:pt>
                <c:pt idx="3414">
                  <c:v>27.301169999999999</c:v>
                </c:pt>
                <c:pt idx="3415">
                  <c:v>27.358989999999999</c:v>
                </c:pt>
                <c:pt idx="3416">
                  <c:v>27.314360000000001</c:v>
                </c:pt>
                <c:pt idx="3417">
                  <c:v>26.877310000000001</c:v>
                </c:pt>
                <c:pt idx="3418">
                  <c:v>26.396989999999999</c:v>
                </c:pt>
                <c:pt idx="3419">
                  <c:v>25.954989999999999</c:v>
                </c:pt>
                <c:pt idx="3420">
                  <c:v>25.517029999999998</c:v>
                </c:pt>
                <c:pt idx="3421">
                  <c:v>25.078220000000002</c:v>
                </c:pt>
                <c:pt idx="3422">
                  <c:v>24.639510000000001</c:v>
                </c:pt>
                <c:pt idx="3423">
                  <c:v>24.19604</c:v>
                </c:pt>
                <c:pt idx="3424">
                  <c:v>23.66432</c:v>
                </c:pt>
                <c:pt idx="3425">
                  <c:v>23.385259999999999</c:v>
                </c:pt>
                <c:pt idx="3426">
                  <c:v>23.489450000000001</c:v>
                </c:pt>
                <c:pt idx="3427">
                  <c:v>23.338049999999999</c:v>
                </c:pt>
                <c:pt idx="3428">
                  <c:v>22.930150000000001</c:v>
                </c:pt>
                <c:pt idx="3429">
                  <c:v>22.68169</c:v>
                </c:pt>
                <c:pt idx="3430">
                  <c:v>22.497969999999999</c:v>
                </c:pt>
                <c:pt idx="3431">
                  <c:v>22.20966</c:v>
                </c:pt>
                <c:pt idx="3432">
                  <c:v>21.930440000000001</c:v>
                </c:pt>
                <c:pt idx="3433">
                  <c:v>21.754059999999999</c:v>
                </c:pt>
                <c:pt idx="3434">
                  <c:v>21.58512</c:v>
                </c:pt>
                <c:pt idx="3435">
                  <c:v>21.394549999999999</c:v>
                </c:pt>
                <c:pt idx="3436">
                  <c:v>21.066890000000001</c:v>
                </c:pt>
                <c:pt idx="3437">
                  <c:v>20.65793</c:v>
                </c:pt>
                <c:pt idx="3438">
                  <c:v>20.360710000000001</c:v>
                </c:pt>
                <c:pt idx="3439">
                  <c:v>20.145879999999998</c:v>
                </c:pt>
                <c:pt idx="3440">
                  <c:v>19.98995</c:v>
                </c:pt>
                <c:pt idx="3441">
                  <c:v>19.845359999999999</c:v>
                </c:pt>
                <c:pt idx="3442">
                  <c:v>19.719860000000001</c:v>
                </c:pt>
                <c:pt idx="3443">
                  <c:v>19.251090000000001</c:v>
                </c:pt>
                <c:pt idx="3444">
                  <c:v>18.65042</c:v>
                </c:pt>
                <c:pt idx="3445">
                  <c:v>18.508749999999999</c:v>
                </c:pt>
                <c:pt idx="3446">
                  <c:v>18.661809999999999</c:v>
                </c:pt>
                <c:pt idx="3447">
                  <c:v>19.009589999999999</c:v>
                </c:pt>
                <c:pt idx="3448">
                  <c:v>19.205249999999999</c:v>
                </c:pt>
                <c:pt idx="3449">
                  <c:v>19.159829999999999</c:v>
                </c:pt>
                <c:pt idx="3450">
                  <c:v>18.951219999999999</c:v>
                </c:pt>
                <c:pt idx="3451">
                  <c:v>18.613219999999998</c:v>
                </c:pt>
                <c:pt idx="3452">
                  <c:v>18.338270000000001</c:v>
                </c:pt>
                <c:pt idx="3453">
                  <c:v>18.21406</c:v>
                </c:pt>
                <c:pt idx="3454">
                  <c:v>18.39132</c:v>
                </c:pt>
                <c:pt idx="3455">
                  <c:v>18.519120000000001</c:v>
                </c:pt>
                <c:pt idx="3456">
                  <c:v>18.182130000000001</c:v>
                </c:pt>
                <c:pt idx="3457">
                  <c:v>17.892910000000001</c:v>
                </c:pt>
                <c:pt idx="3458">
                  <c:v>17.68825</c:v>
                </c:pt>
                <c:pt idx="3459">
                  <c:v>17.330030000000001</c:v>
                </c:pt>
                <c:pt idx="3460">
                  <c:v>16.93572</c:v>
                </c:pt>
                <c:pt idx="3461">
                  <c:v>17.053650000000001</c:v>
                </c:pt>
                <c:pt idx="3462">
                  <c:v>17.166810000000002</c:v>
                </c:pt>
                <c:pt idx="3463">
                  <c:v>16.894410000000001</c:v>
                </c:pt>
                <c:pt idx="3464">
                  <c:v>16.765730000000001</c:v>
                </c:pt>
                <c:pt idx="3465">
                  <c:v>17.126930000000002</c:v>
                </c:pt>
                <c:pt idx="3466">
                  <c:v>17.445450000000001</c:v>
                </c:pt>
                <c:pt idx="3467">
                  <c:v>17.61093</c:v>
                </c:pt>
                <c:pt idx="3468">
                  <c:v>17.111170000000001</c:v>
                </c:pt>
                <c:pt idx="3469">
                  <c:v>16.46772</c:v>
                </c:pt>
                <c:pt idx="3470">
                  <c:v>16.196899999999999</c:v>
                </c:pt>
                <c:pt idx="3471">
                  <c:v>16.268519999999999</c:v>
                </c:pt>
                <c:pt idx="3472">
                  <c:v>16.615929999999999</c:v>
                </c:pt>
                <c:pt idx="3473">
                  <c:v>16.808119999999999</c:v>
                </c:pt>
                <c:pt idx="3474">
                  <c:v>16.746320000000001</c:v>
                </c:pt>
                <c:pt idx="3475">
                  <c:v>16.72383</c:v>
                </c:pt>
                <c:pt idx="3476">
                  <c:v>16.654920000000001</c:v>
                </c:pt>
                <c:pt idx="3477">
                  <c:v>16.270900000000001</c:v>
                </c:pt>
                <c:pt idx="3478">
                  <c:v>16.066299999999998</c:v>
                </c:pt>
                <c:pt idx="3479">
                  <c:v>16.369150000000001</c:v>
                </c:pt>
                <c:pt idx="3480">
                  <c:v>16.468769999999999</c:v>
                </c:pt>
                <c:pt idx="3481">
                  <c:v>16.30761</c:v>
                </c:pt>
                <c:pt idx="3482">
                  <c:v>16.245059999999999</c:v>
                </c:pt>
                <c:pt idx="3483">
                  <c:v>16.239000000000001</c:v>
                </c:pt>
                <c:pt idx="3484">
                  <c:v>16.10736</c:v>
                </c:pt>
                <c:pt idx="3485">
                  <c:v>16.013719999999999</c:v>
                </c:pt>
                <c:pt idx="3486">
                  <c:v>16.129930000000002</c:v>
                </c:pt>
                <c:pt idx="3487">
                  <c:v>16.139019999999999</c:v>
                </c:pt>
                <c:pt idx="3488">
                  <c:v>15.988160000000001</c:v>
                </c:pt>
                <c:pt idx="3489">
                  <c:v>15.92694</c:v>
                </c:pt>
                <c:pt idx="3490">
                  <c:v>15.92867</c:v>
                </c:pt>
                <c:pt idx="3491">
                  <c:v>15.83459</c:v>
                </c:pt>
                <c:pt idx="3492">
                  <c:v>15.71747</c:v>
                </c:pt>
                <c:pt idx="3493">
                  <c:v>15.64334</c:v>
                </c:pt>
                <c:pt idx="3494">
                  <c:v>15.442690000000001</c:v>
                </c:pt>
                <c:pt idx="3495">
                  <c:v>15.0159</c:v>
                </c:pt>
                <c:pt idx="3496">
                  <c:v>15.06997</c:v>
                </c:pt>
                <c:pt idx="3497">
                  <c:v>15.43796</c:v>
                </c:pt>
                <c:pt idx="3498">
                  <c:v>15.51801</c:v>
                </c:pt>
                <c:pt idx="3499">
                  <c:v>15.486470000000001</c:v>
                </c:pt>
                <c:pt idx="3500">
                  <c:v>15.72803</c:v>
                </c:pt>
                <c:pt idx="3501">
                  <c:v>15.724399999999999</c:v>
                </c:pt>
                <c:pt idx="3502">
                  <c:v>15.37701</c:v>
                </c:pt>
                <c:pt idx="3503">
                  <c:v>15.06592</c:v>
                </c:pt>
                <c:pt idx="3504">
                  <c:v>14.87124</c:v>
                </c:pt>
                <c:pt idx="3505">
                  <c:v>14.93036</c:v>
                </c:pt>
                <c:pt idx="3506">
                  <c:v>15.06021</c:v>
                </c:pt>
                <c:pt idx="3507">
                  <c:v>15.07986</c:v>
                </c:pt>
                <c:pt idx="3508">
                  <c:v>15.05965</c:v>
                </c:pt>
                <c:pt idx="3509">
                  <c:v>15.05091</c:v>
                </c:pt>
                <c:pt idx="3510">
                  <c:v>14.988429999999999</c:v>
                </c:pt>
                <c:pt idx="3511">
                  <c:v>14.89845</c:v>
                </c:pt>
                <c:pt idx="3512">
                  <c:v>14.916790000000001</c:v>
                </c:pt>
                <c:pt idx="3513">
                  <c:v>14.95551</c:v>
                </c:pt>
                <c:pt idx="3514">
                  <c:v>14.782120000000001</c:v>
                </c:pt>
                <c:pt idx="3515">
                  <c:v>14.72986</c:v>
                </c:pt>
                <c:pt idx="3516">
                  <c:v>14.895630000000001</c:v>
                </c:pt>
                <c:pt idx="3517">
                  <c:v>15.0329</c:v>
                </c:pt>
                <c:pt idx="3518">
                  <c:v>15.07072</c:v>
                </c:pt>
                <c:pt idx="3519">
                  <c:v>15.204599999999999</c:v>
                </c:pt>
                <c:pt idx="3520">
                  <c:v>15.29494</c:v>
                </c:pt>
                <c:pt idx="3521">
                  <c:v>15.14696</c:v>
                </c:pt>
                <c:pt idx="3522">
                  <c:v>14.904350000000001</c:v>
                </c:pt>
                <c:pt idx="3523">
                  <c:v>14.56833</c:v>
                </c:pt>
                <c:pt idx="3524">
                  <c:v>14.495979999999999</c:v>
                </c:pt>
                <c:pt idx="3525">
                  <c:v>14.65029</c:v>
                </c:pt>
                <c:pt idx="3526">
                  <c:v>14.72921</c:v>
                </c:pt>
                <c:pt idx="3527">
                  <c:v>14.74891</c:v>
                </c:pt>
                <c:pt idx="3528">
                  <c:v>14.82784</c:v>
                </c:pt>
                <c:pt idx="3529">
                  <c:v>14.866820000000001</c:v>
                </c:pt>
                <c:pt idx="3530">
                  <c:v>14.824210000000001</c:v>
                </c:pt>
                <c:pt idx="3531">
                  <c:v>14.65235</c:v>
                </c:pt>
                <c:pt idx="3532">
                  <c:v>14.35915</c:v>
                </c:pt>
                <c:pt idx="3533">
                  <c:v>14.35995</c:v>
                </c:pt>
                <c:pt idx="3534">
                  <c:v>14.507569999999999</c:v>
                </c:pt>
                <c:pt idx="3535">
                  <c:v>14.46696</c:v>
                </c:pt>
                <c:pt idx="3536">
                  <c:v>14.38575</c:v>
                </c:pt>
                <c:pt idx="3537">
                  <c:v>14.306800000000001</c:v>
                </c:pt>
                <c:pt idx="3538">
                  <c:v>14.5212</c:v>
                </c:pt>
                <c:pt idx="3539">
                  <c:v>14.980270000000001</c:v>
                </c:pt>
                <c:pt idx="3540">
                  <c:v>14.812900000000001</c:v>
                </c:pt>
                <c:pt idx="3541">
                  <c:v>14.32103</c:v>
                </c:pt>
                <c:pt idx="3542">
                  <c:v>14.293939999999999</c:v>
                </c:pt>
                <c:pt idx="3543">
                  <c:v>14.371420000000001</c:v>
                </c:pt>
                <c:pt idx="3544">
                  <c:v>14.26994</c:v>
                </c:pt>
                <c:pt idx="3545">
                  <c:v>13.93497</c:v>
                </c:pt>
                <c:pt idx="3546">
                  <c:v>13.447329999999999</c:v>
                </c:pt>
                <c:pt idx="3547">
                  <c:v>13.60079</c:v>
                </c:pt>
                <c:pt idx="3548">
                  <c:v>14.15086</c:v>
                </c:pt>
                <c:pt idx="3549">
                  <c:v>14.315099999999999</c:v>
                </c:pt>
                <c:pt idx="3550">
                  <c:v>14.27558</c:v>
                </c:pt>
                <c:pt idx="3551">
                  <c:v>14.12627</c:v>
                </c:pt>
                <c:pt idx="3552">
                  <c:v>14.087120000000001</c:v>
                </c:pt>
                <c:pt idx="3553">
                  <c:v>14.227830000000001</c:v>
                </c:pt>
                <c:pt idx="3554">
                  <c:v>14.285819999999999</c:v>
                </c:pt>
                <c:pt idx="3555">
                  <c:v>14.23218</c:v>
                </c:pt>
                <c:pt idx="3556">
                  <c:v>14.02101</c:v>
                </c:pt>
                <c:pt idx="3557">
                  <c:v>13.869669999999999</c:v>
                </c:pt>
                <c:pt idx="3558">
                  <c:v>14.08107</c:v>
                </c:pt>
                <c:pt idx="3559">
                  <c:v>14.322979999999999</c:v>
                </c:pt>
                <c:pt idx="3560">
                  <c:v>14.53398</c:v>
                </c:pt>
                <c:pt idx="3561">
                  <c:v>14.55301</c:v>
                </c:pt>
                <c:pt idx="3562">
                  <c:v>14.4261</c:v>
                </c:pt>
                <c:pt idx="3563">
                  <c:v>14.137980000000001</c:v>
                </c:pt>
                <c:pt idx="3564">
                  <c:v>13.961729999999999</c:v>
                </c:pt>
                <c:pt idx="3565">
                  <c:v>14.014390000000001</c:v>
                </c:pt>
                <c:pt idx="3566">
                  <c:v>14.045909999999999</c:v>
                </c:pt>
                <c:pt idx="3567">
                  <c:v>13.95059</c:v>
                </c:pt>
                <c:pt idx="3568">
                  <c:v>13.83062</c:v>
                </c:pt>
                <c:pt idx="3569">
                  <c:v>13.83118</c:v>
                </c:pt>
                <c:pt idx="3570">
                  <c:v>14.2536</c:v>
                </c:pt>
                <c:pt idx="3571">
                  <c:v>14.62148</c:v>
                </c:pt>
                <c:pt idx="3572">
                  <c:v>14.355079999999999</c:v>
                </c:pt>
                <c:pt idx="3573">
                  <c:v>14.35885</c:v>
                </c:pt>
                <c:pt idx="3574">
                  <c:v>14.61656</c:v>
                </c:pt>
                <c:pt idx="3575">
                  <c:v>14.47048</c:v>
                </c:pt>
                <c:pt idx="3576">
                  <c:v>14.110279999999999</c:v>
                </c:pt>
                <c:pt idx="3577">
                  <c:v>14.04669</c:v>
                </c:pt>
                <c:pt idx="3578">
                  <c:v>13.993230000000001</c:v>
                </c:pt>
                <c:pt idx="3579">
                  <c:v>13.800840000000001</c:v>
                </c:pt>
                <c:pt idx="3580">
                  <c:v>13.83427</c:v>
                </c:pt>
                <c:pt idx="3581">
                  <c:v>14.18932</c:v>
                </c:pt>
                <c:pt idx="3582">
                  <c:v>14.325939999999999</c:v>
                </c:pt>
                <c:pt idx="3583">
                  <c:v>14.313890000000001</c:v>
                </c:pt>
                <c:pt idx="3584">
                  <c:v>14.23888</c:v>
                </c:pt>
                <c:pt idx="3585">
                  <c:v>14.18848</c:v>
                </c:pt>
                <c:pt idx="3586">
                  <c:v>14.249980000000001</c:v>
                </c:pt>
                <c:pt idx="3587">
                  <c:v>13.8325</c:v>
                </c:pt>
                <c:pt idx="3588">
                  <c:v>13.083500000000001</c:v>
                </c:pt>
                <c:pt idx="3589">
                  <c:v>13.344250000000001</c:v>
                </c:pt>
                <c:pt idx="3590">
                  <c:v>13.98348</c:v>
                </c:pt>
                <c:pt idx="3591">
                  <c:v>14.040480000000001</c:v>
                </c:pt>
                <c:pt idx="3592">
                  <c:v>13.86323</c:v>
                </c:pt>
                <c:pt idx="3593">
                  <c:v>13.599309999999999</c:v>
                </c:pt>
                <c:pt idx="3594">
                  <c:v>13.74187</c:v>
                </c:pt>
                <c:pt idx="3595">
                  <c:v>14.2224</c:v>
                </c:pt>
                <c:pt idx="3596">
                  <c:v>14.486969999999999</c:v>
                </c:pt>
                <c:pt idx="3597">
                  <c:v>14.47335</c:v>
                </c:pt>
                <c:pt idx="3598">
                  <c:v>13.78082</c:v>
                </c:pt>
                <c:pt idx="3599">
                  <c:v>13.41844</c:v>
                </c:pt>
                <c:pt idx="3600">
                  <c:v>13.66677</c:v>
                </c:pt>
                <c:pt idx="3601">
                  <c:v>14.02422</c:v>
                </c:pt>
                <c:pt idx="3602">
                  <c:v>14.33318</c:v>
                </c:pt>
                <c:pt idx="3603">
                  <c:v>14.05654</c:v>
                </c:pt>
                <c:pt idx="3604">
                  <c:v>13.74089</c:v>
                </c:pt>
                <c:pt idx="3605">
                  <c:v>13.86121</c:v>
                </c:pt>
                <c:pt idx="3606">
                  <c:v>14.017720000000001</c:v>
                </c:pt>
                <c:pt idx="3607">
                  <c:v>13.95994</c:v>
                </c:pt>
                <c:pt idx="3608">
                  <c:v>14.14569</c:v>
                </c:pt>
                <c:pt idx="3609">
                  <c:v>14.42306</c:v>
                </c:pt>
                <c:pt idx="3610">
                  <c:v>14.40607</c:v>
                </c:pt>
                <c:pt idx="3611">
                  <c:v>14.23155</c:v>
                </c:pt>
                <c:pt idx="3612">
                  <c:v>13.964589999999999</c:v>
                </c:pt>
                <c:pt idx="3613">
                  <c:v>13.862579999999999</c:v>
                </c:pt>
                <c:pt idx="3614">
                  <c:v>13.93497</c:v>
                </c:pt>
                <c:pt idx="3615">
                  <c:v>13.973750000000001</c:v>
                </c:pt>
                <c:pt idx="3616">
                  <c:v>13.955</c:v>
                </c:pt>
                <c:pt idx="3617">
                  <c:v>13.871650000000001</c:v>
                </c:pt>
                <c:pt idx="3618">
                  <c:v>13.79115</c:v>
                </c:pt>
                <c:pt idx="3619">
                  <c:v>13.73906</c:v>
                </c:pt>
                <c:pt idx="3620">
                  <c:v>13.8443</c:v>
                </c:pt>
                <c:pt idx="3621">
                  <c:v>14.178380000000001</c:v>
                </c:pt>
                <c:pt idx="3622">
                  <c:v>14.169890000000001</c:v>
                </c:pt>
                <c:pt idx="3623">
                  <c:v>14.04457</c:v>
                </c:pt>
                <c:pt idx="3624">
                  <c:v>14.214079999999999</c:v>
                </c:pt>
                <c:pt idx="3625">
                  <c:v>14.30274</c:v>
                </c:pt>
                <c:pt idx="3626">
                  <c:v>13.96006</c:v>
                </c:pt>
                <c:pt idx="3627">
                  <c:v>13.749029999999999</c:v>
                </c:pt>
                <c:pt idx="3628">
                  <c:v>13.72442</c:v>
                </c:pt>
                <c:pt idx="3629">
                  <c:v>14.048870000000001</c:v>
                </c:pt>
                <c:pt idx="3630">
                  <c:v>14.35704</c:v>
                </c:pt>
                <c:pt idx="3631">
                  <c:v>13.99225</c:v>
                </c:pt>
                <c:pt idx="3632">
                  <c:v>13.684979999999999</c:v>
                </c:pt>
                <c:pt idx="3633">
                  <c:v>13.69096</c:v>
                </c:pt>
                <c:pt idx="3634">
                  <c:v>13.80223</c:v>
                </c:pt>
                <c:pt idx="3635">
                  <c:v>13.94103</c:v>
                </c:pt>
                <c:pt idx="3636">
                  <c:v>13.88481</c:v>
                </c:pt>
                <c:pt idx="3637">
                  <c:v>13.855420000000001</c:v>
                </c:pt>
                <c:pt idx="3638">
                  <c:v>14.25299</c:v>
                </c:pt>
                <c:pt idx="3639">
                  <c:v>14.38104</c:v>
                </c:pt>
                <c:pt idx="3640">
                  <c:v>14.05687</c:v>
                </c:pt>
                <c:pt idx="3641">
                  <c:v>13.998570000000001</c:v>
                </c:pt>
                <c:pt idx="3642">
                  <c:v>14.124090000000001</c:v>
                </c:pt>
                <c:pt idx="3643">
                  <c:v>13.780950000000001</c:v>
                </c:pt>
                <c:pt idx="3644">
                  <c:v>13.58689</c:v>
                </c:pt>
                <c:pt idx="3645">
                  <c:v>13.96767</c:v>
                </c:pt>
                <c:pt idx="3646">
                  <c:v>14.330719999999999</c:v>
                </c:pt>
                <c:pt idx="3647">
                  <c:v>14.49525</c:v>
                </c:pt>
                <c:pt idx="3648">
                  <c:v>14.40673</c:v>
                </c:pt>
                <c:pt idx="3649">
                  <c:v>14.17205</c:v>
                </c:pt>
                <c:pt idx="3650">
                  <c:v>13.96354</c:v>
                </c:pt>
                <c:pt idx="3651">
                  <c:v>13.84088</c:v>
                </c:pt>
                <c:pt idx="3652">
                  <c:v>13.885960000000001</c:v>
                </c:pt>
                <c:pt idx="3653">
                  <c:v>13.99715</c:v>
                </c:pt>
                <c:pt idx="3654">
                  <c:v>14.11562</c:v>
                </c:pt>
                <c:pt idx="3655">
                  <c:v>13.98695</c:v>
                </c:pt>
                <c:pt idx="3656">
                  <c:v>13.850669999999999</c:v>
                </c:pt>
                <c:pt idx="3657">
                  <c:v>14.324450000000001</c:v>
                </c:pt>
                <c:pt idx="3658">
                  <c:v>14.55545</c:v>
                </c:pt>
                <c:pt idx="3659">
                  <c:v>14.35829</c:v>
                </c:pt>
                <c:pt idx="3660">
                  <c:v>14.227930000000001</c:v>
                </c:pt>
                <c:pt idx="3661">
                  <c:v>14.25924</c:v>
                </c:pt>
                <c:pt idx="3662">
                  <c:v>14.513019999999999</c:v>
                </c:pt>
                <c:pt idx="3663">
                  <c:v>14.68168</c:v>
                </c:pt>
                <c:pt idx="3664">
                  <c:v>14.57471</c:v>
                </c:pt>
                <c:pt idx="3665">
                  <c:v>14.33864</c:v>
                </c:pt>
                <c:pt idx="3666">
                  <c:v>13.97696</c:v>
                </c:pt>
                <c:pt idx="3667">
                  <c:v>14.22185</c:v>
                </c:pt>
                <c:pt idx="3668">
                  <c:v>14.66958</c:v>
                </c:pt>
                <c:pt idx="3669">
                  <c:v>14.515940000000001</c:v>
                </c:pt>
                <c:pt idx="3670">
                  <c:v>14.344709999999999</c:v>
                </c:pt>
                <c:pt idx="3671">
                  <c:v>14.668419999999999</c:v>
                </c:pt>
                <c:pt idx="3672">
                  <c:v>14.840859999999999</c:v>
                </c:pt>
                <c:pt idx="3673">
                  <c:v>14.81446</c:v>
                </c:pt>
                <c:pt idx="3674">
                  <c:v>14.54623</c:v>
                </c:pt>
                <c:pt idx="3675">
                  <c:v>14.31916</c:v>
                </c:pt>
                <c:pt idx="3676">
                  <c:v>14.676600000000001</c:v>
                </c:pt>
                <c:pt idx="3677">
                  <c:v>14.81485</c:v>
                </c:pt>
                <c:pt idx="3678">
                  <c:v>14.509690000000001</c:v>
                </c:pt>
                <c:pt idx="3679">
                  <c:v>14.318720000000001</c:v>
                </c:pt>
                <c:pt idx="3680">
                  <c:v>14.2949</c:v>
                </c:pt>
                <c:pt idx="3681">
                  <c:v>14.20116</c:v>
                </c:pt>
                <c:pt idx="3682">
                  <c:v>14.12072</c:v>
                </c:pt>
                <c:pt idx="3683">
                  <c:v>14.10801</c:v>
                </c:pt>
                <c:pt idx="3684">
                  <c:v>14.349220000000001</c:v>
                </c:pt>
                <c:pt idx="3685">
                  <c:v>14.82241</c:v>
                </c:pt>
                <c:pt idx="3686">
                  <c:v>14.707240000000001</c:v>
                </c:pt>
                <c:pt idx="3687">
                  <c:v>14.32578</c:v>
                </c:pt>
                <c:pt idx="3688">
                  <c:v>14.801909999999999</c:v>
                </c:pt>
                <c:pt idx="3689">
                  <c:v>15.09962</c:v>
                </c:pt>
                <c:pt idx="3690">
                  <c:v>14.7667</c:v>
                </c:pt>
                <c:pt idx="3691">
                  <c:v>14.63162</c:v>
                </c:pt>
                <c:pt idx="3692">
                  <c:v>14.80594</c:v>
                </c:pt>
                <c:pt idx="3693">
                  <c:v>15.04134</c:v>
                </c:pt>
                <c:pt idx="3694">
                  <c:v>15.101520000000001</c:v>
                </c:pt>
                <c:pt idx="3695">
                  <c:v>14.79815</c:v>
                </c:pt>
                <c:pt idx="3696">
                  <c:v>14.46725</c:v>
                </c:pt>
                <c:pt idx="3697">
                  <c:v>14.22945</c:v>
                </c:pt>
                <c:pt idx="3698">
                  <c:v>14.70093</c:v>
                </c:pt>
                <c:pt idx="3699">
                  <c:v>15.36692</c:v>
                </c:pt>
                <c:pt idx="3700">
                  <c:v>15.134230000000001</c:v>
                </c:pt>
                <c:pt idx="3701">
                  <c:v>14.724159999999999</c:v>
                </c:pt>
                <c:pt idx="3702">
                  <c:v>14.935840000000001</c:v>
                </c:pt>
                <c:pt idx="3703">
                  <c:v>15.25736</c:v>
                </c:pt>
                <c:pt idx="3704">
                  <c:v>15.588139999999999</c:v>
                </c:pt>
                <c:pt idx="3705">
                  <c:v>15.78557</c:v>
                </c:pt>
                <c:pt idx="3706">
                  <c:v>15.76221</c:v>
                </c:pt>
                <c:pt idx="3707">
                  <c:v>15.06343</c:v>
                </c:pt>
                <c:pt idx="3708">
                  <c:v>14.67807</c:v>
                </c:pt>
                <c:pt idx="3709">
                  <c:v>14.826650000000001</c:v>
                </c:pt>
                <c:pt idx="3710">
                  <c:v>14.956340000000001</c:v>
                </c:pt>
                <c:pt idx="3711">
                  <c:v>14.943199999999999</c:v>
                </c:pt>
                <c:pt idx="3712">
                  <c:v>14.70223</c:v>
                </c:pt>
                <c:pt idx="3713">
                  <c:v>14.56968</c:v>
                </c:pt>
                <c:pt idx="3714">
                  <c:v>14.778510000000001</c:v>
                </c:pt>
                <c:pt idx="3715">
                  <c:v>15.01079</c:v>
                </c:pt>
                <c:pt idx="3716">
                  <c:v>15.14748</c:v>
                </c:pt>
                <c:pt idx="3717">
                  <c:v>15.09404</c:v>
                </c:pt>
                <c:pt idx="3718">
                  <c:v>14.966609999999999</c:v>
                </c:pt>
                <c:pt idx="3719">
                  <c:v>14.946490000000001</c:v>
                </c:pt>
                <c:pt idx="3720">
                  <c:v>15.0374</c:v>
                </c:pt>
                <c:pt idx="3721">
                  <c:v>15.27439</c:v>
                </c:pt>
                <c:pt idx="3722">
                  <c:v>15.248749999999999</c:v>
                </c:pt>
                <c:pt idx="3723">
                  <c:v>15.05552</c:v>
                </c:pt>
                <c:pt idx="3724">
                  <c:v>15.33272</c:v>
                </c:pt>
                <c:pt idx="3725">
                  <c:v>15.494160000000001</c:v>
                </c:pt>
                <c:pt idx="3726">
                  <c:v>14.927429999999999</c:v>
                </c:pt>
                <c:pt idx="3727">
                  <c:v>14.81391</c:v>
                </c:pt>
                <c:pt idx="3728">
                  <c:v>15.37796</c:v>
                </c:pt>
                <c:pt idx="3729">
                  <c:v>15.393280000000001</c:v>
                </c:pt>
                <c:pt idx="3730">
                  <c:v>15.082050000000001</c:v>
                </c:pt>
                <c:pt idx="3731">
                  <c:v>14.99356</c:v>
                </c:pt>
                <c:pt idx="3732">
                  <c:v>15.08182</c:v>
                </c:pt>
                <c:pt idx="3733">
                  <c:v>15.354850000000001</c:v>
                </c:pt>
                <c:pt idx="3734">
                  <c:v>15.554489999999999</c:v>
                </c:pt>
                <c:pt idx="3735">
                  <c:v>15.672140000000001</c:v>
                </c:pt>
                <c:pt idx="3736">
                  <c:v>15.771879999999999</c:v>
                </c:pt>
                <c:pt idx="3737">
                  <c:v>15.859669999999999</c:v>
                </c:pt>
                <c:pt idx="3738">
                  <c:v>15.929919999999999</c:v>
                </c:pt>
                <c:pt idx="3739">
                  <c:v>16.017610000000001</c:v>
                </c:pt>
                <c:pt idx="3740">
                  <c:v>16.109459999999999</c:v>
                </c:pt>
                <c:pt idx="3741">
                  <c:v>16.022369999999999</c:v>
                </c:pt>
                <c:pt idx="3742">
                  <c:v>15.87144</c:v>
                </c:pt>
                <c:pt idx="3743">
                  <c:v>16.002020000000002</c:v>
                </c:pt>
                <c:pt idx="3744">
                  <c:v>16.021229999999999</c:v>
                </c:pt>
                <c:pt idx="3745">
                  <c:v>15.812329999999999</c:v>
                </c:pt>
                <c:pt idx="3746">
                  <c:v>15.84995</c:v>
                </c:pt>
                <c:pt idx="3747">
                  <c:v>16.130579999999998</c:v>
                </c:pt>
                <c:pt idx="3748">
                  <c:v>15.846880000000001</c:v>
                </c:pt>
                <c:pt idx="3749">
                  <c:v>15.5771</c:v>
                </c:pt>
                <c:pt idx="3750">
                  <c:v>15.72597</c:v>
                </c:pt>
                <c:pt idx="3751">
                  <c:v>16.080110000000001</c:v>
                </c:pt>
                <c:pt idx="3752">
                  <c:v>16.585329999999999</c:v>
                </c:pt>
                <c:pt idx="3753">
                  <c:v>16.738029999999998</c:v>
                </c:pt>
                <c:pt idx="3754">
                  <c:v>16.59787</c:v>
                </c:pt>
                <c:pt idx="3755">
                  <c:v>16.178889999999999</c:v>
                </c:pt>
                <c:pt idx="3756">
                  <c:v>15.818009999999999</c:v>
                </c:pt>
                <c:pt idx="3757">
                  <c:v>15.68838</c:v>
                </c:pt>
                <c:pt idx="3758">
                  <c:v>15.93718</c:v>
                </c:pt>
                <c:pt idx="3759">
                  <c:v>16.415099999999999</c:v>
                </c:pt>
                <c:pt idx="3760">
                  <c:v>16.792349999999999</c:v>
                </c:pt>
                <c:pt idx="3761">
                  <c:v>16.928129999999999</c:v>
                </c:pt>
                <c:pt idx="3762">
                  <c:v>16.640350000000002</c:v>
                </c:pt>
                <c:pt idx="3763">
                  <c:v>16.53557</c:v>
                </c:pt>
                <c:pt idx="3764">
                  <c:v>16.667090000000002</c:v>
                </c:pt>
                <c:pt idx="3765">
                  <c:v>16.622209999999999</c:v>
                </c:pt>
                <c:pt idx="3766">
                  <c:v>16.535430000000002</c:v>
                </c:pt>
                <c:pt idx="3767">
                  <c:v>16.651019999999999</c:v>
                </c:pt>
                <c:pt idx="3768">
                  <c:v>16.719650000000001</c:v>
                </c:pt>
                <c:pt idx="3769">
                  <c:v>16.624639999999999</c:v>
                </c:pt>
                <c:pt idx="3770">
                  <c:v>16.424320000000002</c:v>
                </c:pt>
                <c:pt idx="3771">
                  <c:v>16.30265</c:v>
                </c:pt>
                <c:pt idx="3772">
                  <c:v>16.614799999999999</c:v>
                </c:pt>
                <c:pt idx="3773">
                  <c:v>17.053000000000001</c:v>
                </c:pt>
                <c:pt idx="3774">
                  <c:v>17.377569999999999</c:v>
                </c:pt>
                <c:pt idx="3775">
                  <c:v>17.434439999999999</c:v>
                </c:pt>
                <c:pt idx="3776">
                  <c:v>17.289760000000001</c:v>
                </c:pt>
                <c:pt idx="3777">
                  <c:v>17.287610000000001</c:v>
                </c:pt>
                <c:pt idx="3778">
                  <c:v>17.350180000000002</c:v>
                </c:pt>
                <c:pt idx="3779">
                  <c:v>17.272559999999999</c:v>
                </c:pt>
                <c:pt idx="3780">
                  <c:v>17.385680000000001</c:v>
                </c:pt>
                <c:pt idx="3781">
                  <c:v>17.683959999999999</c:v>
                </c:pt>
                <c:pt idx="3782">
                  <c:v>17.523579999999999</c:v>
                </c:pt>
                <c:pt idx="3783">
                  <c:v>17.085989999999999</c:v>
                </c:pt>
                <c:pt idx="3784">
                  <c:v>16.710190000000001</c:v>
                </c:pt>
                <c:pt idx="3785">
                  <c:v>16.816870000000002</c:v>
                </c:pt>
                <c:pt idx="3786">
                  <c:v>17.465219999999999</c:v>
                </c:pt>
                <c:pt idx="3787">
                  <c:v>17.836459999999999</c:v>
                </c:pt>
                <c:pt idx="3788">
                  <c:v>17.831130000000002</c:v>
                </c:pt>
                <c:pt idx="3789">
                  <c:v>18.082350000000002</c:v>
                </c:pt>
                <c:pt idx="3790">
                  <c:v>18.110949999999999</c:v>
                </c:pt>
                <c:pt idx="3791">
                  <c:v>17.589919999999999</c:v>
                </c:pt>
                <c:pt idx="3792">
                  <c:v>17.23142</c:v>
                </c:pt>
                <c:pt idx="3793">
                  <c:v>17.310459999999999</c:v>
                </c:pt>
                <c:pt idx="3794">
                  <c:v>17.216480000000001</c:v>
                </c:pt>
                <c:pt idx="3795">
                  <c:v>17.162019999999998</c:v>
                </c:pt>
                <c:pt idx="3796">
                  <c:v>17.510840000000002</c:v>
                </c:pt>
                <c:pt idx="3797">
                  <c:v>17.699660000000002</c:v>
                </c:pt>
                <c:pt idx="3798">
                  <c:v>17.473420000000001</c:v>
                </c:pt>
                <c:pt idx="3799">
                  <c:v>17.5351</c:v>
                </c:pt>
                <c:pt idx="3800">
                  <c:v>17.771940000000001</c:v>
                </c:pt>
                <c:pt idx="3801">
                  <c:v>17.759429999999998</c:v>
                </c:pt>
                <c:pt idx="3802">
                  <c:v>17.69678</c:v>
                </c:pt>
                <c:pt idx="3803">
                  <c:v>17.671690000000002</c:v>
                </c:pt>
                <c:pt idx="3804">
                  <c:v>17.948070000000001</c:v>
                </c:pt>
                <c:pt idx="3805">
                  <c:v>18.380410000000001</c:v>
                </c:pt>
                <c:pt idx="3806">
                  <c:v>17.981400000000001</c:v>
                </c:pt>
                <c:pt idx="3807">
                  <c:v>17.426300000000001</c:v>
                </c:pt>
                <c:pt idx="3808">
                  <c:v>17.274450000000002</c:v>
                </c:pt>
                <c:pt idx="3809">
                  <c:v>17.35661</c:v>
                </c:pt>
                <c:pt idx="3810">
                  <c:v>17.58437</c:v>
                </c:pt>
                <c:pt idx="3811">
                  <c:v>17.648109999999999</c:v>
                </c:pt>
                <c:pt idx="3812">
                  <c:v>17.81692</c:v>
                </c:pt>
                <c:pt idx="3813">
                  <c:v>18.45431</c:v>
                </c:pt>
                <c:pt idx="3814">
                  <c:v>18.862739999999999</c:v>
                </c:pt>
                <c:pt idx="3815">
                  <c:v>18.560310000000001</c:v>
                </c:pt>
                <c:pt idx="3816">
                  <c:v>18.137979999999999</c:v>
                </c:pt>
                <c:pt idx="3817">
                  <c:v>17.806979999999999</c:v>
                </c:pt>
                <c:pt idx="3818">
                  <c:v>17.91705</c:v>
                </c:pt>
                <c:pt idx="3819">
                  <c:v>18.052679999999999</c:v>
                </c:pt>
                <c:pt idx="3820">
                  <c:v>17.74701</c:v>
                </c:pt>
                <c:pt idx="3821">
                  <c:v>17.49475</c:v>
                </c:pt>
                <c:pt idx="3822">
                  <c:v>17.398260000000001</c:v>
                </c:pt>
                <c:pt idx="3823">
                  <c:v>17.857949999999999</c:v>
                </c:pt>
                <c:pt idx="3824">
                  <c:v>18.214410000000001</c:v>
                </c:pt>
                <c:pt idx="3825">
                  <c:v>17.362089999999998</c:v>
                </c:pt>
                <c:pt idx="3826">
                  <c:v>17.237729999999999</c:v>
                </c:pt>
                <c:pt idx="3827">
                  <c:v>17.799600000000002</c:v>
                </c:pt>
                <c:pt idx="3828">
                  <c:v>17.287330000000001</c:v>
                </c:pt>
                <c:pt idx="3829">
                  <c:v>16.47081</c:v>
                </c:pt>
                <c:pt idx="3830">
                  <c:v>16.69848</c:v>
                </c:pt>
                <c:pt idx="3831">
                  <c:v>17.353950000000001</c:v>
                </c:pt>
                <c:pt idx="3832">
                  <c:v>18.135190000000001</c:v>
                </c:pt>
                <c:pt idx="3833">
                  <c:v>17.748570000000001</c:v>
                </c:pt>
                <c:pt idx="3834">
                  <c:v>16.805399999999999</c:v>
                </c:pt>
                <c:pt idx="3835">
                  <c:v>17.10877</c:v>
                </c:pt>
                <c:pt idx="3836">
                  <c:v>17.52936</c:v>
                </c:pt>
                <c:pt idx="3837">
                  <c:v>17.507259999999999</c:v>
                </c:pt>
                <c:pt idx="3838">
                  <c:v>17.49736</c:v>
                </c:pt>
                <c:pt idx="3839">
                  <c:v>17.589020000000001</c:v>
                </c:pt>
                <c:pt idx="3840">
                  <c:v>17.826779999999999</c:v>
                </c:pt>
                <c:pt idx="3841">
                  <c:v>17.957239999999999</c:v>
                </c:pt>
                <c:pt idx="3842">
                  <c:v>17.669989999999999</c:v>
                </c:pt>
                <c:pt idx="3843">
                  <c:v>17.580369999999998</c:v>
                </c:pt>
                <c:pt idx="3844">
                  <c:v>17.743410000000001</c:v>
                </c:pt>
                <c:pt idx="3845">
                  <c:v>17.975809999999999</c:v>
                </c:pt>
                <c:pt idx="3846">
                  <c:v>18.104790000000001</c:v>
                </c:pt>
                <c:pt idx="3847">
                  <c:v>17.747389999999999</c:v>
                </c:pt>
                <c:pt idx="3848">
                  <c:v>17.432980000000001</c:v>
                </c:pt>
                <c:pt idx="3849">
                  <c:v>17.262509999999999</c:v>
                </c:pt>
                <c:pt idx="3850">
                  <c:v>17.32629</c:v>
                </c:pt>
                <c:pt idx="3851">
                  <c:v>17.40138</c:v>
                </c:pt>
                <c:pt idx="3852">
                  <c:v>16.863949999999999</c:v>
                </c:pt>
                <c:pt idx="3853">
                  <c:v>16.598179999999999</c:v>
                </c:pt>
                <c:pt idx="3854">
                  <c:v>16.784669999999998</c:v>
                </c:pt>
                <c:pt idx="3855">
                  <c:v>16.942550000000001</c:v>
                </c:pt>
                <c:pt idx="3856">
                  <c:v>17.008299999999998</c:v>
                </c:pt>
                <c:pt idx="3857">
                  <c:v>17.006640000000001</c:v>
                </c:pt>
                <c:pt idx="3858">
                  <c:v>16.985620000000001</c:v>
                </c:pt>
                <c:pt idx="3859">
                  <c:v>16.967590000000001</c:v>
                </c:pt>
                <c:pt idx="3860">
                  <c:v>16.934290000000001</c:v>
                </c:pt>
                <c:pt idx="3861">
                  <c:v>16.870889999999999</c:v>
                </c:pt>
                <c:pt idx="3862">
                  <c:v>16.685669999999998</c:v>
                </c:pt>
                <c:pt idx="3863">
                  <c:v>16.552019999999999</c:v>
                </c:pt>
                <c:pt idx="3864">
                  <c:v>16.55753</c:v>
                </c:pt>
                <c:pt idx="3865">
                  <c:v>16.645309999999998</c:v>
                </c:pt>
                <c:pt idx="3866">
                  <c:v>16.771599999999999</c:v>
                </c:pt>
                <c:pt idx="3867">
                  <c:v>16.77881</c:v>
                </c:pt>
                <c:pt idx="3868">
                  <c:v>16.62923</c:v>
                </c:pt>
                <c:pt idx="3869">
                  <c:v>16.251200000000001</c:v>
                </c:pt>
                <c:pt idx="3870">
                  <c:v>15.99756</c:v>
                </c:pt>
                <c:pt idx="3871">
                  <c:v>15.999779999999999</c:v>
                </c:pt>
                <c:pt idx="3872">
                  <c:v>16.43235</c:v>
                </c:pt>
                <c:pt idx="3873">
                  <c:v>16.798159999999999</c:v>
                </c:pt>
                <c:pt idx="3874">
                  <c:v>16.096810000000001</c:v>
                </c:pt>
                <c:pt idx="3875">
                  <c:v>15.5524</c:v>
                </c:pt>
                <c:pt idx="3876">
                  <c:v>15.47639</c:v>
                </c:pt>
                <c:pt idx="3877">
                  <c:v>15.616</c:v>
                </c:pt>
                <c:pt idx="3878">
                  <c:v>15.816890000000001</c:v>
                </c:pt>
                <c:pt idx="3879">
                  <c:v>15.75915</c:v>
                </c:pt>
                <c:pt idx="3880">
                  <c:v>15.78698</c:v>
                </c:pt>
                <c:pt idx="3881">
                  <c:v>15.98638</c:v>
                </c:pt>
                <c:pt idx="3882">
                  <c:v>15.939500000000001</c:v>
                </c:pt>
                <c:pt idx="3883">
                  <c:v>15.751300000000001</c:v>
                </c:pt>
                <c:pt idx="3884">
                  <c:v>16.07282</c:v>
                </c:pt>
                <c:pt idx="3885">
                  <c:v>16.124949999999998</c:v>
                </c:pt>
                <c:pt idx="3886">
                  <c:v>15.63368</c:v>
                </c:pt>
                <c:pt idx="3887">
                  <c:v>15.302519999999999</c:v>
                </c:pt>
                <c:pt idx="3888">
                  <c:v>15.247640000000001</c:v>
                </c:pt>
                <c:pt idx="3889">
                  <c:v>15.4579</c:v>
                </c:pt>
                <c:pt idx="3890">
                  <c:v>15.601610000000001</c:v>
                </c:pt>
                <c:pt idx="3891">
                  <c:v>15.52008</c:v>
                </c:pt>
                <c:pt idx="3892">
                  <c:v>15.388299999999999</c:v>
                </c:pt>
                <c:pt idx="3893">
                  <c:v>15.25614</c:v>
                </c:pt>
                <c:pt idx="3894">
                  <c:v>15.059990000000001</c:v>
                </c:pt>
                <c:pt idx="3895">
                  <c:v>14.931620000000001</c:v>
                </c:pt>
                <c:pt idx="3896">
                  <c:v>14.968579999999999</c:v>
                </c:pt>
                <c:pt idx="3897">
                  <c:v>14.74009</c:v>
                </c:pt>
                <c:pt idx="3898">
                  <c:v>14.175840000000001</c:v>
                </c:pt>
                <c:pt idx="3899">
                  <c:v>14.30184</c:v>
                </c:pt>
                <c:pt idx="3900">
                  <c:v>14.74211</c:v>
                </c:pt>
                <c:pt idx="3901">
                  <c:v>15.173769999999999</c:v>
                </c:pt>
                <c:pt idx="3902">
                  <c:v>15.17812</c:v>
                </c:pt>
                <c:pt idx="3903">
                  <c:v>14.65944</c:v>
                </c:pt>
                <c:pt idx="3904">
                  <c:v>14.570320000000001</c:v>
                </c:pt>
                <c:pt idx="3905">
                  <c:v>14.66347</c:v>
                </c:pt>
                <c:pt idx="3906">
                  <c:v>14.47226</c:v>
                </c:pt>
                <c:pt idx="3907">
                  <c:v>14.45923</c:v>
                </c:pt>
                <c:pt idx="3908">
                  <c:v>14.700200000000001</c:v>
                </c:pt>
                <c:pt idx="3909">
                  <c:v>14.482279999999999</c:v>
                </c:pt>
                <c:pt idx="3910">
                  <c:v>14.062569999999999</c:v>
                </c:pt>
                <c:pt idx="3911">
                  <c:v>14.243209999999999</c:v>
                </c:pt>
                <c:pt idx="3912">
                  <c:v>14.192159999999999</c:v>
                </c:pt>
                <c:pt idx="3913">
                  <c:v>13.727370000000001</c:v>
                </c:pt>
                <c:pt idx="3914">
                  <c:v>13.65794</c:v>
                </c:pt>
                <c:pt idx="3915">
                  <c:v>13.887919999999999</c:v>
                </c:pt>
                <c:pt idx="3916">
                  <c:v>13.9777</c:v>
                </c:pt>
                <c:pt idx="3917">
                  <c:v>14.05233</c:v>
                </c:pt>
                <c:pt idx="3918">
                  <c:v>14.1402</c:v>
                </c:pt>
                <c:pt idx="3919">
                  <c:v>13.852349999999999</c:v>
                </c:pt>
                <c:pt idx="3920">
                  <c:v>13.36661</c:v>
                </c:pt>
                <c:pt idx="3921">
                  <c:v>13.40376</c:v>
                </c:pt>
                <c:pt idx="3922">
                  <c:v>13.564819999999999</c:v>
                </c:pt>
                <c:pt idx="3923">
                  <c:v>13.658899999999999</c:v>
                </c:pt>
                <c:pt idx="3924">
                  <c:v>13.558009999999999</c:v>
                </c:pt>
                <c:pt idx="3925">
                  <c:v>13.326040000000001</c:v>
                </c:pt>
                <c:pt idx="3926">
                  <c:v>13.18754</c:v>
                </c:pt>
                <c:pt idx="3927">
                  <c:v>13.32291</c:v>
                </c:pt>
                <c:pt idx="3928">
                  <c:v>13.76018</c:v>
                </c:pt>
                <c:pt idx="3929">
                  <c:v>13.749000000000001</c:v>
                </c:pt>
                <c:pt idx="3930">
                  <c:v>13.28439</c:v>
                </c:pt>
                <c:pt idx="3931">
                  <c:v>13.193720000000001</c:v>
                </c:pt>
                <c:pt idx="3932">
                  <c:v>13.15916</c:v>
                </c:pt>
                <c:pt idx="3933">
                  <c:v>12.954610000000001</c:v>
                </c:pt>
                <c:pt idx="3934">
                  <c:v>13.07099</c:v>
                </c:pt>
                <c:pt idx="3935">
                  <c:v>13.483079999999999</c:v>
                </c:pt>
                <c:pt idx="3936">
                  <c:v>13.401300000000001</c:v>
                </c:pt>
                <c:pt idx="3937">
                  <c:v>13.116479999999999</c:v>
                </c:pt>
                <c:pt idx="3938">
                  <c:v>12.85629</c:v>
                </c:pt>
                <c:pt idx="3939">
                  <c:v>12.80167</c:v>
                </c:pt>
                <c:pt idx="3940">
                  <c:v>12.936400000000001</c:v>
                </c:pt>
                <c:pt idx="3941">
                  <c:v>12.97434</c:v>
                </c:pt>
              </c:numCache>
            </c:numRef>
          </c:yVal>
          <c:smooth val="1"/>
        </c:ser>
        <c:dLbls>
          <c:showLegendKey val="0"/>
          <c:showVal val="0"/>
          <c:showCatName val="0"/>
          <c:showSerName val="0"/>
          <c:showPercent val="0"/>
          <c:showBubbleSize val="0"/>
        </c:dLbls>
        <c:axId val="518115488"/>
        <c:axId val="518116272"/>
      </c:scatterChart>
      <c:valAx>
        <c:axId val="518115488"/>
        <c:scaling>
          <c:orientation val="minMax"/>
          <c:max val="3000"/>
          <c:min val="1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Wavelength</a:t>
                </a:r>
                <a:endParaRPr lang="en-CA" dirty="0"/>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8116272"/>
        <c:crosses val="autoZero"/>
        <c:crossBetween val="midCat"/>
      </c:valAx>
      <c:valAx>
        <c:axId val="5181162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Characteristics</a:t>
                </a:r>
                <a:endParaRPr lang="en-CA" dirty="0"/>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81154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a:t>Raman</a:t>
            </a:r>
            <a:r>
              <a:rPr lang="en-CA" baseline="0"/>
              <a:t> of </a:t>
            </a:r>
            <a:r>
              <a:rPr lang="en-US" altLang="zh-CN" baseline="0"/>
              <a:t>Graphene before bombardment</a:t>
            </a:r>
            <a:endParaRPr lang="en-CA"/>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none"/>
          </c:marker>
          <c:xVal>
            <c:numRef>
              <c:f>'MLG Trans from Ni_1'!$A$1:$A$3942</c:f>
              <c:numCache>
                <c:formatCode>0.00E+00</c:formatCode>
                <c:ptCount val="3942"/>
                <c:pt idx="0">
                  <c:v>1100.4000000000001</c:v>
                </c:pt>
                <c:pt idx="1">
                  <c:v>1100.8820000000001</c:v>
                </c:pt>
                <c:pt idx="2">
                  <c:v>1101.364</c:v>
                </c:pt>
                <c:pt idx="3">
                  <c:v>1101.846</c:v>
                </c:pt>
                <c:pt idx="4">
                  <c:v>1102.328</c:v>
                </c:pt>
                <c:pt idx="5">
                  <c:v>1102.81</c:v>
                </c:pt>
                <c:pt idx="6">
                  <c:v>1103.2919999999999</c:v>
                </c:pt>
                <c:pt idx="7">
                  <c:v>1103.7739999999999</c:v>
                </c:pt>
                <c:pt idx="8">
                  <c:v>1104.2560000000001</c:v>
                </c:pt>
                <c:pt idx="9">
                  <c:v>1104.739</c:v>
                </c:pt>
                <c:pt idx="10">
                  <c:v>1105.221</c:v>
                </c:pt>
                <c:pt idx="11">
                  <c:v>1105.703</c:v>
                </c:pt>
                <c:pt idx="12">
                  <c:v>1106.1849999999999</c:v>
                </c:pt>
                <c:pt idx="13">
                  <c:v>1106.6669999999999</c:v>
                </c:pt>
                <c:pt idx="14">
                  <c:v>1107.1489999999999</c:v>
                </c:pt>
                <c:pt idx="15">
                  <c:v>1107.6310000000001</c:v>
                </c:pt>
                <c:pt idx="16">
                  <c:v>1108.1130000000001</c:v>
                </c:pt>
                <c:pt idx="17">
                  <c:v>1108.596</c:v>
                </c:pt>
                <c:pt idx="18">
                  <c:v>1109.078</c:v>
                </c:pt>
                <c:pt idx="19">
                  <c:v>1109.56</c:v>
                </c:pt>
                <c:pt idx="20">
                  <c:v>1110.0419999999999</c:v>
                </c:pt>
                <c:pt idx="21">
                  <c:v>1110.5239999999999</c:v>
                </c:pt>
                <c:pt idx="22">
                  <c:v>1111.0060000000001</c:v>
                </c:pt>
                <c:pt idx="23">
                  <c:v>1111.4880000000001</c:v>
                </c:pt>
                <c:pt idx="24">
                  <c:v>1111.97</c:v>
                </c:pt>
                <c:pt idx="25">
                  <c:v>1112.453</c:v>
                </c:pt>
                <c:pt idx="26">
                  <c:v>1112.9349999999999</c:v>
                </c:pt>
                <c:pt idx="27">
                  <c:v>1113.4169999999999</c:v>
                </c:pt>
                <c:pt idx="28">
                  <c:v>1113.8989999999999</c:v>
                </c:pt>
                <c:pt idx="29">
                  <c:v>1114.3810000000001</c:v>
                </c:pt>
                <c:pt idx="30">
                  <c:v>1114.8630000000001</c:v>
                </c:pt>
                <c:pt idx="31">
                  <c:v>1115.345</c:v>
                </c:pt>
                <c:pt idx="32">
                  <c:v>1115.827</c:v>
                </c:pt>
                <c:pt idx="33">
                  <c:v>1116.309</c:v>
                </c:pt>
                <c:pt idx="34">
                  <c:v>1116.7919999999999</c:v>
                </c:pt>
                <c:pt idx="35">
                  <c:v>1117.2739999999999</c:v>
                </c:pt>
                <c:pt idx="36">
                  <c:v>1117.7560000000001</c:v>
                </c:pt>
                <c:pt idx="37">
                  <c:v>1118.2380000000001</c:v>
                </c:pt>
                <c:pt idx="38">
                  <c:v>1118.72</c:v>
                </c:pt>
                <c:pt idx="39">
                  <c:v>1119.202</c:v>
                </c:pt>
                <c:pt idx="40">
                  <c:v>1119.684</c:v>
                </c:pt>
                <c:pt idx="41">
                  <c:v>1120.1659999999999</c:v>
                </c:pt>
                <c:pt idx="42">
                  <c:v>1120.6479999999999</c:v>
                </c:pt>
                <c:pt idx="43">
                  <c:v>1121.1310000000001</c:v>
                </c:pt>
                <c:pt idx="44">
                  <c:v>1121.6130000000001</c:v>
                </c:pt>
                <c:pt idx="45">
                  <c:v>1122.095</c:v>
                </c:pt>
                <c:pt idx="46">
                  <c:v>1122.577</c:v>
                </c:pt>
                <c:pt idx="47">
                  <c:v>1123.059</c:v>
                </c:pt>
                <c:pt idx="48">
                  <c:v>1123.5409999999999</c:v>
                </c:pt>
                <c:pt idx="49">
                  <c:v>1124.0229999999999</c:v>
                </c:pt>
                <c:pt idx="50">
                  <c:v>1124.5050000000001</c:v>
                </c:pt>
                <c:pt idx="51">
                  <c:v>1124.9880000000001</c:v>
                </c:pt>
                <c:pt idx="52">
                  <c:v>1125.47</c:v>
                </c:pt>
                <c:pt idx="53">
                  <c:v>1125.952</c:v>
                </c:pt>
                <c:pt idx="54">
                  <c:v>1126.434</c:v>
                </c:pt>
                <c:pt idx="55">
                  <c:v>1126.9159999999999</c:v>
                </c:pt>
                <c:pt idx="56">
                  <c:v>1127.3979999999999</c:v>
                </c:pt>
                <c:pt idx="57">
                  <c:v>1127.8800000000001</c:v>
                </c:pt>
                <c:pt idx="58">
                  <c:v>1128.3620000000001</c:v>
                </c:pt>
                <c:pt idx="59">
                  <c:v>1128.8440000000001</c:v>
                </c:pt>
                <c:pt idx="60">
                  <c:v>1129.327</c:v>
                </c:pt>
                <c:pt idx="61">
                  <c:v>1129.809</c:v>
                </c:pt>
                <c:pt idx="62">
                  <c:v>1130.2909999999999</c:v>
                </c:pt>
                <c:pt idx="63">
                  <c:v>1130.7729999999999</c:v>
                </c:pt>
                <c:pt idx="64">
                  <c:v>1131.2550000000001</c:v>
                </c:pt>
                <c:pt idx="65">
                  <c:v>1131.7370000000001</c:v>
                </c:pt>
                <c:pt idx="66">
                  <c:v>1132.2190000000001</c:v>
                </c:pt>
                <c:pt idx="67">
                  <c:v>1132.701</c:v>
                </c:pt>
                <c:pt idx="68">
                  <c:v>1133.183</c:v>
                </c:pt>
                <c:pt idx="69">
                  <c:v>1133.6659999999999</c:v>
                </c:pt>
                <c:pt idx="70">
                  <c:v>1134.1479999999999</c:v>
                </c:pt>
                <c:pt idx="71">
                  <c:v>1134.6300000000001</c:v>
                </c:pt>
                <c:pt idx="72">
                  <c:v>1135.1120000000001</c:v>
                </c:pt>
                <c:pt idx="73">
                  <c:v>1135.5940000000001</c:v>
                </c:pt>
                <c:pt idx="74">
                  <c:v>1136.076</c:v>
                </c:pt>
                <c:pt idx="75">
                  <c:v>1136.558</c:v>
                </c:pt>
                <c:pt idx="76">
                  <c:v>1137.04</c:v>
                </c:pt>
                <c:pt idx="77">
                  <c:v>1137.5229999999999</c:v>
                </c:pt>
                <c:pt idx="78">
                  <c:v>1138.0050000000001</c:v>
                </c:pt>
                <c:pt idx="79">
                  <c:v>1138.4870000000001</c:v>
                </c:pt>
                <c:pt idx="80">
                  <c:v>1138.9690000000001</c:v>
                </c:pt>
                <c:pt idx="81">
                  <c:v>1139.451</c:v>
                </c:pt>
                <c:pt idx="82">
                  <c:v>1139.933</c:v>
                </c:pt>
                <c:pt idx="83">
                  <c:v>1140.415</c:v>
                </c:pt>
                <c:pt idx="84">
                  <c:v>1140.8969999999999</c:v>
                </c:pt>
                <c:pt idx="85">
                  <c:v>1141.3800000000001</c:v>
                </c:pt>
                <c:pt idx="86">
                  <c:v>1141.8620000000001</c:v>
                </c:pt>
                <c:pt idx="87">
                  <c:v>1142.3440000000001</c:v>
                </c:pt>
                <c:pt idx="88">
                  <c:v>1142.826</c:v>
                </c:pt>
                <c:pt idx="89">
                  <c:v>1143.308</c:v>
                </c:pt>
                <c:pt idx="90">
                  <c:v>1143.79</c:v>
                </c:pt>
                <c:pt idx="91">
                  <c:v>1144.2719999999999</c:v>
                </c:pt>
                <c:pt idx="92">
                  <c:v>1144.7539999999999</c:v>
                </c:pt>
                <c:pt idx="93">
                  <c:v>1145.2360000000001</c:v>
                </c:pt>
                <c:pt idx="94">
                  <c:v>1145.7190000000001</c:v>
                </c:pt>
                <c:pt idx="95">
                  <c:v>1146.201</c:v>
                </c:pt>
                <c:pt idx="96">
                  <c:v>1146.683</c:v>
                </c:pt>
                <c:pt idx="97">
                  <c:v>1147.165</c:v>
                </c:pt>
                <c:pt idx="98">
                  <c:v>1147.6469999999999</c:v>
                </c:pt>
                <c:pt idx="99">
                  <c:v>1148.1289999999999</c:v>
                </c:pt>
                <c:pt idx="100">
                  <c:v>1148.6110000000001</c:v>
                </c:pt>
                <c:pt idx="101">
                  <c:v>1149.0930000000001</c:v>
                </c:pt>
                <c:pt idx="102">
                  <c:v>1149.575</c:v>
                </c:pt>
                <c:pt idx="103">
                  <c:v>1150.058</c:v>
                </c:pt>
                <c:pt idx="104">
                  <c:v>1150.54</c:v>
                </c:pt>
                <c:pt idx="105">
                  <c:v>1151.0219999999999</c:v>
                </c:pt>
                <c:pt idx="106">
                  <c:v>1151.5039999999999</c:v>
                </c:pt>
                <c:pt idx="107">
                  <c:v>1151.9860000000001</c:v>
                </c:pt>
                <c:pt idx="108">
                  <c:v>1152.4680000000001</c:v>
                </c:pt>
                <c:pt idx="109">
                  <c:v>1152.95</c:v>
                </c:pt>
                <c:pt idx="110">
                  <c:v>1153.432</c:v>
                </c:pt>
                <c:pt idx="111">
                  <c:v>1153.915</c:v>
                </c:pt>
                <c:pt idx="112">
                  <c:v>1154.3969999999999</c:v>
                </c:pt>
                <c:pt idx="113">
                  <c:v>1154.8789999999999</c:v>
                </c:pt>
                <c:pt idx="114">
                  <c:v>1155.3610000000001</c:v>
                </c:pt>
                <c:pt idx="115">
                  <c:v>1155.8430000000001</c:v>
                </c:pt>
                <c:pt idx="116">
                  <c:v>1156.325</c:v>
                </c:pt>
                <c:pt idx="117">
                  <c:v>1156.807</c:v>
                </c:pt>
                <c:pt idx="118">
                  <c:v>1157.289</c:v>
                </c:pt>
                <c:pt idx="119">
                  <c:v>1157.771</c:v>
                </c:pt>
                <c:pt idx="120">
                  <c:v>1158.2539999999999</c:v>
                </c:pt>
                <c:pt idx="121">
                  <c:v>1158.7360000000001</c:v>
                </c:pt>
                <c:pt idx="122">
                  <c:v>1159.2180000000001</c:v>
                </c:pt>
                <c:pt idx="123">
                  <c:v>1159.7</c:v>
                </c:pt>
                <c:pt idx="124">
                  <c:v>1160.182</c:v>
                </c:pt>
                <c:pt idx="125">
                  <c:v>1160.664</c:v>
                </c:pt>
                <c:pt idx="126">
                  <c:v>1161.146</c:v>
                </c:pt>
                <c:pt idx="127">
                  <c:v>1161.6279999999999</c:v>
                </c:pt>
                <c:pt idx="128">
                  <c:v>1162.1099999999999</c:v>
                </c:pt>
                <c:pt idx="129">
                  <c:v>1162.5930000000001</c:v>
                </c:pt>
                <c:pt idx="130">
                  <c:v>1163.075</c:v>
                </c:pt>
                <c:pt idx="131">
                  <c:v>1163.557</c:v>
                </c:pt>
                <c:pt idx="132">
                  <c:v>1164.039</c:v>
                </c:pt>
                <c:pt idx="133">
                  <c:v>1164.521</c:v>
                </c:pt>
                <c:pt idx="134">
                  <c:v>1165.0029999999999</c:v>
                </c:pt>
                <c:pt idx="135">
                  <c:v>1165.4849999999999</c:v>
                </c:pt>
                <c:pt idx="136">
                  <c:v>1165.9670000000001</c:v>
                </c:pt>
                <c:pt idx="137">
                  <c:v>1166.45</c:v>
                </c:pt>
                <c:pt idx="138">
                  <c:v>1166.932</c:v>
                </c:pt>
                <c:pt idx="139">
                  <c:v>1167.414</c:v>
                </c:pt>
                <c:pt idx="140">
                  <c:v>1167.896</c:v>
                </c:pt>
                <c:pt idx="141">
                  <c:v>1168.3779999999999</c:v>
                </c:pt>
                <c:pt idx="142">
                  <c:v>1168.8599999999999</c:v>
                </c:pt>
                <c:pt idx="143">
                  <c:v>1169.3420000000001</c:v>
                </c:pt>
                <c:pt idx="144">
                  <c:v>1169.8240000000001</c:v>
                </c:pt>
                <c:pt idx="145">
                  <c:v>1170.307</c:v>
                </c:pt>
                <c:pt idx="146">
                  <c:v>1170.789</c:v>
                </c:pt>
                <c:pt idx="147">
                  <c:v>1171.271</c:v>
                </c:pt>
                <c:pt idx="148">
                  <c:v>1171.7529999999999</c:v>
                </c:pt>
                <c:pt idx="149">
                  <c:v>1172.2349999999999</c:v>
                </c:pt>
                <c:pt idx="150">
                  <c:v>1172.7170000000001</c:v>
                </c:pt>
                <c:pt idx="151">
                  <c:v>1173.1990000000001</c:v>
                </c:pt>
                <c:pt idx="152">
                  <c:v>1173.681</c:v>
                </c:pt>
                <c:pt idx="153">
                  <c:v>1174.163</c:v>
                </c:pt>
                <c:pt idx="154">
                  <c:v>1174.646</c:v>
                </c:pt>
                <c:pt idx="155">
                  <c:v>1175.1279999999999</c:v>
                </c:pt>
                <c:pt idx="156">
                  <c:v>1175.6099999999999</c:v>
                </c:pt>
                <c:pt idx="157">
                  <c:v>1176.0920000000001</c:v>
                </c:pt>
                <c:pt idx="158">
                  <c:v>1176.5740000000001</c:v>
                </c:pt>
                <c:pt idx="159">
                  <c:v>1177.056</c:v>
                </c:pt>
                <c:pt idx="160">
                  <c:v>1177.538</c:v>
                </c:pt>
                <c:pt idx="161">
                  <c:v>1178.02</c:v>
                </c:pt>
                <c:pt idx="162">
                  <c:v>1178.502</c:v>
                </c:pt>
                <c:pt idx="163">
                  <c:v>1178.9849999999999</c:v>
                </c:pt>
                <c:pt idx="164">
                  <c:v>1179.4670000000001</c:v>
                </c:pt>
                <c:pt idx="165">
                  <c:v>1179.9490000000001</c:v>
                </c:pt>
                <c:pt idx="166">
                  <c:v>1180.431</c:v>
                </c:pt>
                <c:pt idx="167">
                  <c:v>1180.913</c:v>
                </c:pt>
                <c:pt idx="168">
                  <c:v>1181.395</c:v>
                </c:pt>
                <c:pt idx="169">
                  <c:v>1181.877</c:v>
                </c:pt>
                <c:pt idx="170">
                  <c:v>1182.3589999999999</c:v>
                </c:pt>
                <c:pt idx="171">
                  <c:v>1182.8420000000001</c:v>
                </c:pt>
                <c:pt idx="172">
                  <c:v>1183.3240000000001</c:v>
                </c:pt>
                <c:pt idx="173">
                  <c:v>1183.806</c:v>
                </c:pt>
                <c:pt idx="174">
                  <c:v>1184.288</c:v>
                </c:pt>
                <c:pt idx="175">
                  <c:v>1184.77</c:v>
                </c:pt>
                <c:pt idx="176">
                  <c:v>1185.252</c:v>
                </c:pt>
                <c:pt idx="177">
                  <c:v>1185.7339999999999</c:v>
                </c:pt>
                <c:pt idx="178">
                  <c:v>1186.2159999999999</c:v>
                </c:pt>
                <c:pt idx="179">
                  <c:v>1186.6980000000001</c:v>
                </c:pt>
                <c:pt idx="180">
                  <c:v>1187.181</c:v>
                </c:pt>
                <c:pt idx="181">
                  <c:v>1187.663</c:v>
                </c:pt>
                <c:pt idx="182">
                  <c:v>1188.145</c:v>
                </c:pt>
                <c:pt idx="183">
                  <c:v>1188.627</c:v>
                </c:pt>
                <c:pt idx="184">
                  <c:v>1189.1089999999999</c:v>
                </c:pt>
                <c:pt idx="185">
                  <c:v>1189.5909999999999</c:v>
                </c:pt>
                <c:pt idx="186">
                  <c:v>1190.0730000000001</c:v>
                </c:pt>
                <c:pt idx="187">
                  <c:v>1190.5550000000001</c:v>
                </c:pt>
                <c:pt idx="188">
                  <c:v>1191.037</c:v>
                </c:pt>
                <c:pt idx="189">
                  <c:v>1191.52</c:v>
                </c:pt>
                <c:pt idx="190">
                  <c:v>1192.002</c:v>
                </c:pt>
                <c:pt idx="191">
                  <c:v>1192.4839999999999</c:v>
                </c:pt>
                <c:pt idx="192">
                  <c:v>1192.9659999999999</c:v>
                </c:pt>
                <c:pt idx="193">
                  <c:v>1193.4480000000001</c:v>
                </c:pt>
                <c:pt idx="194">
                  <c:v>1193.93</c:v>
                </c:pt>
                <c:pt idx="195">
                  <c:v>1194.412</c:v>
                </c:pt>
                <c:pt idx="196">
                  <c:v>1194.894</c:v>
                </c:pt>
                <c:pt idx="197">
                  <c:v>1195.377</c:v>
                </c:pt>
                <c:pt idx="198">
                  <c:v>1195.8589999999999</c:v>
                </c:pt>
                <c:pt idx="199">
                  <c:v>1196.3409999999999</c:v>
                </c:pt>
                <c:pt idx="200">
                  <c:v>1196.8230000000001</c:v>
                </c:pt>
                <c:pt idx="201">
                  <c:v>1197.3050000000001</c:v>
                </c:pt>
                <c:pt idx="202">
                  <c:v>1197.787</c:v>
                </c:pt>
                <c:pt idx="203">
                  <c:v>1198.269</c:v>
                </c:pt>
                <c:pt idx="204">
                  <c:v>1198.751</c:v>
                </c:pt>
                <c:pt idx="205">
                  <c:v>1199.2339999999999</c:v>
                </c:pt>
                <c:pt idx="206">
                  <c:v>1199.7159999999999</c:v>
                </c:pt>
                <c:pt idx="207">
                  <c:v>1200.1980000000001</c:v>
                </c:pt>
                <c:pt idx="208">
                  <c:v>1200.68</c:v>
                </c:pt>
                <c:pt idx="209">
                  <c:v>1201.162</c:v>
                </c:pt>
                <c:pt idx="210">
                  <c:v>1201.644</c:v>
                </c:pt>
                <c:pt idx="211">
                  <c:v>1202.126</c:v>
                </c:pt>
                <c:pt idx="212">
                  <c:v>1202.6079999999999</c:v>
                </c:pt>
                <c:pt idx="213">
                  <c:v>1203.0899999999999</c:v>
                </c:pt>
                <c:pt idx="214">
                  <c:v>1203.5730000000001</c:v>
                </c:pt>
                <c:pt idx="215">
                  <c:v>1204.0550000000001</c:v>
                </c:pt>
                <c:pt idx="216">
                  <c:v>1204.537</c:v>
                </c:pt>
                <c:pt idx="217">
                  <c:v>1205.019</c:v>
                </c:pt>
                <c:pt idx="218">
                  <c:v>1205.501</c:v>
                </c:pt>
                <c:pt idx="219">
                  <c:v>1205.9829999999999</c:v>
                </c:pt>
                <c:pt idx="220">
                  <c:v>1206.4649999999999</c:v>
                </c:pt>
                <c:pt idx="221">
                  <c:v>1206.9469999999999</c:v>
                </c:pt>
                <c:pt idx="222">
                  <c:v>1207.4290000000001</c:v>
                </c:pt>
                <c:pt idx="223">
                  <c:v>1207.912</c:v>
                </c:pt>
                <c:pt idx="224">
                  <c:v>1208.394</c:v>
                </c:pt>
                <c:pt idx="225">
                  <c:v>1208.876</c:v>
                </c:pt>
                <c:pt idx="226">
                  <c:v>1209.3579999999999</c:v>
                </c:pt>
                <c:pt idx="227">
                  <c:v>1209.8399999999999</c:v>
                </c:pt>
                <c:pt idx="228">
                  <c:v>1210.3219999999999</c:v>
                </c:pt>
                <c:pt idx="229">
                  <c:v>1210.8040000000001</c:v>
                </c:pt>
                <c:pt idx="230">
                  <c:v>1211.2860000000001</c:v>
                </c:pt>
                <c:pt idx="231">
                  <c:v>1211.769</c:v>
                </c:pt>
                <c:pt idx="232">
                  <c:v>1212.251</c:v>
                </c:pt>
                <c:pt idx="233">
                  <c:v>1212.7329999999999</c:v>
                </c:pt>
                <c:pt idx="234">
                  <c:v>1213.2149999999999</c:v>
                </c:pt>
                <c:pt idx="235">
                  <c:v>1213.6969999999999</c:v>
                </c:pt>
                <c:pt idx="236">
                  <c:v>1214.1790000000001</c:v>
                </c:pt>
                <c:pt idx="237">
                  <c:v>1214.6610000000001</c:v>
                </c:pt>
                <c:pt idx="238">
                  <c:v>1215.143</c:v>
                </c:pt>
                <c:pt idx="239">
                  <c:v>1215.625</c:v>
                </c:pt>
                <c:pt idx="240">
                  <c:v>1216.1079999999999</c:v>
                </c:pt>
                <c:pt idx="241">
                  <c:v>1216.5899999999999</c:v>
                </c:pt>
                <c:pt idx="242">
                  <c:v>1217.0719999999999</c:v>
                </c:pt>
                <c:pt idx="243">
                  <c:v>1217.5540000000001</c:v>
                </c:pt>
                <c:pt idx="244">
                  <c:v>1218.0360000000001</c:v>
                </c:pt>
                <c:pt idx="245">
                  <c:v>1218.518</c:v>
                </c:pt>
                <c:pt idx="246">
                  <c:v>1219</c:v>
                </c:pt>
                <c:pt idx="247">
                  <c:v>1219.482</c:v>
                </c:pt>
                <c:pt idx="248">
                  <c:v>1219.9639999999999</c:v>
                </c:pt>
                <c:pt idx="249">
                  <c:v>1220.4469999999999</c:v>
                </c:pt>
                <c:pt idx="250">
                  <c:v>1220.9290000000001</c:v>
                </c:pt>
                <c:pt idx="251">
                  <c:v>1221.4110000000001</c:v>
                </c:pt>
                <c:pt idx="252">
                  <c:v>1221.893</c:v>
                </c:pt>
                <c:pt idx="253">
                  <c:v>1222.375</c:v>
                </c:pt>
                <c:pt idx="254">
                  <c:v>1222.857</c:v>
                </c:pt>
                <c:pt idx="255">
                  <c:v>1223.3389999999999</c:v>
                </c:pt>
                <c:pt idx="256">
                  <c:v>1223.8209999999999</c:v>
                </c:pt>
                <c:pt idx="257">
                  <c:v>1224.3040000000001</c:v>
                </c:pt>
                <c:pt idx="258">
                  <c:v>1224.7860000000001</c:v>
                </c:pt>
                <c:pt idx="259">
                  <c:v>1225.268</c:v>
                </c:pt>
                <c:pt idx="260">
                  <c:v>1225.75</c:v>
                </c:pt>
                <c:pt idx="261">
                  <c:v>1226.232</c:v>
                </c:pt>
                <c:pt idx="262">
                  <c:v>1226.7139999999999</c:v>
                </c:pt>
                <c:pt idx="263">
                  <c:v>1227.1959999999999</c:v>
                </c:pt>
                <c:pt idx="264">
                  <c:v>1227.6780000000001</c:v>
                </c:pt>
                <c:pt idx="265">
                  <c:v>1228.1610000000001</c:v>
                </c:pt>
                <c:pt idx="266">
                  <c:v>1228.643</c:v>
                </c:pt>
                <c:pt idx="267">
                  <c:v>1229.125</c:v>
                </c:pt>
                <c:pt idx="268">
                  <c:v>1229.607</c:v>
                </c:pt>
                <c:pt idx="269">
                  <c:v>1230.0889999999999</c:v>
                </c:pt>
                <c:pt idx="270">
                  <c:v>1230.5709999999999</c:v>
                </c:pt>
                <c:pt idx="271">
                  <c:v>1231.0530000000001</c:v>
                </c:pt>
                <c:pt idx="272">
                  <c:v>1231.5350000000001</c:v>
                </c:pt>
                <c:pt idx="273">
                  <c:v>1232.0170000000001</c:v>
                </c:pt>
                <c:pt idx="274">
                  <c:v>1232.5</c:v>
                </c:pt>
                <c:pt idx="275">
                  <c:v>1232.982</c:v>
                </c:pt>
                <c:pt idx="276">
                  <c:v>1233.4639999999999</c:v>
                </c:pt>
                <c:pt idx="277">
                  <c:v>1233.9459999999999</c:v>
                </c:pt>
                <c:pt idx="278">
                  <c:v>1234.4280000000001</c:v>
                </c:pt>
                <c:pt idx="279">
                  <c:v>1234.9100000000001</c:v>
                </c:pt>
                <c:pt idx="280">
                  <c:v>1235.3920000000001</c:v>
                </c:pt>
                <c:pt idx="281">
                  <c:v>1235.874</c:v>
                </c:pt>
                <c:pt idx="282">
                  <c:v>1236.356</c:v>
                </c:pt>
                <c:pt idx="283">
                  <c:v>1236.8389999999999</c:v>
                </c:pt>
                <c:pt idx="284">
                  <c:v>1237.3209999999999</c:v>
                </c:pt>
                <c:pt idx="285">
                  <c:v>1237.8030000000001</c:v>
                </c:pt>
                <c:pt idx="286">
                  <c:v>1238.2850000000001</c:v>
                </c:pt>
                <c:pt idx="287">
                  <c:v>1238.7670000000001</c:v>
                </c:pt>
                <c:pt idx="288">
                  <c:v>1239.249</c:v>
                </c:pt>
                <c:pt idx="289">
                  <c:v>1239.731</c:v>
                </c:pt>
                <c:pt idx="290">
                  <c:v>1240.213</c:v>
                </c:pt>
                <c:pt idx="291">
                  <c:v>1240.6959999999999</c:v>
                </c:pt>
                <c:pt idx="292">
                  <c:v>1241.1780000000001</c:v>
                </c:pt>
                <c:pt idx="293">
                  <c:v>1241.6600000000001</c:v>
                </c:pt>
                <c:pt idx="294">
                  <c:v>1242.1420000000001</c:v>
                </c:pt>
                <c:pt idx="295">
                  <c:v>1242.624</c:v>
                </c:pt>
                <c:pt idx="296">
                  <c:v>1243.106</c:v>
                </c:pt>
                <c:pt idx="297">
                  <c:v>1243.588</c:v>
                </c:pt>
                <c:pt idx="298">
                  <c:v>1244.07</c:v>
                </c:pt>
                <c:pt idx="299">
                  <c:v>1244.5519999999999</c:v>
                </c:pt>
                <c:pt idx="300">
                  <c:v>1245.0350000000001</c:v>
                </c:pt>
                <c:pt idx="301">
                  <c:v>1245.5170000000001</c:v>
                </c:pt>
                <c:pt idx="302">
                  <c:v>1245.999</c:v>
                </c:pt>
                <c:pt idx="303">
                  <c:v>1246.481</c:v>
                </c:pt>
                <c:pt idx="304">
                  <c:v>1246.963</c:v>
                </c:pt>
                <c:pt idx="305">
                  <c:v>1247.4449999999999</c:v>
                </c:pt>
                <c:pt idx="306">
                  <c:v>1247.9269999999999</c:v>
                </c:pt>
                <c:pt idx="307">
                  <c:v>1248.4090000000001</c:v>
                </c:pt>
                <c:pt idx="308">
                  <c:v>1248.8910000000001</c:v>
                </c:pt>
                <c:pt idx="309">
                  <c:v>1249.374</c:v>
                </c:pt>
                <c:pt idx="310">
                  <c:v>1249.856</c:v>
                </c:pt>
                <c:pt idx="311">
                  <c:v>1250.338</c:v>
                </c:pt>
                <c:pt idx="312">
                  <c:v>1250.82</c:v>
                </c:pt>
                <c:pt idx="313">
                  <c:v>1251.3019999999999</c:v>
                </c:pt>
                <c:pt idx="314">
                  <c:v>1251.7840000000001</c:v>
                </c:pt>
                <c:pt idx="315">
                  <c:v>1252.2660000000001</c:v>
                </c:pt>
                <c:pt idx="316">
                  <c:v>1252.748</c:v>
                </c:pt>
                <c:pt idx="317">
                  <c:v>1253.231</c:v>
                </c:pt>
                <c:pt idx="318">
                  <c:v>1253.713</c:v>
                </c:pt>
                <c:pt idx="319">
                  <c:v>1254.1949999999999</c:v>
                </c:pt>
                <c:pt idx="320">
                  <c:v>1254.6769999999999</c:v>
                </c:pt>
                <c:pt idx="321">
                  <c:v>1255.1590000000001</c:v>
                </c:pt>
                <c:pt idx="322">
                  <c:v>1255.6410000000001</c:v>
                </c:pt>
                <c:pt idx="323">
                  <c:v>1256.123</c:v>
                </c:pt>
                <c:pt idx="324">
                  <c:v>1256.605</c:v>
                </c:pt>
                <c:pt idx="325">
                  <c:v>1257.088</c:v>
                </c:pt>
                <c:pt idx="326">
                  <c:v>1257.57</c:v>
                </c:pt>
                <c:pt idx="327">
                  <c:v>1258.0519999999999</c:v>
                </c:pt>
                <c:pt idx="328">
                  <c:v>1258.5340000000001</c:v>
                </c:pt>
                <c:pt idx="329">
                  <c:v>1259.0160000000001</c:v>
                </c:pt>
                <c:pt idx="330">
                  <c:v>1259.498</c:v>
                </c:pt>
                <c:pt idx="331">
                  <c:v>1259.98</c:v>
                </c:pt>
                <c:pt idx="332">
                  <c:v>1260.462</c:v>
                </c:pt>
                <c:pt idx="333">
                  <c:v>1260.944</c:v>
                </c:pt>
                <c:pt idx="334">
                  <c:v>1261.4269999999999</c:v>
                </c:pt>
                <c:pt idx="335">
                  <c:v>1261.9090000000001</c:v>
                </c:pt>
                <c:pt idx="336">
                  <c:v>1262.3910000000001</c:v>
                </c:pt>
                <c:pt idx="337">
                  <c:v>1262.873</c:v>
                </c:pt>
                <c:pt idx="338">
                  <c:v>1263.355</c:v>
                </c:pt>
                <c:pt idx="339">
                  <c:v>1263.837</c:v>
                </c:pt>
                <c:pt idx="340">
                  <c:v>1264.319</c:v>
                </c:pt>
                <c:pt idx="341">
                  <c:v>1264.8009999999999</c:v>
                </c:pt>
                <c:pt idx="342">
                  <c:v>1265.2829999999999</c:v>
                </c:pt>
                <c:pt idx="343">
                  <c:v>1265.7660000000001</c:v>
                </c:pt>
                <c:pt idx="344">
                  <c:v>1266.248</c:v>
                </c:pt>
                <c:pt idx="345">
                  <c:v>1266.73</c:v>
                </c:pt>
                <c:pt idx="346">
                  <c:v>1267.212</c:v>
                </c:pt>
                <c:pt idx="347">
                  <c:v>1267.694</c:v>
                </c:pt>
                <c:pt idx="348">
                  <c:v>1268.1759999999999</c:v>
                </c:pt>
                <c:pt idx="349">
                  <c:v>1268.6579999999999</c:v>
                </c:pt>
                <c:pt idx="350">
                  <c:v>1269.1400000000001</c:v>
                </c:pt>
                <c:pt idx="351">
                  <c:v>1269.623</c:v>
                </c:pt>
                <c:pt idx="352">
                  <c:v>1270.105</c:v>
                </c:pt>
                <c:pt idx="353">
                  <c:v>1270.587</c:v>
                </c:pt>
                <c:pt idx="354">
                  <c:v>1271.069</c:v>
                </c:pt>
                <c:pt idx="355">
                  <c:v>1271.5509999999999</c:v>
                </c:pt>
                <c:pt idx="356">
                  <c:v>1272.0329999999999</c:v>
                </c:pt>
                <c:pt idx="357">
                  <c:v>1272.5150000000001</c:v>
                </c:pt>
                <c:pt idx="358">
                  <c:v>1272.9970000000001</c:v>
                </c:pt>
                <c:pt idx="359">
                  <c:v>1273.479</c:v>
                </c:pt>
                <c:pt idx="360">
                  <c:v>1273.962</c:v>
                </c:pt>
                <c:pt idx="361">
                  <c:v>1274.444</c:v>
                </c:pt>
                <c:pt idx="362">
                  <c:v>1274.9259999999999</c:v>
                </c:pt>
                <c:pt idx="363">
                  <c:v>1275.4079999999999</c:v>
                </c:pt>
                <c:pt idx="364">
                  <c:v>1275.8900000000001</c:v>
                </c:pt>
                <c:pt idx="365">
                  <c:v>1276.3720000000001</c:v>
                </c:pt>
                <c:pt idx="366">
                  <c:v>1276.854</c:v>
                </c:pt>
                <c:pt idx="367">
                  <c:v>1277.336</c:v>
                </c:pt>
                <c:pt idx="368">
                  <c:v>1277.818</c:v>
                </c:pt>
                <c:pt idx="369">
                  <c:v>1278.3009999999999</c:v>
                </c:pt>
                <c:pt idx="370">
                  <c:v>1278.7829999999999</c:v>
                </c:pt>
                <c:pt idx="371">
                  <c:v>1279.2650000000001</c:v>
                </c:pt>
                <c:pt idx="372">
                  <c:v>1279.7470000000001</c:v>
                </c:pt>
                <c:pt idx="373">
                  <c:v>1280.229</c:v>
                </c:pt>
                <c:pt idx="374">
                  <c:v>1280.711</c:v>
                </c:pt>
                <c:pt idx="375">
                  <c:v>1281.193</c:v>
                </c:pt>
                <c:pt idx="376">
                  <c:v>1281.675</c:v>
                </c:pt>
                <c:pt idx="377">
                  <c:v>1282.1579999999999</c:v>
                </c:pt>
                <c:pt idx="378">
                  <c:v>1282.6400000000001</c:v>
                </c:pt>
                <c:pt idx="379">
                  <c:v>1283.1220000000001</c:v>
                </c:pt>
                <c:pt idx="380">
                  <c:v>1283.604</c:v>
                </c:pt>
                <c:pt idx="381">
                  <c:v>1284.086</c:v>
                </c:pt>
                <c:pt idx="382">
                  <c:v>1284.568</c:v>
                </c:pt>
                <c:pt idx="383">
                  <c:v>1285.05</c:v>
                </c:pt>
                <c:pt idx="384">
                  <c:v>1285.5319999999999</c:v>
                </c:pt>
                <c:pt idx="385">
                  <c:v>1286.0150000000001</c:v>
                </c:pt>
                <c:pt idx="386">
                  <c:v>1286.4970000000001</c:v>
                </c:pt>
                <c:pt idx="387">
                  <c:v>1286.979</c:v>
                </c:pt>
                <c:pt idx="388">
                  <c:v>1287.461</c:v>
                </c:pt>
                <c:pt idx="389">
                  <c:v>1287.943</c:v>
                </c:pt>
                <c:pt idx="390">
                  <c:v>1288.425</c:v>
                </c:pt>
                <c:pt idx="391">
                  <c:v>1288.9069999999999</c:v>
                </c:pt>
                <c:pt idx="392">
                  <c:v>1289.3889999999999</c:v>
                </c:pt>
                <c:pt idx="393">
                  <c:v>1289.8710000000001</c:v>
                </c:pt>
                <c:pt idx="394">
                  <c:v>1290.354</c:v>
                </c:pt>
                <c:pt idx="395">
                  <c:v>1290.836</c:v>
                </c:pt>
                <c:pt idx="396">
                  <c:v>1291.318</c:v>
                </c:pt>
                <c:pt idx="397">
                  <c:v>1291.8</c:v>
                </c:pt>
                <c:pt idx="398">
                  <c:v>1292.2819999999999</c:v>
                </c:pt>
                <c:pt idx="399">
                  <c:v>1292.7639999999999</c:v>
                </c:pt>
                <c:pt idx="400">
                  <c:v>1293.2460000000001</c:v>
                </c:pt>
                <c:pt idx="401">
                  <c:v>1293.7280000000001</c:v>
                </c:pt>
                <c:pt idx="402">
                  <c:v>1294.21</c:v>
                </c:pt>
                <c:pt idx="403">
                  <c:v>1294.693</c:v>
                </c:pt>
                <c:pt idx="404">
                  <c:v>1295.175</c:v>
                </c:pt>
                <c:pt idx="405">
                  <c:v>1295.6569999999999</c:v>
                </c:pt>
                <c:pt idx="406">
                  <c:v>1296.1389999999999</c:v>
                </c:pt>
                <c:pt idx="407">
                  <c:v>1296.6210000000001</c:v>
                </c:pt>
                <c:pt idx="408">
                  <c:v>1297.1030000000001</c:v>
                </c:pt>
                <c:pt idx="409">
                  <c:v>1297.585</c:v>
                </c:pt>
                <c:pt idx="410">
                  <c:v>1298.067</c:v>
                </c:pt>
                <c:pt idx="411">
                  <c:v>1298.55</c:v>
                </c:pt>
                <c:pt idx="412">
                  <c:v>1299.0319999999999</c:v>
                </c:pt>
                <c:pt idx="413">
                  <c:v>1299.5139999999999</c:v>
                </c:pt>
                <c:pt idx="414">
                  <c:v>1299.9960000000001</c:v>
                </c:pt>
                <c:pt idx="415">
                  <c:v>1300.4780000000001</c:v>
                </c:pt>
                <c:pt idx="416">
                  <c:v>1300.96</c:v>
                </c:pt>
                <c:pt idx="417">
                  <c:v>1301.442</c:v>
                </c:pt>
                <c:pt idx="418">
                  <c:v>1301.924</c:v>
                </c:pt>
                <c:pt idx="419">
                  <c:v>1302.4059999999999</c:v>
                </c:pt>
                <c:pt idx="420">
                  <c:v>1302.8889999999999</c:v>
                </c:pt>
                <c:pt idx="421">
                  <c:v>1303.3710000000001</c:v>
                </c:pt>
                <c:pt idx="422">
                  <c:v>1303.8530000000001</c:v>
                </c:pt>
                <c:pt idx="423">
                  <c:v>1304.335</c:v>
                </c:pt>
                <c:pt idx="424">
                  <c:v>1304.817</c:v>
                </c:pt>
                <c:pt idx="425">
                  <c:v>1305.299</c:v>
                </c:pt>
                <c:pt idx="426">
                  <c:v>1305.7809999999999</c:v>
                </c:pt>
                <c:pt idx="427">
                  <c:v>1306.2629999999999</c:v>
                </c:pt>
                <c:pt idx="428">
                  <c:v>1306.7449999999999</c:v>
                </c:pt>
                <c:pt idx="429">
                  <c:v>1307.2280000000001</c:v>
                </c:pt>
                <c:pt idx="430">
                  <c:v>1307.71</c:v>
                </c:pt>
                <c:pt idx="431">
                  <c:v>1308.192</c:v>
                </c:pt>
                <c:pt idx="432">
                  <c:v>1308.674</c:v>
                </c:pt>
                <c:pt idx="433">
                  <c:v>1309.1559999999999</c:v>
                </c:pt>
                <c:pt idx="434">
                  <c:v>1309.6379999999999</c:v>
                </c:pt>
                <c:pt idx="435">
                  <c:v>1310.1199999999999</c:v>
                </c:pt>
                <c:pt idx="436">
                  <c:v>1310.6020000000001</c:v>
                </c:pt>
                <c:pt idx="437">
                  <c:v>1311.085</c:v>
                </c:pt>
                <c:pt idx="438">
                  <c:v>1311.567</c:v>
                </c:pt>
                <c:pt idx="439">
                  <c:v>1312.049</c:v>
                </c:pt>
                <c:pt idx="440">
                  <c:v>1312.5309999999999</c:v>
                </c:pt>
                <c:pt idx="441">
                  <c:v>1313.0129999999999</c:v>
                </c:pt>
                <c:pt idx="442">
                  <c:v>1313.4949999999999</c:v>
                </c:pt>
                <c:pt idx="443">
                  <c:v>1313.9770000000001</c:v>
                </c:pt>
                <c:pt idx="444">
                  <c:v>1314.4590000000001</c:v>
                </c:pt>
                <c:pt idx="445">
                  <c:v>1314.942</c:v>
                </c:pt>
                <c:pt idx="446">
                  <c:v>1315.424</c:v>
                </c:pt>
                <c:pt idx="447">
                  <c:v>1315.9059999999999</c:v>
                </c:pt>
                <c:pt idx="448">
                  <c:v>1316.3879999999999</c:v>
                </c:pt>
                <c:pt idx="449">
                  <c:v>1316.87</c:v>
                </c:pt>
                <c:pt idx="450">
                  <c:v>1317.3520000000001</c:v>
                </c:pt>
                <c:pt idx="451">
                  <c:v>1317.8340000000001</c:v>
                </c:pt>
                <c:pt idx="452">
                  <c:v>1318.316</c:v>
                </c:pt>
                <c:pt idx="453">
                  <c:v>1318.798</c:v>
                </c:pt>
                <c:pt idx="454">
                  <c:v>1319.2809999999999</c:v>
                </c:pt>
                <c:pt idx="455">
                  <c:v>1319.7629999999999</c:v>
                </c:pt>
                <c:pt idx="456">
                  <c:v>1320.2449999999999</c:v>
                </c:pt>
                <c:pt idx="457">
                  <c:v>1320.7270000000001</c:v>
                </c:pt>
                <c:pt idx="458">
                  <c:v>1321.2090000000001</c:v>
                </c:pt>
                <c:pt idx="459">
                  <c:v>1321.691</c:v>
                </c:pt>
                <c:pt idx="460">
                  <c:v>1322.173</c:v>
                </c:pt>
                <c:pt idx="461">
                  <c:v>1322.655</c:v>
                </c:pt>
                <c:pt idx="462">
                  <c:v>1323.1369999999999</c:v>
                </c:pt>
                <c:pt idx="463">
                  <c:v>1323.62</c:v>
                </c:pt>
                <c:pt idx="464">
                  <c:v>1324.1020000000001</c:v>
                </c:pt>
                <c:pt idx="465">
                  <c:v>1324.5840000000001</c:v>
                </c:pt>
                <c:pt idx="466">
                  <c:v>1325.066</c:v>
                </c:pt>
                <c:pt idx="467">
                  <c:v>1325.548</c:v>
                </c:pt>
                <c:pt idx="468">
                  <c:v>1326.03</c:v>
                </c:pt>
                <c:pt idx="469">
                  <c:v>1326.5119999999999</c:v>
                </c:pt>
                <c:pt idx="470">
                  <c:v>1326.9939999999999</c:v>
                </c:pt>
                <c:pt idx="471">
                  <c:v>1327.4770000000001</c:v>
                </c:pt>
                <c:pt idx="472">
                  <c:v>1327.9590000000001</c:v>
                </c:pt>
                <c:pt idx="473">
                  <c:v>1328.441</c:v>
                </c:pt>
                <c:pt idx="474">
                  <c:v>1328.923</c:v>
                </c:pt>
                <c:pt idx="475">
                  <c:v>1329.405</c:v>
                </c:pt>
                <c:pt idx="476">
                  <c:v>1329.8869999999999</c:v>
                </c:pt>
                <c:pt idx="477">
                  <c:v>1330.3689999999999</c:v>
                </c:pt>
                <c:pt idx="478">
                  <c:v>1330.8510000000001</c:v>
                </c:pt>
                <c:pt idx="479">
                  <c:v>1331.3330000000001</c:v>
                </c:pt>
                <c:pt idx="480">
                  <c:v>1331.816</c:v>
                </c:pt>
                <c:pt idx="481">
                  <c:v>1332.298</c:v>
                </c:pt>
                <c:pt idx="482">
                  <c:v>1332.78</c:v>
                </c:pt>
                <c:pt idx="483">
                  <c:v>1333.2619999999999</c:v>
                </c:pt>
                <c:pt idx="484">
                  <c:v>1333.7439999999999</c:v>
                </c:pt>
                <c:pt idx="485">
                  <c:v>1334.2260000000001</c:v>
                </c:pt>
                <c:pt idx="486">
                  <c:v>1334.7080000000001</c:v>
                </c:pt>
                <c:pt idx="487">
                  <c:v>1335.19</c:v>
                </c:pt>
                <c:pt idx="488">
                  <c:v>1335.672</c:v>
                </c:pt>
                <c:pt idx="489">
                  <c:v>1336.155</c:v>
                </c:pt>
                <c:pt idx="490">
                  <c:v>1336.6369999999999</c:v>
                </c:pt>
                <c:pt idx="491">
                  <c:v>1337.1189999999999</c:v>
                </c:pt>
                <c:pt idx="492">
                  <c:v>1337.6010000000001</c:v>
                </c:pt>
                <c:pt idx="493">
                  <c:v>1338.0830000000001</c:v>
                </c:pt>
                <c:pt idx="494">
                  <c:v>1338.5650000000001</c:v>
                </c:pt>
                <c:pt idx="495">
                  <c:v>1339.047</c:v>
                </c:pt>
                <c:pt idx="496">
                  <c:v>1339.529</c:v>
                </c:pt>
                <c:pt idx="497">
                  <c:v>1340.0119999999999</c:v>
                </c:pt>
                <c:pt idx="498">
                  <c:v>1340.4939999999999</c:v>
                </c:pt>
                <c:pt idx="499">
                  <c:v>1340.9760000000001</c:v>
                </c:pt>
                <c:pt idx="500">
                  <c:v>1341.4580000000001</c:v>
                </c:pt>
                <c:pt idx="501">
                  <c:v>1341.94</c:v>
                </c:pt>
                <c:pt idx="502">
                  <c:v>1342.422</c:v>
                </c:pt>
                <c:pt idx="503">
                  <c:v>1342.904</c:v>
                </c:pt>
                <c:pt idx="504">
                  <c:v>1343.386</c:v>
                </c:pt>
                <c:pt idx="505">
                  <c:v>1343.8689999999999</c:v>
                </c:pt>
                <c:pt idx="506">
                  <c:v>1344.3510000000001</c:v>
                </c:pt>
                <c:pt idx="507">
                  <c:v>1344.8330000000001</c:v>
                </c:pt>
                <c:pt idx="508">
                  <c:v>1345.3150000000001</c:v>
                </c:pt>
                <c:pt idx="509">
                  <c:v>1345.797</c:v>
                </c:pt>
                <c:pt idx="510">
                  <c:v>1346.279</c:v>
                </c:pt>
                <c:pt idx="511">
                  <c:v>1346.761</c:v>
                </c:pt>
                <c:pt idx="512">
                  <c:v>1347.2429999999999</c:v>
                </c:pt>
                <c:pt idx="513">
                  <c:v>1347.7249999999999</c:v>
                </c:pt>
                <c:pt idx="514">
                  <c:v>1348.2080000000001</c:v>
                </c:pt>
                <c:pt idx="515">
                  <c:v>1348.69</c:v>
                </c:pt>
                <c:pt idx="516">
                  <c:v>1349.172</c:v>
                </c:pt>
                <c:pt idx="517">
                  <c:v>1349.654</c:v>
                </c:pt>
                <c:pt idx="518">
                  <c:v>1350.136</c:v>
                </c:pt>
                <c:pt idx="519">
                  <c:v>1350.6179999999999</c:v>
                </c:pt>
                <c:pt idx="520">
                  <c:v>1351.1</c:v>
                </c:pt>
                <c:pt idx="521">
                  <c:v>1351.5820000000001</c:v>
                </c:pt>
                <c:pt idx="522">
                  <c:v>1352.0640000000001</c:v>
                </c:pt>
                <c:pt idx="523">
                  <c:v>1352.547</c:v>
                </c:pt>
                <c:pt idx="524">
                  <c:v>1353.029</c:v>
                </c:pt>
                <c:pt idx="525">
                  <c:v>1353.511</c:v>
                </c:pt>
                <c:pt idx="526">
                  <c:v>1353.9929999999999</c:v>
                </c:pt>
                <c:pt idx="527">
                  <c:v>1354.4749999999999</c:v>
                </c:pt>
                <c:pt idx="528">
                  <c:v>1354.9570000000001</c:v>
                </c:pt>
                <c:pt idx="529">
                  <c:v>1355.4390000000001</c:v>
                </c:pt>
                <c:pt idx="530">
                  <c:v>1355.921</c:v>
                </c:pt>
                <c:pt idx="531">
                  <c:v>1356.404</c:v>
                </c:pt>
                <c:pt idx="532">
                  <c:v>1356.886</c:v>
                </c:pt>
                <c:pt idx="533">
                  <c:v>1357.3679999999999</c:v>
                </c:pt>
                <c:pt idx="534">
                  <c:v>1357.85</c:v>
                </c:pt>
                <c:pt idx="535">
                  <c:v>1358.3320000000001</c:v>
                </c:pt>
                <c:pt idx="536">
                  <c:v>1358.8140000000001</c:v>
                </c:pt>
                <c:pt idx="537">
                  <c:v>1359.296</c:v>
                </c:pt>
                <c:pt idx="538">
                  <c:v>1359.778</c:v>
                </c:pt>
                <c:pt idx="539">
                  <c:v>1360.26</c:v>
                </c:pt>
                <c:pt idx="540">
                  <c:v>1360.7429999999999</c:v>
                </c:pt>
                <c:pt idx="541">
                  <c:v>1361.2249999999999</c:v>
                </c:pt>
                <c:pt idx="542">
                  <c:v>1361.7070000000001</c:v>
                </c:pt>
                <c:pt idx="543">
                  <c:v>1362.1890000000001</c:v>
                </c:pt>
                <c:pt idx="544">
                  <c:v>1362.671</c:v>
                </c:pt>
                <c:pt idx="545">
                  <c:v>1363.153</c:v>
                </c:pt>
                <c:pt idx="546">
                  <c:v>1363.635</c:v>
                </c:pt>
                <c:pt idx="547">
                  <c:v>1364.117</c:v>
                </c:pt>
                <c:pt idx="548">
                  <c:v>1364.5989999999999</c:v>
                </c:pt>
                <c:pt idx="549">
                  <c:v>1365.0820000000001</c:v>
                </c:pt>
                <c:pt idx="550">
                  <c:v>1365.5640000000001</c:v>
                </c:pt>
                <c:pt idx="551">
                  <c:v>1366.046</c:v>
                </c:pt>
                <c:pt idx="552">
                  <c:v>1366.528</c:v>
                </c:pt>
                <c:pt idx="553">
                  <c:v>1367.01</c:v>
                </c:pt>
                <c:pt idx="554">
                  <c:v>1367.492</c:v>
                </c:pt>
                <c:pt idx="555">
                  <c:v>1367.9739999999999</c:v>
                </c:pt>
                <c:pt idx="556">
                  <c:v>1368.4559999999999</c:v>
                </c:pt>
                <c:pt idx="557">
                  <c:v>1368.9390000000001</c:v>
                </c:pt>
                <c:pt idx="558">
                  <c:v>1369.421</c:v>
                </c:pt>
                <c:pt idx="559">
                  <c:v>1369.903</c:v>
                </c:pt>
                <c:pt idx="560">
                  <c:v>1370.385</c:v>
                </c:pt>
                <c:pt idx="561">
                  <c:v>1370.867</c:v>
                </c:pt>
                <c:pt idx="562">
                  <c:v>1371.3489999999999</c:v>
                </c:pt>
                <c:pt idx="563">
                  <c:v>1371.8309999999999</c:v>
                </c:pt>
                <c:pt idx="564">
                  <c:v>1372.3130000000001</c:v>
                </c:pt>
                <c:pt idx="565">
                  <c:v>1372.796</c:v>
                </c:pt>
                <c:pt idx="566">
                  <c:v>1373.278</c:v>
                </c:pt>
                <c:pt idx="567">
                  <c:v>1373.76</c:v>
                </c:pt>
                <c:pt idx="568">
                  <c:v>1374.242</c:v>
                </c:pt>
                <c:pt idx="569">
                  <c:v>1374.7239999999999</c:v>
                </c:pt>
                <c:pt idx="570">
                  <c:v>1375.2059999999999</c:v>
                </c:pt>
                <c:pt idx="571">
                  <c:v>1375.6880000000001</c:v>
                </c:pt>
                <c:pt idx="572">
                  <c:v>1376.17</c:v>
                </c:pt>
                <c:pt idx="573">
                  <c:v>1376.652</c:v>
                </c:pt>
                <c:pt idx="574">
                  <c:v>1377.135</c:v>
                </c:pt>
                <c:pt idx="575">
                  <c:v>1377.617</c:v>
                </c:pt>
                <c:pt idx="576">
                  <c:v>1378.0989999999999</c:v>
                </c:pt>
                <c:pt idx="577">
                  <c:v>1378.5809999999999</c:v>
                </c:pt>
                <c:pt idx="578">
                  <c:v>1379.0630000000001</c:v>
                </c:pt>
                <c:pt idx="579">
                  <c:v>1379.5450000000001</c:v>
                </c:pt>
                <c:pt idx="580">
                  <c:v>1380.027</c:v>
                </c:pt>
                <c:pt idx="581">
                  <c:v>1380.509</c:v>
                </c:pt>
                <c:pt idx="582">
                  <c:v>1380.991</c:v>
                </c:pt>
                <c:pt idx="583">
                  <c:v>1381.4739999999999</c:v>
                </c:pt>
                <c:pt idx="584">
                  <c:v>1381.9559999999999</c:v>
                </c:pt>
                <c:pt idx="585">
                  <c:v>1382.4380000000001</c:v>
                </c:pt>
                <c:pt idx="586">
                  <c:v>1382.92</c:v>
                </c:pt>
                <c:pt idx="587">
                  <c:v>1383.402</c:v>
                </c:pt>
                <c:pt idx="588">
                  <c:v>1383.884</c:v>
                </c:pt>
                <c:pt idx="589">
                  <c:v>1384.366</c:v>
                </c:pt>
                <c:pt idx="590">
                  <c:v>1384.848</c:v>
                </c:pt>
                <c:pt idx="591">
                  <c:v>1385.3309999999999</c:v>
                </c:pt>
                <c:pt idx="592">
                  <c:v>1385.8130000000001</c:v>
                </c:pt>
                <c:pt idx="593">
                  <c:v>1386.2950000000001</c:v>
                </c:pt>
                <c:pt idx="594">
                  <c:v>1386.777</c:v>
                </c:pt>
                <c:pt idx="595">
                  <c:v>1387.259</c:v>
                </c:pt>
                <c:pt idx="596">
                  <c:v>1387.741</c:v>
                </c:pt>
                <c:pt idx="597">
                  <c:v>1388.223</c:v>
                </c:pt>
                <c:pt idx="598">
                  <c:v>1388.7049999999999</c:v>
                </c:pt>
                <c:pt idx="599">
                  <c:v>1389.1880000000001</c:v>
                </c:pt>
                <c:pt idx="600">
                  <c:v>1389.67</c:v>
                </c:pt>
                <c:pt idx="601">
                  <c:v>1390.152</c:v>
                </c:pt>
                <c:pt idx="602">
                  <c:v>1390.634</c:v>
                </c:pt>
                <c:pt idx="603">
                  <c:v>1391.116</c:v>
                </c:pt>
                <c:pt idx="604">
                  <c:v>1391.598</c:v>
                </c:pt>
                <c:pt idx="605">
                  <c:v>1392.08</c:v>
                </c:pt>
                <c:pt idx="606">
                  <c:v>1392.5619999999999</c:v>
                </c:pt>
                <c:pt idx="607">
                  <c:v>1393.0440000000001</c:v>
                </c:pt>
                <c:pt idx="608">
                  <c:v>1393.5260000000001</c:v>
                </c:pt>
                <c:pt idx="609">
                  <c:v>1394.009</c:v>
                </c:pt>
                <c:pt idx="610">
                  <c:v>1394.491</c:v>
                </c:pt>
                <c:pt idx="611">
                  <c:v>1394.973</c:v>
                </c:pt>
                <c:pt idx="612">
                  <c:v>1395.4549999999999</c:v>
                </c:pt>
                <c:pt idx="613">
                  <c:v>1395.9369999999999</c:v>
                </c:pt>
                <c:pt idx="614">
                  <c:v>1396.4190000000001</c:v>
                </c:pt>
                <c:pt idx="615">
                  <c:v>1396.9010000000001</c:v>
                </c:pt>
                <c:pt idx="616">
                  <c:v>1397.383</c:v>
                </c:pt>
                <c:pt idx="617">
                  <c:v>1397.866</c:v>
                </c:pt>
                <c:pt idx="618">
                  <c:v>1398.348</c:v>
                </c:pt>
                <c:pt idx="619">
                  <c:v>1398.83</c:v>
                </c:pt>
                <c:pt idx="620">
                  <c:v>1399.3119999999999</c:v>
                </c:pt>
                <c:pt idx="621">
                  <c:v>1399.7940000000001</c:v>
                </c:pt>
                <c:pt idx="622">
                  <c:v>1400.2760000000001</c:v>
                </c:pt>
                <c:pt idx="623">
                  <c:v>1400.758</c:v>
                </c:pt>
                <c:pt idx="624">
                  <c:v>1401.24</c:v>
                </c:pt>
                <c:pt idx="625">
                  <c:v>1401.723</c:v>
                </c:pt>
                <c:pt idx="626">
                  <c:v>1402.2049999999999</c:v>
                </c:pt>
                <c:pt idx="627">
                  <c:v>1402.6869999999999</c:v>
                </c:pt>
                <c:pt idx="628">
                  <c:v>1403.1690000000001</c:v>
                </c:pt>
                <c:pt idx="629">
                  <c:v>1403.6510000000001</c:v>
                </c:pt>
                <c:pt idx="630">
                  <c:v>1404.133</c:v>
                </c:pt>
                <c:pt idx="631">
                  <c:v>1404.615</c:v>
                </c:pt>
                <c:pt idx="632">
                  <c:v>1405.097</c:v>
                </c:pt>
                <c:pt idx="633">
                  <c:v>1405.579</c:v>
                </c:pt>
                <c:pt idx="634">
                  <c:v>1406.0619999999999</c:v>
                </c:pt>
                <c:pt idx="635">
                  <c:v>1406.5440000000001</c:v>
                </c:pt>
                <c:pt idx="636">
                  <c:v>1407.0260000000001</c:v>
                </c:pt>
                <c:pt idx="637">
                  <c:v>1407.508</c:v>
                </c:pt>
                <c:pt idx="638">
                  <c:v>1407.99</c:v>
                </c:pt>
                <c:pt idx="639">
                  <c:v>1408.472</c:v>
                </c:pt>
                <c:pt idx="640">
                  <c:v>1408.954</c:v>
                </c:pt>
                <c:pt idx="641">
                  <c:v>1409.4359999999999</c:v>
                </c:pt>
                <c:pt idx="642">
                  <c:v>1409.9179999999999</c:v>
                </c:pt>
                <c:pt idx="643">
                  <c:v>1410.4010000000001</c:v>
                </c:pt>
                <c:pt idx="644">
                  <c:v>1410.883</c:v>
                </c:pt>
                <c:pt idx="645">
                  <c:v>1411.365</c:v>
                </c:pt>
                <c:pt idx="646">
                  <c:v>1411.847</c:v>
                </c:pt>
                <c:pt idx="647">
                  <c:v>1412.329</c:v>
                </c:pt>
                <c:pt idx="648">
                  <c:v>1412.8109999999999</c:v>
                </c:pt>
                <c:pt idx="649">
                  <c:v>1413.2929999999999</c:v>
                </c:pt>
                <c:pt idx="650">
                  <c:v>1413.7750000000001</c:v>
                </c:pt>
                <c:pt idx="651">
                  <c:v>1414.258</c:v>
                </c:pt>
                <c:pt idx="652">
                  <c:v>1414.74</c:v>
                </c:pt>
                <c:pt idx="653">
                  <c:v>1415.222</c:v>
                </c:pt>
                <c:pt idx="654">
                  <c:v>1415.704</c:v>
                </c:pt>
                <c:pt idx="655">
                  <c:v>1416.1859999999999</c:v>
                </c:pt>
                <c:pt idx="656">
                  <c:v>1416.6679999999999</c:v>
                </c:pt>
                <c:pt idx="657">
                  <c:v>1417.15</c:v>
                </c:pt>
                <c:pt idx="658">
                  <c:v>1417.6320000000001</c:v>
                </c:pt>
                <c:pt idx="659">
                  <c:v>1418.115</c:v>
                </c:pt>
                <c:pt idx="660">
                  <c:v>1418.597</c:v>
                </c:pt>
                <c:pt idx="661">
                  <c:v>1419.079</c:v>
                </c:pt>
                <c:pt idx="662">
                  <c:v>1419.5609999999999</c:v>
                </c:pt>
                <c:pt idx="663">
                  <c:v>1420.0429999999999</c:v>
                </c:pt>
                <c:pt idx="664">
                  <c:v>1420.5250000000001</c:v>
                </c:pt>
                <c:pt idx="665">
                  <c:v>1421.0070000000001</c:v>
                </c:pt>
                <c:pt idx="666">
                  <c:v>1421.489</c:v>
                </c:pt>
                <c:pt idx="667">
                  <c:v>1421.971</c:v>
                </c:pt>
                <c:pt idx="668">
                  <c:v>1422.453</c:v>
                </c:pt>
                <c:pt idx="669">
                  <c:v>1422.9359999999999</c:v>
                </c:pt>
                <c:pt idx="670">
                  <c:v>1423.4179999999999</c:v>
                </c:pt>
                <c:pt idx="671">
                  <c:v>1423.9</c:v>
                </c:pt>
                <c:pt idx="672">
                  <c:v>1424.3820000000001</c:v>
                </c:pt>
                <c:pt idx="673">
                  <c:v>1424.864</c:v>
                </c:pt>
                <c:pt idx="674">
                  <c:v>1425.346</c:v>
                </c:pt>
                <c:pt idx="675">
                  <c:v>1425.828</c:v>
                </c:pt>
                <c:pt idx="676">
                  <c:v>1426.31</c:v>
                </c:pt>
                <c:pt idx="677">
                  <c:v>1426.7929999999999</c:v>
                </c:pt>
                <c:pt idx="678">
                  <c:v>1427.2750000000001</c:v>
                </c:pt>
                <c:pt idx="679">
                  <c:v>1427.7570000000001</c:v>
                </c:pt>
                <c:pt idx="680">
                  <c:v>1428.239</c:v>
                </c:pt>
                <c:pt idx="681">
                  <c:v>1428.721</c:v>
                </c:pt>
                <c:pt idx="682">
                  <c:v>1429.203</c:v>
                </c:pt>
                <c:pt idx="683">
                  <c:v>1429.6849999999999</c:v>
                </c:pt>
                <c:pt idx="684">
                  <c:v>1430.1669999999999</c:v>
                </c:pt>
                <c:pt idx="685">
                  <c:v>1430.65</c:v>
                </c:pt>
                <c:pt idx="686">
                  <c:v>1431.1320000000001</c:v>
                </c:pt>
                <c:pt idx="687">
                  <c:v>1431.614</c:v>
                </c:pt>
                <c:pt idx="688">
                  <c:v>1432.096</c:v>
                </c:pt>
                <c:pt idx="689">
                  <c:v>1432.578</c:v>
                </c:pt>
                <c:pt idx="690">
                  <c:v>1433.06</c:v>
                </c:pt>
                <c:pt idx="691">
                  <c:v>1433.5419999999999</c:v>
                </c:pt>
                <c:pt idx="692">
                  <c:v>1434.0239999999999</c:v>
                </c:pt>
                <c:pt idx="693">
                  <c:v>1434.5060000000001</c:v>
                </c:pt>
                <c:pt idx="694">
                  <c:v>1434.989</c:v>
                </c:pt>
                <c:pt idx="695">
                  <c:v>1435.471</c:v>
                </c:pt>
                <c:pt idx="696">
                  <c:v>1435.953</c:v>
                </c:pt>
                <c:pt idx="697">
                  <c:v>1436.4349999999999</c:v>
                </c:pt>
                <c:pt idx="698">
                  <c:v>1436.9169999999999</c:v>
                </c:pt>
                <c:pt idx="699">
                  <c:v>1437.3989999999999</c:v>
                </c:pt>
                <c:pt idx="700">
                  <c:v>1437.8810000000001</c:v>
                </c:pt>
                <c:pt idx="701">
                  <c:v>1438.3630000000001</c:v>
                </c:pt>
                <c:pt idx="702">
                  <c:v>1438.845</c:v>
                </c:pt>
                <c:pt idx="703">
                  <c:v>1439.328</c:v>
                </c:pt>
                <c:pt idx="704">
                  <c:v>1439.81</c:v>
                </c:pt>
                <c:pt idx="705">
                  <c:v>1440.2919999999999</c:v>
                </c:pt>
                <c:pt idx="706">
                  <c:v>1440.7739999999999</c:v>
                </c:pt>
                <c:pt idx="707">
                  <c:v>1441.2560000000001</c:v>
                </c:pt>
                <c:pt idx="708">
                  <c:v>1441.7380000000001</c:v>
                </c:pt>
                <c:pt idx="709">
                  <c:v>1442.22</c:v>
                </c:pt>
                <c:pt idx="710">
                  <c:v>1442.702</c:v>
                </c:pt>
                <c:pt idx="711">
                  <c:v>1443.1849999999999</c:v>
                </c:pt>
                <c:pt idx="712">
                  <c:v>1443.6669999999999</c:v>
                </c:pt>
                <c:pt idx="713">
                  <c:v>1444.1489999999999</c:v>
                </c:pt>
                <c:pt idx="714">
                  <c:v>1444.6310000000001</c:v>
                </c:pt>
                <c:pt idx="715">
                  <c:v>1445.1130000000001</c:v>
                </c:pt>
                <c:pt idx="716">
                  <c:v>1445.595</c:v>
                </c:pt>
                <c:pt idx="717">
                  <c:v>1446.077</c:v>
                </c:pt>
                <c:pt idx="718">
                  <c:v>1446.559</c:v>
                </c:pt>
                <c:pt idx="719">
                  <c:v>1447.0419999999999</c:v>
                </c:pt>
                <c:pt idx="720">
                  <c:v>1447.5239999999999</c:v>
                </c:pt>
                <c:pt idx="721">
                  <c:v>1448.0060000000001</c:v>
                </c:pt>
                <c:pt idx="722">
                  <c:v>1448.4880000000001</c:v>
                </c:pt>
                <c:pt idx="723">
                  <c:v>1448.97</c:v>
                </c:pt>
                <c:pt idx="724">
                  <c:v>1449.452</c:v>
                </c:pt>
                <c:pt idx="725">
                  <c:v>1449.934</c:v>
                </c:pt>
                <c:pt idx="726">
                  <c:v>1450.4159999999999</c:v>
                </c:pt>
                <c:pt idx="727">
                  <c:v>1450.8979999999999</c:v>
                </c:pt>
                <c:pt idx="728">
                  <c:v>1451.38</c:v>
                </c:pt>
                <c:pt idx="729">
                  <c:v>1451.8630000000001</c:v>
                </c:pt>
                <c:pt idx="730">
                  <c:v>1452.345</c:v>
                </c:pt>
                <c:pt idx="731">
                  <c:v>1452.827</c:v>
                </c:pt>
                <c:pt idx="732">
                  <c:v>1453.309</c:v>
                </c:pt>
                <c:pt idx="733">
                  <c:v>1453.7909999999999</c:v>
                </c:pt>
                <c:pt idx="734">
                  <c:v>1454.2729999999999</c:v>
                </c:pt>
                <c:pt idx="735">
                  <c:v>1454.7550000000001</c:v>
                </c:pt>
                <c:pt idx="736">
                  <c:v>1455.2370000000001</c:v>
                </c:pt>
                <c:pt idx="737">
                  <c:v>1455.72</c:v>
                </c:pt>
                <c:pt idx="738">
                  <c:v>1456.202</c:v>
                </c:pt>
                <c:pt idx="739">
                  <c:v>1456.684</c:v>
                </c:pt>
                <c:pt idx="740">
                  <c:v>1457.1659999999999</c:v>
                </c:pt>
                <c:pt idx="741">
                  <c:v>1457.6479999999999</c:v>
                </c:pt>
                <c:pt idx="742">
                  <c:v>1458.13</c:v>
                </c:pt>
                <c:pt idx="743">
                  <c:v>1458.6120000000001</c:v>
                </c:pt>
                <c:pt idx="744">
                  <c:v>1459.0940000000001</c:v>
                </c:pt>
                <c:pt idx="745">
                  <c:v>1459.577</c:v>
                </c:pt>
                <c:pt idx="746">
                  <c:v>1460.059</c:v>
                </c:pt>
                <c:pt idx="747">
                  <c:v>1460.5409999999999</c:v>
                </c:pt>
                <c:pt idx="748">
                  <c:v>1461.0229999999999</c:v>
                </c:pt>
                <c:pt idx="749">
                  <c:v>1461.5050000000001</c:v>
                </c:pt>
                <c:pt idx="750">
                  <c:v>1461.9870000000001</c:v>
                </c:pt>
                <c:pt idx="751">
                  <c:v>1462.4690000000001</c:v>
                </c:pt>
                <c:pt idx="752">
                  <c:v>1462.951</c:v>
                </c:pt>
                <c:pt idx="753">
                  <c:v>1463.433</c:v>
                </c:pt>
                <c:pt idx="754">
                  <c:v>1463.9159999999999</c:v>
                </c:pt>
                <c:pt idx="755">
                  <c:v>1464.3979999999999</c:v>
                </c:pt>
                <c:pt idx="756">
                  <c:v>1464.88</c:v>
                </c:pt>
                <c:pt idx="757">
                  <c:v>1465.3620000000001</c:v>
                </c:pt>
                <c:pt idx="758">
                  <c:v>1465.8440000000001</c:v>
                </c:pt>
                <c:pt idx="759">
                  <c:v>1466.326</c:v>
                </c:pt>
                <c:pt idx="760">
                  <c:v>1466.808</c:v>
                </c:pt>
                <c:pt idx="761">
                  <c:v>1467.29</c:v>
                </c:pt>
                <c:pt idx="762">
                  <c:v>1467.7719999999999</c:v>
                </c:pt>
                <c:pt idx="763">
                  <c:v>1468.2550000000001</c:v>
                </c:pt>
                <c:pt idx="764">
                  <c:v>1468.7370000000001</c:v>
                </c:pt>
                <c:pt idx="765">
                  <c:v>1469.2190000000001</c:v>
                </c:pt>
                <c:pt idx="766">
                  <c:v>1469.701</c:v>
                </c:pt>
                <c:pt idx="767">
                  <c:v>1470.183</c:v>
                </c:pt>
                <c:pt idx="768">
                  <c:v>1470.665</c:v>
                </c:pt>
                <c:pt idx="769">
                  <c:v>1471.1469999999999</c:v>
                </c:pt>
                <c:pt idx="770">
                  <c:v>1471.6289999999999</c:v>
                </c:pt>
                <c:pt idx="771">
                  <c:v>1472.1120000000001</c:v>
                </c:pt>
                <c:pt idx="772">
                  <c:v>1472.5940000000001</c:v>
                </c:pt>
                <c:pt idx="773">
                  <c:v>1473.076</c:v>
                </c:pt>
                <c:pt idx="774">
                  <c:v>1473.558</c:v>
                </c:pt>
                <c:pt idx="775">
                  <c:v>1474.04</c:v>
                </c:pt>
                <c:pt idx="776">
                  <c:v>1474.5219999999999</c:v>
                </c:pt>
                <c:pt idx="777">
                  <c:v>1475.0039999999999</c:v>
                </c:pt>
                <c:pt idx="778">
                  <c:v>1475.4860000000001</c:v>
                </c:pt>
                <c:pt idx="779">
                  <c:v>1475.9690000000001</c:v>
                </c:pt>
                <c:pt idx="780">
                  <c:v>1476.451</c:v>
                </c:pt>
                <c:pt idx="781">
                  <c:v>1476.933</c:v>
                </c:pt>
                <c:pt idx="782">
                  <c:v>1477.415</c:v>
                </c:pt>
                <c:pt idx="783">
                  <c:v>1477.8969999999999</c:v>
                </c:pt>
                <c:pt idx="784">
                  <c:v>1478.3789999999999</c:v>
                </c:pt>
                <c:pt idx="785">
                  <c:v>1478.8610000000001</c:v>
                </c:pt>
                <c:pt idx="786">
                  <c:v>1479.3430000000001</c:v>
                </c:pt>
                <c:pt idx="787">
                  <c:v>1479.825</c:v>
                </c:pt>
                <c:pt idx="788">
                  <c:v>1480.307</c:v>
                </c:pt>
                <c:pt idx="789">
                  <c:v>1480.79</c:v>
                </c:pt>
                <c:pt idx="790">
                  <c:v>1481.2719999999999</c:v>
                </c:pt>
                <c:pt idx="791">
                  <c:v>1481.7539999999999</c:v>
                </c:pt>
                <c:pt idx="792">
                  <c:v>1482.2360000000001</c:v>
                </c:pt>
                <c:pt idx="793">
                  <c:v>1482.7180000000001</c:v>
                </c:pt>
                <c:pt idx="794">
                  <c:v>1483.2</c:v>
                </c:pt>
                <c:pt idx="795">
                  <c:v>1483.682</c:v>
                </c:pt>
                <c:pt idx="796">
                  <c:v>1484.164</c:v>
                </c:pt>
                <c:pt idx="797">
                  <c:v>1484.6469999999999</c:v>
                </c:pt>
                <c:pt idx="798">
                  <c:v>1485.1289999999999</c:v>
                </c:pt>
                <c:pt idx="799">
                  <c:v>1485.6110000000001</c:v>
                </c:pt>
                <c:pt idx="800">
                  <c:v>1486.0930000000001</c:v>
                </c:pt>
                <c:pt idx="801">
                  <c:v>1486.575</c:v>
                </c:pt>
                <c:pt idx="802">
                  <c:v>1487.057</c:v>
                </c:pt>
                <c:pt idx="803">
                  <c:v>1487.539</c:v>
                </c:pt>
                <c:pt idx="804">
                  <c:v>1488.021</c:v>
                </c:pt>
                <c:pt idx="805">
                  <c:v>1488.5039999999999</c:v>
                </c:pt>
                <c:pt idx="806">
                  <c:v>1488.9860000000001</c:v>
                </c:pt>
                <c:pt idx="807">
                  <c:v>1489.4680000000001</c:v>
                </c:pt>
                <c:pt idx="808">
                  <c:v>1489.95</c:v>
                </c:pt>
                <c:pt idx="809">
                  <c:v>1490.432</c:v>
                </c:pt>
                <c:pt idx="810">
                  <c:v>1490.914</c:v>
                </c:pt>
                <c:pt idx="811">
                  <c:v>1491.396</c:v>
                </c:pt>
                <c:pt idx="812">
                  <c:v>1491.8779999999999</c:v>
                </c:pt>
                <c:pt idx="813">
                  <c:v>1492.36</c:v>
                </c:pt>
                <c:pt idx="814">
                  <c:v>1492.8430000000001</c:v>
                </c:pt>
                <c:pt idx="815">
                  <c:v>1493.325</c:v>
                </c:pt>
                <c:pt idx="816">
                  <c:v>1493.807</c:v>
                </c:pt>
                <c:pt idx="817">
                  <c:v>1494.289</c:v>
                </c:pt>
                <c:pt idx="818">
                  <c:v>1494.771</c:v>
                </c:pt>
                <c:pt idx="819">
                  <c:v>1495.2529999999999</c:v>
                </c:pt>
                <c:pt idx="820">
                  <c:v>1495.7349999999999</c:v>
                </c:pt>
                <c:pt idx="821">
                  <c:v>1496.2170000000001</c:v>
                </c:pt>
                <c:pt idx="822">
                  <c:v>1496.6990000000001</c:v>
                </c:pt>
                <c:pt idx="823">
                  <c:v>1497.182</c:v>
                </c:pt>
                <c:pt idx="824">
                  <c:v>1497.664</c:v>
                </c:pt>
                <c:pt idx="825">
                  <c:v>1498.146</c:v>
                </c:pt>
                <c:pt idx="826">
                  <c:v>1498.6279999999999</c:v>
                </c:pt>
                <c:pt idx="827">
                  <c:v>1499.11</c:v>
                </c:pt>
                <c:pt idx="828">
                  <c:v>1499.5920000000001</c:v>
                </c:pt>
                <c:pt idx="829">
                  <c:v>1500.0740000000001</c:v>
                </c:pt>
                <c:pt idx="830">
                  <c:v>1500.556</c:v>
                </c:pt>
                <c:pt idx="831">
                  <c:v>1501.039</c:v>
                </c:pt>
                <c:pt idx="832">
                  <c:v>1501.521</c:v>
                </c:pt>
                <c:pt idx="833">
                  <c:v>1502.0029999999999</c:v>
                </c:pt>
                <c:pt idx="834">
                  <c:v>1502.4849999999999</c:v>
                </c:pt>
                <c:pt idx="835">
                  <c:v>1502.9670000000001</c:v>
                </c:pt>
                <c:pt idx="836">
                  <c:v>1503.4490000000001</c:v>
                </c:pt>
                <c:pt idx="837">
                  <c:v>1503.931</c:v>
                </c:pt>
                <c:pt idx="838">
                  <c:v>1504.413</c:v>
                </c:pt>
                <c:pt idx="839">
                  <c:v>1504.896</c:v>
                </c:pt>
                <c:pt idx="840">
                  <c:v>1505.3779999999999</c:v>
                </c:pt>
                <c:pt idx="841">
                  <c:v>1505.86</c:v>
                </c:pt>
                <c:pt idx="842">
                  <c:v>1506.3420000000001</c:v>
                </c:pt>
                <c:pt idx="843">
                  <c:v>1506.8240000000001</c:v>
                </c:pt>
                <c:pt idx="844">
                  <c:v>1507.306</c:v>
                </c:pt>
                <c:pt idx="845">
                  <c:v>1507.788</c:v>
                </c:pt>
                <c:pt idx="846">
                  <c:v>1508.27</c:v>
                </c:pt>
                <c:pt idx="847">
                  <c:v>1508.752</c:v>
                </c:pt>
                <c:pt idx="848">
                  <c:v>1509.2339999999999</c:v>
                </c:pt>
                <c:pt idx="849">
                  <c:v>1509.7170000000001</c:v>
                </c:pt>
                <c:pt idx="850">
                  <c:v>1510.1990000000001</c:v>
                </c:pt>
                <c:pt idx="851">
                  <c:v>1510.681</c:v>
                </c:pt>
                <c:pt idx="852">
                  <c:v>1511.163</c:v>
                </c:pt>
                <c:pt idx="853">
                  <c:v>1511.645</c:v>
                </c:pt>
                <c:pt idx="854">
                  <c:v>1512.127</c:v>
                </c:pt>
                <c:pt idx="855">
                  <c:v>1512.6089999999999</c:v>
                </c:pt>
                <c:pt idx="856">
                  <c:v>1513.0909999999999</c:v>
                </c:pt>
                <c:pt idx="857">
                  <c:v>1513.5740000000001</c:v>
                </c:pt>
                <c:pt idx="858">
                  <c:v>1514.056</c:v>
                </c:pt>
                <c:pt idx="859">
                  <c:v>1514.538</c:v>
                </c:pt>
                <c:pt idx="860">
                  <c:v>1515.02</c:v>
                </c:pt>
                <c:pt idx="861">
                  <c:v>1515.502</c:v>
                </c:pt>
                <c:pt idx="862">
                  <c:v>1515.9839999999999</c:v>
                </c:pt>
                <c:pt idx="863">
                  <c:v>1516.4659999999999</c:v>
                </c:pt>
                <c:pt idx="864">
                  <c:v>1516.9480000000001</c:v>
                </c:pt>
                <c:pt idx="865">
                  <c:v>1517.431</c:v>
                </c:pt>
                <c:pt idx="866">
                  <c:v>1517.913</c:v>
                </c:pt>
                <c:pt idx="867">
                  <c:v>1518.395</c:v>
                </c:pt>
                <c:pt idx="868">
                  <c:v>1518.877</c:v>
                </c:pt>
                <c:pt idx="869">
                  <c:v>1519.3589999999999</c:v>
                </c:pt>
                <c:pt idx="870">
                  <c:v>1519.8409999999999</c:v>
                </c:pt>
                <c:pt idx="871">
                  <c:v>1520.3230000000001</c:v>
                </c:pt>
                <c:pt idx="872">
                  <c:v>1520.8050000000001</c:v>
                </c:pt>
                <c:pt idx="873">
                  <c:v>1521.287</c:v>
                </c:pt>
                <c:pt idx="874">
                  <c:v>1521.77</c:v>
                </c:pt>
                <c:pt idx="875">
                  <c:v>1522.252</c:v>
                </c:pt>
                <c:pt idx="876">
                  <c:v>1522.7339999999999</c:v>
                </c:pt>
                <c:pt idx="877">
                  <c:v>1523.2159999999999</c:v>
                </c:pt>
                <c:pt idx="878">
                  <c:v>1523.6980000000001</c:v>
                </c:pt>
                <c:pt idx="879">
                  <c:v>1524.18</c:v>
                </c:pt>
                <c:pt idx="880">
                  <c:v>1524.662</c:v>
                </c:pt>
                <c:pt idx="881">
                  <c:v>1525.144</c:v>
                </c:pt>
                <c:pt idx="882">
                  <c:v>1525.626</c:v>
                </c:pt>
                <c:pt idx="883">
                  <c:v>1526.1089999999999</c:v>
                </c:pt>
                <c:pt idx="884">
                  <c:v>1526.5909999999999</c:v>
                </c:pt>
                <c:pt idx="885">
                  <c:v>1527.0730000000001</c:v>
                </c:pt>
                <c:pt idx="886">
                  <c:v>1527.5550000000001</c:v>
                </c:pt>
                <c:pt idx="887">
                  <c:v>1528.037</c:v>
                </c:pt>
                <c:pt idx="888">
                  <c:v>1528.519</c:v>
                </c:pt>
                <c:pt idx="889">
                  <c:v>1529.001</c:v>
                </c:pt>
                <c:pt idx="890">
                  <c:v>1529.4829999999999</c:v>
                </c:pt>
                <c:pt idx="891">
                  <c:v>1529.9659999999999</c:v>
                </c:pt>
                <c:pt idx="892">
                  <c:v>1530.4480000000001</c:v>
                </c:pt>
                <c:pt idx="893">
                  <c:v>1530.93</c:v>
                </c:pt>
                <c:pt idx="894">
                  <c:v>1531.412</c:v>
                </c:pt>
                <c:pt idx="895">
                  <c:v>1531.894</c:v>
                </c:pt>
                <c:pt idx="896">
                  <c:v>1532.376</c:v>
                </c:pt>
                <c:pt idx="897">
                  <c:v>1532.8579999999999</c:v>
                </c:pt>
                <c:pt idx="898">
                  <c:v>1533.34</c:v>
                </c:pt>
                <c:pt idx="899">
                  <c:v>1533.8230000000001</c:v>
                </c:pt>
                <c:pt idx="900">
                  <c:v>1534.3050000000001</c:v>
                </c:pt>
                <c:pt idx="901">
                  <c:v>1534.787</c:v>
                </c:pt>
                <c:pt idx="902">
                  <c:v>1535.269</c:v>
                </c:pt>
                <c:pt idx="903">
                  <c:v>1535.751</c:v>
                </c:pt>
                <c:pt idx="904">
                  <c:v>1536.2329999999999</c:v>
                </c:pt>
                <c:pt idx="905">
                  <c:v>1536.7149999999999</c:v>
                </c:pt>
                <c:pt idx="906">
                  <c:v>1537.1969999999999</c:v>
                </c:pt>
                <c:pt idx="907">
                  <c:v>1537.6790000000001</c:v>
                </c:pt>
                <c:pt idx="908">
                  <c:v>1538.1610000000001</c:v>
                </c:pt>
                <c:pt idx="909">
                  <c:v>1538.644</c:v>
                </c:pt>
                <c:pt idx="910">
                  <c:v>1539.126</c:v>
                </c:pt>
                <c:pt idx="911">
                  <c:v>1539.6079999999999</c:v>
                </c:pt>
                <c:pt idx="912">
                  <c:v>1540.09</c:v>
                </c:pt>
                <c:pt idx="913">
                  <c:v>1540.5719999999999</c:v>
                </c:pt>
                <c:pt idx="914">
                  <c:v>1541.0540000000001</c:v>
                </c:pt>
                <c:pt idx="915">
                  <c:v>1541.5360000000001</c:v>
                </c:pt>
                <c:pt idx="916">
                  <c:v>1542.018</c:v>
                </c:pt>
                <c:pt idx="917">
                  <c:v>1542.501</c:v>
                </c:pt>
                <c:pt idx="918">
                  <c:v>1542.9829999999999</c:v>
                </c:pt>
                <c:pt idx="919">
                  <c:v>1543.4649999999999</c:v>
                </c:pt>
                <c:pt idx="920">
                  <c:v>1543.9469999999999</c:v>
                </c:pt>
                <c:pt idx="921">
                  <c:v>1544.4290000000001</c:v>
                </c:pt>
                <c:pt idx="922">
                  <c:v>1544.9110000000001</c:v>
                </c:pt>
                <c:pt idx="923">
                  <c:v>1545.393</c:v>
                </c:pt>
                <c:pt idx="924">
                  <c:v>1545.875</c:v>
                </c:pt>
                <c:pt idx="925">
                  <c:v>1546.3579999999999</c:v>
                </c:pt>
                <c:pt idx="926">
                  <c:v>1546.84</c:v>
                </c:pt>
                <c:pt idx="927">
                  <c:v>1547.3219999999999</c:v>
                </c:pt>
                <c:pt idx="928">
                  <c:v>1547.8040000000001</c:v>
                </c:pt>
                <c:pt idx="929">
                  <c:v>1548.2860000000001</c:v>
                </c:pt>
                <c:pt idx="930">
                  <c:v>1548.768</c:v>
                </c:pt>
                <c:pt idx="931">
                  <c:v>1549.25</c:v>
                </c:pt>
                <c:pt idx="932">
                  <c:v>1549.732</c:v>
                </c:pt>
                <c:pt idx="933">
                  <c:v>1550.2139999999999</c:v>
                </c:pt>
                <c:pt idx="934">
                  <c:v>1550.6969999999999</c:v>
                </c:pt>
                <c:pt idx="935">
                  <c:v>1551.1790000000001</c:v>
                </c:pt>
                <c:pt idx="936">
                  <c:v>1551.6610000000001</c:v>
                </c:pt>
                <c:pt idx="937">
                  <c:v>1552.143</c:v>
                </c:pt>
                <c:pt idx="938">
                  <c:v>1552.625</c:v>
                </c:pt>
                <c:pt idx="939">
                  <c:v>1553.107</c:v>
                </c:pt>
                <c:pt idx="940">
                  <c:v>1553.5889999999999</c:v>
                </c:pt>
                <c:pt idx="941">
                  <c:v>1554.0709999999999</c:v>
                </c:pt>
                <c:pt idx="942">
                  <c:v>1554.5530000000001</c:v>
                </c:pt>
                <c:pt idx="943">
                  <c:v>1555.0360000000001</c:v>
                </c:pt>
                <c:pt idx="944">
                  <c:v>1555.518</c:v>
                </c:pt>
                <c:pt idx="945">
                  <c:v>1556</c:v>
                </c:pt>
                <c:pt idx="946">
                  <c:v>1556.482</c:v>
                </c:pt>
                <c:pt idx="947">
                  <c:v>1556.9639999999999</c:v>
                </c:pt>
                <c:pt idx="948">
                  <c:v>1557.4459999999999</c:v>
                </c:pt>
                <c:pt idx="949">
                  <c:v>1557.9280000000001</c:v>
                </c:pt>
                <c:pt idx="950">
                  <c:v>1558.41</c:v>
                </c:pt>
                <c:pt idx="951">
                  <c:v>1558.893</c:v>
                </c:pt>
                <c:pt idx="952">
                  <c:v>1559.375</c:v>
                </c:pt>
                <c:pt idx="953">
                  <c:v>1559.857</c:v>
                </c:pt>
                <c:pt idx="954">
                  <c:v>1560.3389999999999</c:v>
                </c:pt>
                <c:pt idx="955">
                  <c:v>1560.8209999999999</c:v>
                </c:pt>
                <c:pt idx="956">
                  <c:v>1561.3030000000001</c:v>
                </c:pt>
                <c:pt idx="957">
                  <c:v>1561.7850000000001</c:v>
                </c:pt>
                <c:pt idx="958">
                  <c:v>1562.2670000000001</c:v>
                </c:pt>
                <c:pt idx="959">
                  <c:v>1562.75</c:v>
                </c:pt>
                <c:pt idx="960">
                  <c:v>1563.232</c:v>
                </c:pt>
                <c:pt idx="961">
                  <c:v>1563.7139999999999</c:v>
                </c:pt>
                <c:pt idx="962">
                  <c:v>1564.1959999999999</c:v>
                </c:pt>
                <c:pt idx="963">
                  <c:v>1564.6780000000001</c:v>
                </c:pt>
                <c:pt idx="964">
                  <c:v>1565.16</c:v>
                </c:pt>
                <c:pt idx="965">
                  <c:v>1565.6420000000001</c:v>
                </c:pt>
                <c:pt idx="966">
                  <c:v>1566.124</c:v>
                </c:pt>
                <c:pt idx="967">
                  <c:v>1566.606</c:v>
                </c:pt>
                <c:pt idx="968">
                  <c:v>1567.0889999999999</c:v>
                </c:pt>
                <c:pt idx="969">
                  <c:v>1567.5709999999999</c:v>
                </c:pt>
                <c:pt idx="970">
                  <c:v>1568.0530000000001</c:v>
                </c:pt>
                <c:pt idx="971">
                  <c:v>1568.5350000000001</c:v>
                </c:pt>
                <c:pt idx="972">
                  <c:v>1569.0170000000001</c:v>
                </c:pt>
                <c:pt idx="973">
                  <c:v>1569.499</c:v>
                </c:pt>
                <c:pt idx="974">
                  <c:v>1569.981</c:v>
                </c:pt>
                <c:pt idx="975">
                  <c:v>1570.463</c:v>
                </c:pt>
                <c:pt idx="976">
                  <c:v>1570.9449999999999</c:v>
                </c:pt>
                <c:pt idx="977">
                  <c:v>1571.4280000000001</c:v>
                </c:pt>
                <c:pt idx="978">
                  <c:v>1571.91</c:v>
                </c:pt>
                <c:pt idx="979">
                  <c:v>1572.3920000000001</c:v>
                </c:pt>
                <c:pt idx="980">
                  <c:v>1572.874</c:v>
                </c:pt>
                <c:pt idx="981">
                  <c:v>1573.356</c:v>
                </c:pt>
                <c:pt idx="982">
                  <c:v>1573.838</c:v>
                </c:pt>
                <c:pt idx="983">
                  <c:v>1574.32</c:v>
                </c:pt>
                <c:pt idx="984">
                  <c:v>1574.8019999999999</c:v>
                </c:pt>
                <c:pt idx="985">
                  <c:v>1575.2850000000001</c:v>
                </c:pt>
                <c:pt idx="986">
                  <c:v>1575.7670000000001</c:v>
                </c:pt>
                <c:pt idx="987">
                  <c:v>1576.249</c:v>
                </c:pt>
                <c:pt idx="988">
                  <c:v>1576.731</c:v>
                </c:pt>
                <c:pt idx="989">
                  <c:v>1577.213</c:v>
                </c:pt>
                <c:pt idx="990">
                  <c:v>1577.6949999999999</c:v>
                </c:pt>
                <c:pt idx="991">
                  <c:v>1578.1769999999999</c:v>
                </c:pt>
                <c:pt idx="992">
                  <c:v>1578.6590000000001</c:v>
                </c:pt>
                <c:pt idx="993">
                  <c:v>1579.1410000000001</c:v>
                </c:pt>
                <c:pt idx="994">
                  <c:v>1579.624</c:v>
                </c:pt>
                <c:pt idx="995">
                  <c:v>1580.106</c:v>
                </c:pt>
                <c:pt idx="996">
                  <c:v>1580.588</c:v>
                </c:pt>
                <c:pt idx="997">
                  <c:v>1581.07</c:v>
                </c:pt>
                <c:pt idx="998">
                  <c:v>1581.5519999999999</c:v>
                </c:pt>
                <c:pt idx="999">
                  <c:v>1582.0340000000001</c:v>
                </c:pt>
                <c:pt idx="1000">
                  <c:v>1582.5160000000001</c:v>
                </c:pt>
                <c:pt idx="1001">
                  <c:v>1582.998</c:v>
                </c:pt>
                <c:pt idx="1002">
                  <c:v>1583.48</c:v>
                </c:pt>
                <c:pt idx="1003">
                  <c:v>1583.963</c:v>
                </c:pt>
                <c:pt idx="1004">
                  <c:v>1584.4449999999999</c:v>
                </c:pt>
                <c:pt idx="1005">
                  <c:v>1584.9269999999999</c:v>
                </c:pt>
                <c:pt idx="1006">
                  <c:v>1585.4090000000001</c:v>
                </c:pt>
                <c:pt idx="1007">
                  <c:v>1585.8910000000001</c:v>
                </c:pt>
                <c:pt idx="1008">
                  <c:v>1586.373</c:v>
                </c:pt>
                <c:pt idx="1009">
                  <c:v>1586.855</c:v>
                </c:pt>
                <c:pt idx="1010">
                  <c:v>1587.337</c:v>
                </c:pt>
                <c:pt idx="1011">
                  <c:v>1587.82</c:v>
                </c:pt>
                <c:pt idx="1012">
                  <c:v>1588.3019999999999</c:v>
                </c:pt>
                <c:pt idx="1013">
                  <c:v>1588.7840000000001</c:v>
                </c:pt>
                <c:pt idx="1014">
                  <c:v>1589.2660000000001</c:v>
                </c:pt>
                <c:pt idx="1015">
                  <c:v>1589.748</c:v>
                </c:pt>
                <c:pt idx="1016">
                  <c:v>1590.23</c:v>
                </c:pt>
                <c:pt idx="1017">
                  <c:v>1590.712</c:v>
                </c:pt>
                <c:pt idx="1018">
                  <c:v>1591.194</c:v>
                </c:pt>
                <c:pt idx="1019">
                  <c:v>1591.6769999999999</c:v>
                </c:pt>
                <c:pt idx="1020">
                  <c:v>1592.1590000000001</c:v>
                </c:pt>
                <c:pt idx="1021">
                  <c:v>1592.6410000000001</c:v>
                </c:pt>
                <c:pt idx="1022">
                  <c:v>1593.123</c:v>
                </c:pt>
                <c:pt idx="1023">
                  <c:v>1593.605</c:v>
                </c:pt>
                <c:pt idx="1024">
                  <c:v>1594.087</c:v>
                </c:pt>
                <c:pt idx="1025">
                  <c:v>1594.569</c:v>
                </c:pt>
                <c:pt idx="1026">
                  <c:v>1595.0509999999999</c:v>
                </c:pt>
                <c:pt idx="1027">
                  <c:v>1595.5329999999999</c:v>
                </c:pt>
                <c:pt idx="1028">
                  <c:v>1596.0160000000001</c:v>
                </c:pt>
                <c:pt idx="1029">
                  <c:v>1596.498</c:v>
                </c:pt>
                <c:pt idx="1030">
                  <c:v>1596.98</c:v>
                </c:pt>
                <c:pt idx="1031">
                  <c:v>1597.462</c:v>
                </c:pt>
                <c:pt idx="1032">
                  <c:v>1597.944</c:v>
                </c:pt>
                <c:pt idx="1033">
                  <c:v>1598.4259999999999</c:v>
                </c:pt>
                <c:pt idx="1034">
                  <c:v>1598.9079999999999</c:v>
                </c:pt>
                <c:pt idx="1035">
                  <c:v>1599.39</c:v>
                </c:pt>
                <c:pt idx="1036">
                  <c:v>1599.873</c:v>
                </c:pt>
                <c:pt idx="1037">
                  <c:v>1600.355</c:v>
                </c:pt>
                <c:pt idx="1038">
                  <c:v>1600.837</c:v>
                </c:pt>
                <c:pt idx="1039">
                  <c:v>1601.319</c:v>
                </c:pt>
                <c:pt idx="1040">
                  <c:v>1601.8009999999999</c:v>
                </c:pt>
                <c:pt idx="1041">
                  <c:v>1602.2829999999999</c:v>
                </c:pt>
                <c:pt idx="1042">
                  <c:v>1602.7650000000001</c:v>
                </c:pt>
                <c:pt idx="1043">
                  <c:v>1603.2470000000001</c:v>
                </c:pt>
                <c:pt idx="1044">
                  <c:v>1603.729</c:v>
                </c:pt>
                <c:pt idx="1045">
                  <c:v>1604.212</c:v>
                </c:pt>
                <c:pt idx="1046">
                  <c:v>1604.694</c:v>
                </c:pt>
                <c:pt idx="1047">
                  <c:v>1605.1759999999999</c:v>
                </c:pt>
                <c:pt idx="1048">
                  <c:v>1605.6579999999999</c:v>
                </c:pt>
                <c:pt idx="1049">
                  <c:v>1606.14</c:v>
                </c:pt>
                <c:pt idx="1050">
                  <c:v>1606.6220000000001</c:v>
                </c:pt>
                <c:pt idx="1051">
                  <c:v>1607.104</c:v>
                </c:pt>
                <c:pt idx="1052">
                  <c:v>1607.586</c:v>
                </c:pt>
                <c:pt idx="1053">
                  <c:v>1608.068</c:v>
                </c:pt>
                <c:pt idx="1054">
                  <c:v>1608.5509999999999</c:v>
                </c:pt>
                <c:pt idx="1055">
                  <c:v>1609.0329999999999</c:v>
                </c:pt>
                <c:pt idx="1056">
                  <c:v>1609.5150000000001</c:v>
                </c:pt>
                <c:pt idx="1057">
                  <c:v>1609.9970000000001</c:v>
                </c:pt>
                <c:pt idx="1058">
                  <c:v>1610.479</c:v>
                </c:pt>
                <c:pt idx="1059">
                  <c:v>1610.961</c:v>
                </c:pt>
                <c:pt idx="1060">
                  <c:v>1611.443</c:v>
                </c:pt>
                <c:pt idx="1061">
                  <c:v>1611.925</c:v>
                </c:pt>
                <c:pt idx="1062">
                  <c:v>1612.4079999999999</c:v>
                </c:pt>
                <c:pt idx="1063">
                  <c:v>1612.89</c:v>
                </c:pt>
                <c:pt idx="1064">
                  <c:v>1613.3720000000001</c:v>
                </c:pt>
                <c:pt idx="1065">
                  <c:v>1613.854</c:v>
                </c:pt>
                <c:pt idx="1066">
                  <c:v>1614.336</c:v>
                </c:pt>
                <c:pt idx="1067">
                  <c:v>1614.818</c:v>
                </c:pt>
                <c:pt idx="1068">
                  <c:v>1615.3</c:v>
                </c:pt>
                <c:pt idx="1069">
                  <c:v>1615.7819999999999</c:v>
                </c:pt>
                <c:pt idx="1070">
                  <c:v>1616.2650000000001</c:v>
                </c:pt>
                <c:pt idx="1071">
                  <c:v>1616.7470000000001</c:v>
                </c:pt>
                <c:pt idx="1072">
                  <c:v>1617.229</c:v>
                </c:pt>
                <c:pt idx="1073">
                  <c:v>1617.711</c:v>
                </c:pt>
                <c:pt idx="1074">
                  <c:v>1618.193</c:v>
                </c:pt>
                <c:pt idx="1075">
                  <c:v>1618.675</c:v>
                </c:pt>
                <c:pt idx="1076">
                  <c:v>1619.1569999999999</c:v>
                </c:pt>
                <c:pt idx="1077">
                  <c:v>1619.6389999999999</c:v>
                </c:pt>
                <c:pt idx="1078">
                  <c:v>1620.1210000000001</c:v>
                </c:pt>
                <c:pt idx="1079">
                  <c:v>1620.604</c:v>
                </c:pt>
                <c:pt idx="1080">
                  <c:v>1621.086</c:v>
                </c:pt>
                <c:pt idx="1081">
                  <c:v>1621.568</c:v>
                </c:pt>
                <c:pt idx="1082">
                  <c:v>1622.05</c:v>
                </c:pt>
                <c:pt idx="1083">
                  <c:v>1622.5319999999999</c:v>
                </c:pt>
                <c:pt idx="1084">
                  <c:v>1623.0139999999999</c:v>
                </c:pt>
                <c:pt idx="1085">
                  <c:v>1623.4960000000001</c:v>
                </c:pt>
                <c:pt idx="1086">
                  <c:v>1623.9780000000001</c:v>
                </c:pt>
                <c:pt idx="1087">
                  <c:v>1624.46</c:v>
                </c:pt>
                <c:pt idx="1088">
                  <c:v>1624.943</c:v>
                </c:pt>
                <c:pt idx="1089">
                  <c:v>1625.425</c:v>
                </c:pt>
                <c:pt idx="1090">
                  <c:v>1625.9069999999999</c:v>
                </c:pt>
                <c:pt idx="1091">
                  <c:v>1626.3889999999999</c:v>
                </c:pt>
                <c:pt idx="1092">
                  <c:v>1626.8710000000001</c:v>
                </c:pt>
                <c:pt idx="1093">
                  <c:v>1627.3530000000001</c:v>
                </c:pt>
                <c:pt idx="1094">
                  <c:v>1627.835</c:v>
                </c:pt>
                <c:pt idx="1095">
                  <c:v>1628.317</c:v>
                </c:pt>
                <c:pt idx="1096">
                  <c:v>1628.8</c:v>
                </c:pt>
                <c:pt idx="1097">
                  <c:v>1629.2819999999999</c:v>
                </c:pt>
                <c:pt idx="1098">
                  <c:v>1629.7639999999999</c:v>
                </c:pt>
                <c:pt idx="1099">
                  <c:v>1630.2460000000001</c:v>
                </c:pt>
                <c:pt idx="1100">
                  <c:v>1630.7280000000001</c:v>
                </c:pt>
                <c:pt idx="1101">
                  <c:v>1631.21</c:v>
                </c:pt>
                <c:pt idx="1102">
                  <c:v>1631.692</c:v>
                </c:pt>
                <c:pt idx="1103">
                  <c:v>1632.174</c:v>
                </c:pt>
                <c:pt idx="1104">
                  <c:v>1632.6559999999999</c:v>
                </c:pt>
                <c:pt idx="1105">
                  <c:v>1633.1389999999999</c:v>
                </c:pt>
                <c:pt idx="1106">
                  <c:v>1633.6210000000001</c:v>
                </c:pt>
                <c:pt idx="1107">
                  <c:v>1634.1030000000001</c:v>
                </c:pt>
                <c:pt idx="1108">
                  <c:v>1634.585</c:v>
                </c:pt>
                <c:pt idx="1109">
                  <c:v>1635.067</c:v>
                </c:pt>
                <c:pt idx="1110">
                  <c:v>1635.549</c:v>
                </c:pt>
                <c:pt idx="1111">
                  <c:v>1636.0309999999999</c:v>
                </c:pt>
                <c:pt idx="1112">
                  <c:v>1636.5129999999999</c:v>
                </c:pt>
                <c:pt idx="1113">
                  <c:v>1636.9949999999999</c:v>
                </c:pt>
                <c:pt idx="1114">
                  <c:v>1637.4780000000001</c:v>
                </c:pt>
                <c:pt idx="1115">
                  <c:v>1637.96</c:v>
                </c:pt>
                <c:pt idx="1116">
                  <c:v>1638.442</c:v>
                </c:pt>
                <c:pt idx="1117">
                  <c:v>1638.924</c:v>
                </c:pt>
                <c:pt idx="1118">
                  <c:v>1639.4059999999999</c:v>
                </c:pt>
                <c:pt idx="1119">
                  <c:v>1639.8879999999999</c:v>
                </c:pt>
                <c:pt idx="1120">
                  <c:v>1640.37</c:v>
                </c:pt>
                <c:pt idx="1121">
                  <c:v>1640.8520000000001</c:v>
                </c:pt>
                <c:pt idx="1122">
                  <c:v>1641.335</c:v>
                </c:pt>
                <c:pt idx="1123">
                  <c:v>1641.817</c:v>
                </c:pt>
                <c:pt idx="1124">
                  <c:v>1642.299</c:v>
                </c:pt>
                <c:pt idx="1125">
                  <c:v>1642.7809999999999</c:v>
                </c:pt>
                <c:pt idx="1126">
                  <c:v>1643.2629999999999</c:v>
                </c:pt>
                <c:pt idx="1127">
                  <c:v>1643.7449999999999</c:v>
                </c:pt>
                <c:pt idx="1128">
                  <c:v>1644.2270000000001</c:v>
                </c:pt>
                <c:pt idx="1129">
                  <c:v>1644.7090000000001</c:v>
                </c:pt>
                <c:pt idx="1130">
                  <c:v>1645.192</c:v>
                </c:pt>
                <c:pt idx="1131">
                  <c:v>1645.674</c:v>
                </c:pt>
                <c:pt idx="1132">
                  <c:v>1646.1559999999999</c:v>
                </c:pt>
                <c:pt idx="1133">
                  <c:v>1646.6379999999999</c:v>
                </c:pt>
                <c:pt idx="1134">
                  <c:v>1647.12</c:v>
                </c:pt>
                <c:pt idx="1135">
                  <c:v>1647.6020000000001</c:v>
                </c:pt>
                <c:pt idx="1136">
                  <c:v>1648.0840000000001</c:v>
                </c:pt>
                <c:pt idx="1137">
                  <c:v>1648.566</c:v>
                </c:pt>
                <c:pt idx="1138">
                  <c:v>1649.048</c:v>
                </c:pt>
                <c:pt idx="1139">
                  <c:v>1649.5309999999999</c:v>
                </c:pt>
                <c:pt idx="1140">
                  <c:v>1650.0129999999999</c:v>
                </c:pt>
                <c:pt idx="1141">
                  <c:v>1650.4949999999999</c:v>
                </c:pt>
                <c:pt idx="1142">
                  <c:v>1650.9770000000001</c:v>
                </c:pt>
                <c:pt idx="1143">
                  <c:v>1651.4590000000001</c:v>
                </c:pt>
                <c:pt idx="1144">
                  <c:v>1651.941</c:v>
                </c:pt>
                <c:pt idx="1145">
                  <c:v>1652.423</c:v>
                </c:pt>
                <c:pt idx="1146">
                  <c:v>1652.905</c:v>
                </c:pt>
                <c:pt idx="1147">
                  <c:v>1653.3869999999999</c:v>
                </c:pt>
                <c:pt idx="1148">
                  <c:v>1653.87</c:v>
                </c:pt>
                <c:pt idx="1149">
                  <c:v>1654.3520000000001</c:v>
                </c:pt>
                <c:pt idx="1150">
                  <c:v>1654.8340000000001</c:v>
                </c:pt>
                <c:pt idx="1151">
                  <c:v>1655.316</c:v>
                </c:pt>
                <c:pt idx="1152">
                  <c:v>1655.798</c:v>
                </c:pt>
                <c:pt idx="1153">
                  <c:v>1656.28</c:v>
                </c:pt>
                <c:pt idx="1154">
                  <c:v>1656.7619999999999</c:v>
                </c:pt>
                <c:pt idx="1155">
                  <c:v>1657.2439999999999</c:v>
                </c:pt>
                <c:pt idx="1156">
                  <c:v>1657.7270000000001</c:v>
                </c:pt>
                <c:pt idx="1157">
                  <c:v>1658.2090000000001</c:v>
                </c:pt>
                <c:pt idx="1158">
                  <c:v>1658.691</c:v>
                </c:pt>
                <c:pt idx="1159">
                  <c:v>1659.173</c:v>
                </c:pt>
                <c:pt idx="1160">
                  <c:v>1659.655</c:v>
                </c:pt>
                <c:pt idx="1161">
                  <c:v>1660.1369999999999</c:v>
                </c:pt>
                <c:pt idx="1162">
                  <c:v>1660.6189999999999</c:v>
                </c:pt>
                <c:pt idx="1163">
                  <c:v>1661.1010000000001</c:v>
                </c:pt>
                <c:pt idx="1164">
                  <c:v>1661.5830000000001</c:v>
                </c:pt>
                <c:pt idx="1165">
                  <c:v>1662.066</c:v>
                </c:pt>
                <c:pt idx="1166">
                  <c:v>1662.548</c:v>
                </c:pt>
                <c:pt idx="1167">
                  <c:v>1663.03</c:v>
                </c:pt>
                <c:pt idx="1168">
                  <c:v>1663.5119999999999</c:v>
                </c:pt>
                <c:pt idx="1169">
                  <c:v>1663.9939999999999</c:v>
                </c:pt>
                <c:pt idx="1170">
                  <c:v>1664.4760000000001</c:v>
                </c:pt>
                <c:pt idx="1171">
                  <c:v>1664.9580000000001</c:v>
                </c:pt>
                <c:pt idx="1172">
                  <c:v>1665.44</c:v>
                </c:pt>
                <c:pt idx="1173">
                  <c:v>1665.922</c:v>
                </c:pt>
                <c:pt idx="1174">
                  <c:v>1666.405</c:v>
                </c:pt>
                <c:pt idx="1175">
                  <c:v>1666.8869999999999</c:v>
                </c:pt>
                <c:pt idx="1176">
                  <c:v>1667.3689999999999</c:v>
                </c:pt>
                <c:pt idx="1177">
                  <c:v>1667.8510000000001</c:v>
                </c:pt>
                <c:pt idx="1178">
                  <c:v>1668.3330000000001</c:v>
                </c:pt>
                <c:pt idx="1179">
                  <c:v>1668.8150000000001</c:v>
                </c:pt>
                <c:pt idx="1180">
                  <c:v>1669.297</c:v>
                </c:pt>
                <c:pt idx="1181">
                  <c:v>1669.779</c:v>
                </c:pt>
                <c:pt idx="1182">
                  <c:v>1670.2619999999999</c:v>
                </c:pt>
                <c:pt idx="1183">
                  <c:v>1670.7439999999999</c:v>
                </c:pt>
                <c:pt idx="1184">
                  <c:v>1671.2260000000001</c:v>
                </c:pt>
                <c:pt idx="1185">
                  <c:v>1671.7080000000001</c:v>
                </c:pt>
                <c:pt idx="1186">
                  <c:v>1672.19</c:v>
                </c:pt>
                <c:pt idx="1187">
                  <c:v>1672.672</c:v>
                </c:pt>
                <c:pt idx="1188">
                  <c:v>1673.154</c:v>
                </c:pt>
                <c:pt idx="1189">
                  <c:v>1673.636</c:v>
                </c:pt>
                <c:pt idx="1190">
                  <c:v>1674.1189999999999</c:v>
                </c:pt>
                <c:pt idx="1191">
                  <c:v>1674.6010000000001</c:v>
                </c:pt>
                <c:pt idx="1192">
                  <c:v>1675.0830000000001</c:v>
                </c:pt>
                <c:pt idx="1193">
                  <c:v>1675.5650000000001</c:v>
                </c:pt>
                <c:pt idx="1194">
                  <c:v>1676.047</c:v>
                </c:pt>
                <c:pt idx="1195">
                  <c:v>1676.529</c:v>
                </c:pt>
                <c:pt idx="1196">
                  <c:v>1677.011</c:v>
                </c:pt>
                <c:pt idx="1197">
                  <c:v>1677.4929999999999</c:v>
                </c:pt>
                <c:pt idx="1198">
                  <c:v>1677.9749999999999</c:v>
                </c:pt>
                <c:pt idx="1199">
                  <c:v>1678.4580000000001</c:v>
                </c:pt>
                <c:pt idx="1200">
                  <c:v>1678.94</c:v>
                </c:pt>
                <c:pt idx="1201">
                  <c:v>1679.422</c:v>
                </c:pt>
                <c:pt idx="1202">
                  <c:v>1679.904</c:v>
                </c:pt>
                <c:pt idx="1203">
                  <c:v>1680.386</c:v>
                </c:pt>
                <c:pt idx="1204">
                  <c:v>1680.8679999999999</c:v>
                </c:pt>
                <c:pt idx="1205">
                  <c:v>1681.35</c:v>
                </c:pt>
                <c:pt idx="1206">
                  <c:v>1681.8320000000001</c:v>
                </c:pt>
                <c:pt idx="1207">
                  <c:v>1682.3140000000001</c:v>
                </c:pt>
                <c:pt idx="1208">
                  <c:v>1682.797</c:v>
                </c:pt>
                <c:pt idx="1209">
                  <c:v>1683.279</c:v>
                </c:pt>
                <c:pt idx="1210">
                  <c:v>1683.761</c:v>
                </c:pt>
                <c:pt idx="1211">
                  <c:v>1684.2429999999999</c:v>
                </c:pt>
                <c:pt idx="1212">
                  <c:v>1684.7249999999999</c:v>
                </c:pt>
                <c:pt idx="1213">
                  <c:v>1685.2070000000001</c:v>
                </c:pt>
                <c:pt idx="1214">
                  <c:v>1685.6890000000001</c:v>
                </c:pt>
                <c:pt idx="1215">
                  <c:v>1686.171</c:v>
                </c:pt>
                <c:pt idx="1216">
                  <c:v>1686.654</c:v>
                </c:pt>
                <c:pt idx="1217">
                  <c:v>1687.136</c:v>
                </c:pt>
                <c:pt idx="1218">
                  <c:v>1687.6179999999999</c:v>
                </c:pt>
                <c:pt idx="1219">
                  <c:v>1688.1</c:v>
                </c:pt>
                <c:pt idx="1220">
                  <c:v>1688.5820000000001</c:v>
                </c:pt>
                <c:pt idx="1221">
                  <c:v>1689.0640000000001</c:v>
                </c:pt>
                <c:pt idx="1222">
                  <c:v>1689.546</c:v>
                </c:pt>
                <c:pt idx="1223">
                  <c:v>1690.028</c:v>
                </c:pt>
                <c:pt idx="1224">
                  <c:v>1690.51</c:v>
                </c:pt>
                <c:pt idx="1225">
                  <c:v>1690.9929999999999</c:v>
                </c:pt>
                <c:pt idx="1226">
                  <c:v>1691.4749999999999</c:v>
                </c:pt>
                <c:pt idx="1227">
                  <c:v>1691.9570000000001</c:v>
                </c:pt>
                <c:pt idx="1228">
                  <c:v>1692.4390000000001</c:v>
                </c:pt>
                <c:pt idx="1229">
                  <c:v>1692.921</c:v>
                </c:pt>
                <c:pt idx="1230">
                  <c:v>1693.403</c:v>
                </c:pt>
                <c:pt idx="1231">
                  <c:v>1693.885</c:v>
                </c:pt>
                <c:pt idx="1232">
                  <c:v>1694.367</c:v>
                </c:pt>
                <c:pt idx="1233">
                  <c:v>1694.8489999999999</c:v>
                </c:pt>
                <c:pt idx="1234">
                  <c:v>1695.3320000000001</c:v>
                </c:pt>
                <c:pt idx="1235">
                  <c:v>1695.8140000000001</c:v>
                </c:pt>
                <c:pt idx="1236">
                  <c:v>1696.296</c:v>
                </c:pt>
                <c:pt idx="1237">
                  <c:v>1696.778</c:v>
                </c:pt>
                <c:pt idx="1238">
                  <c:v>1697.26</c:v>
                </c:pt>
                <c:pt idx="1239">
                  <c:v>1697.742</c:v>
                </c:pt>
                <c:pt idx="1240">
                  <c:v>1698.2239999999999</c:v>
                </c:pt>
                <c:pt idx="1241">
                  <c:v>1698.7059999999999</c:v>
                </c:pt>
                <c:pt idx="1242">
                  <c:v>1699.1890000000001</c:v>
                </c:pt>
                <c:pt idx="1243">
                  <c:v>1699.671</c:v>
                </c:pt>
                <c:pt idx="1244">
                  <c:v>1700.153</c:v>
                </c:pt>
                <c:pt idx="1245">
                  <c:v>1700.635</c:v>
                </c:pt>
                <c:pt idx="1246">
                  <c:v>1701.117</c:v>
                </c:pt>
                <c:pt idx="1247">
                  <c:v>1701.5989999999999</c:v>
                </c:pt>
                <c:pt idx="1248">
                  <c:v>1702.0809999999999</c:v>
                </c:pt>
                <c:pt idx="1249">
                  <c:v>1702.5630000000001</c:v>
                </c:pt>
                <c:pt idx="1250">
                  <c:v>1703.046</c:v>
                </c:pt>
                <c:pt idx="1251">
                  <c:v>1703.528</c:v>
                </c:pt>
                <c:pt idx="1252">
                  <c:v>1704.01</c:v>
                </c:pt>
                <c:pt idx="1253">
                  <c:v>1704.492</c:v>
                </c:pt>
                <c:pt idx="1254">
                  <c:v>1704.9739999999999</c:v>
                </c:pt>
                <c:pt idx="1255">
                  <c:v>1705.4559999999999</c:v>
                </c:pt>
                <c:pt idx="1256">
                  <c:v>1705.9380000000001</c:v>
                </c:pt>
                <c:pt idx="1257">
                  <c:v>1706.42</c:v>
                </c:pt>
                <c:pt idx="1258">
                  <c:v>1706.902</c:v>
                </c:pt>
                <c:pt idx="1259">
                  <c:v>1707.385</c:v>
                </c:pt>
                <c:pt idx="1260">
                  <c:v>1707.867</c:v>
                </c:pt>
                <c:pt idx="1261">
                  <c:v>1708.3489999999999</c:v>
                </c:pt>
                <c:pt idx="1262">
                  <c:v>1708.8309999999999</c:v>
                </c:pt>
                <c:pt idx="1263">
                  <c:v>1709.3130000000001</c:v>
                </c:pt>
                <c:pt idx="1264">
                  <c:v>1709.7950000000001</c:v>
                </c:pt>
                <c:pt idx="1265">
                  <c:v>1710.277</c:v>
                </c:pt>
                <c:pt idx="1266">
                  <c:v>1710.759</c:v>
                </c:pt>
                <c:pt idx="1267">
                  <c:v>1711.241</c:v>
                </c:pt>
                <c:pt idx="1268">
                  <c:v>1711.7239999999999</c:v>
                </c:pt>
                <c:pt idx="1269">
                  <c:v>1712.2059999999999</c:v>
                </c:pt>
                <c:pt idx="1270">
                  <c:v>1712.6880000000001</c:v>
                </c:pt>
                <c:pt idx="1271">
                  <c:v>1713.17</c:v>
                </c:pt>
                <c:pt idx="1272">
                  <c:v>1713.652</c:v>
                </c:pt>
                <c:pt idx="1273">
                  <c:v>1714.134</c:v>
                </c:pt>
                <c:pt idx="1274">
                  <c:v>1714.616</c:v>
                </c:pt>
                <c:pt idx="1275">
                  <c:v>1715.098</c:v>
                </c:pt>
                <c:pt idx="1276">
                  <c:v>1715.5809999999999</c:v>
                </c:pt>
                <c:pt idx="1277">
                  <c:v>1716.0630000000001</c:v>
                </c:pt>
                <c:pt idx="1278">
                  <c:v>1716.5450000000001</c:v>
                </c:pt>
                <c:pt idx="1279">
                  <c:v>1717.027</c:v>
                </c:pt>
                <c:pt idx="1280">
                  <c:v>1717.509</c:v>
                </c:pt>
                <c:pt idx="1281">
                  <c:v>1717.991</c:v>
                </c:pt>
                <c:pt idx="1282">
                  <c:v>1718.473</c:v>
                </c:pt>
                <c:pt idx="1283">
                  <c:v>1718.9549999999999</c:v>
                </c:pt>
                <c:pt idx="1284">
                  <c:v>1719.4380000000001</c:v>
                </c:pt>
                <c:pt idx="1285">
                  <c:v>1719.92</c:v>
                </c:pt>
                <c:pt idx="1286">
                  <c:v>1720.402</c:v>
                </c:pt>
                <c:pt idx="1287">
                  <c:v>1720.884</c:v>
                </c:pt>
                <c:pt idx="1288">
                  <c:v>1721.366</c:v>
                </c:pt>
                <c:pt idx="1289">
                  <c:v>1721.848</c:v>
                </c:pt>
                <c:pt idx="1290">
                  <c:v>1722.33</c:v>
                </c:pt>
                <c:pt idx="1291">
                  <c:v>1722.8119999999999</c:v>
                </c:pt>
                <c:pt idx="1292">
                  <c:v>1723.2940000000001</c:v>
                </c:pt>
                <c:pt idx="1293">
                  <c:v>1723.7760000000001</c:v>
                </c:pt>
                <c:pt idx="1294">
                  <c:v>1724.259</c:v>
                </c:pt>
                <c:pt idx="1295">
                  <c:v>1724.741</c:v>
                </c:pt>
                <c:pt idx="1296">
                  <c:v>1725.223</c:v>
                </c:pt>
                <c:pt idx="1297">
                  <c:v>1725.7049999999999</c:v>
                </c:pt>
                <c:pt idx="1298">
                  <c:v>1726.1869999999999</c:v>
                </c:pt>
                <c:pt idx="1299">
                  <c:v>1726.6690000000001</c:v>
                </c:pt>
                <c:pt idx="1300">
                  <c:v>1727.1510000000001</c:v>
                </c:pt>
                <c:pt idx="1301">
                  <c:v>1727.633</c:v>
                </c:pt>
                <c:pt idx="1302">
                  <c:v>1728.116</c:v>
                </c:pt>
                <c:pt idx="1303">
                  <c:v>1728.598</c:v>
                </c:pt>
                <c:pt idx="1304">
                  <c:v>1729.08</c:v>
                </c:pt>
                <c:pt idx="1305">
                  <c:v>1729.5619999999999</c:v>
                </c:pt>
                <c:pt idx="1306">
                  <c:v>1730.0440000000001</c:v>
                </c:pt>
                <c:pt idx="1307">
                  <c:v>1730.5260000000001</c:v>
                </c:pt>
                <c:pt idx="1308">
                  <c:v>1731.008</c:v>
                </c:pt>
                <c:pt idx="1309">
                  <c:v>1731.49</c:v>
                </c:pt>
                <c:pt idx="1310">
                  <c:v>1731.973</c:v>
                </c:pt>
                <c:pt idx="1311">
                  <c:v>1732.4549999999999</c:v>
                </c:pt>
                <c:pt idx="1312">
                  <c:v>1732.9369999999999</c:v>
                </c:pt>
                <c:pt idx="1313">
                  <c:v>1733.4190000000001</c:v>
                </c:pt>
                <c:pt idx="1314">
                  <c:v>1733.9010000000001</c:v>
                </c:pt>
                <c:pt idx="1315">
                  <c:v>1734.383</c:v>
                </c:pt>
                <c:pt idx="1316">
                  <c:v>1734.865</c:v>
                </c:pt>
                <c:pt idx="1317">
                  <c:v>1735.347</c:v>
                </c:pt>
                <c:pt idx="1318">
                  <c:v>1735.829</c:v>
                </c:pt>
                <c:pt idx="1319">
                  <c:v>1736.3119999999999</c:v>
                </c:pt>
                <c:pt idx="1320">
                  <c:v>1736.7940000000001</c:v>
                </c:pt>
                <c:pt idx="1321">
                  <c:v>1737.2760000000001</c:v>
                </c:pt>
                <c:pt idx="1322">
                  <c:v>1737.758</c:v>
                </c:pt>
                <c:pt idx="1323">
                  <c:v>1738.24</c:v>
                </c:pt>
                <c:pt idx="1324">
                  <c:v>1738.722</c:v>
                </c:pt>
                <c:pt idx="1325">
                  <c:v>1739.204</c:v>
                </c:pt>
                <c:pt idx="1326">
                  <c:v>1739.6859999999999</c:v>
                </c:pt>
                <c:pt idx="1327">
                  <c:v>1740.1679999999999</c:v>
                </c:pt>
                <c:pt idx="1328">
                  <c:v>1740.6510000000001</c:v>
                </c:pt>
                <c:pt idx="1329">
                  <c:v>1741.133</c:v>
                </c:pt>
                <c:pt idx="1330">
                  <c:v>1741.615</c:v>
                </c:pt>
                <c:pt idx="1331">
                  <c:v>1742.097</c:v>
                </c:pt>
                <c:pt idx="1332">
                  <c:v>1742.579</c:v>
                </c:pt>
                <c:pt idx="1333">
                  <c:v>1743.0609999999999</c:v>
                </c:pt>
                <c:pt idx="1334">
                  <c:v>1743.5429999999999</c:v>
                </c:pt>
                <c:pt idx="1335">
                  <c:v>1744.0250000000001</c:v>
                </c:pt>
                <c:pt idx="1336">
                  <c:v>1744.508</c:v>
                </c:pt>
                <c:pt idx="1337">
                  <c:v>1744.99</c:v>
                </c:pt>
                <c:pt idx="1338">
                  <c:v>1745.472</c:v>
                </c:pt>
                <c:pt idx="1339">
                  <c:v>1745.954</c:v>
                </c:pt>
                <c:pt idx="1340">
                  <c:v>1746.4359999999999</c:v>
                </c:pt>
                <c:pt idx="1341">
                  <c:v>1746.9179999999999</c:v>
                </c:pt>
                <c:pt idx="1342">
                  <c:v>1747.4</c:v>
                </c:pt>
                <c:pt idx="1343">
                  <c:v>1747.8820000000001</c:v>
                </c:pt>
                <c:pt idx="1344">
                  <c:v>1748.365</c:v>
                </c:pt>
                <c:pt idx="1345">
                  <c:v>1748.847</c:v>
                </c:pt>
                <c:pt idx="1346">
                  <c:v>1749.329</c:v>
                </c:pt>
                <c:pt idx="1347">
                  <c:v>1749.8109999999999</c:v>
                </c:pt>
                <c:pt idx="1348">
                  <c:v>1750.2929999999999</c:v>
                </c:pt>
                <c:pt idx="1349">
                  <c:v>1750.7750000000001</c:v>
                </c:pt>
                <c:pt idx="1350">
                  <c:v>1751.2570000000001</c:v>
                </c:pt>
                <c:pt idx="1351">
                  <c:v>1751.739</c:v>
                </c:pt>
                <c:pt idx="1352">
                  <c:v>1752.221</c:v>
                </c:pt>
                <c:pt idx="1353">
                  <c:v>1752.703</c:v>
                </c:pt>
                <c:pt idx="1354">
                  <c:v>1753.1859999999999</c:v>
                </c:pt>
                <c:pt idx="1355">
                  <c:v>1753.6679999999999</c:v>
                </c:pt>
                <c:pt idx="1356">
                  <c:v>1754.15</c:v>
                </c:pt>
                <c:pt idx="1357">
                  <c:v>1754.6320000000001</c:v>
                </c:pt>
                <c:pt idx="1358">
                  <c:v>1755.114</c:v>
                </c:pt>
                <c:pt idx="1359">
                  <c:v>1755.596</c:v>
                </c:pt>
                <c:pt idx="1360">
                  <c:v>1756.078</c:v>
                </c:pt>
                <c:pt idx="1361">
                  <c:v>1756.56</c:v>
                </c:pt>
                <c:pt idx="1362">
                  <c:v>1757.0429999999999</c:v>
                </c:pt>
                <c:pt idx="1363">
                  <c:v>1757.5250000000001</c:v>
                </c:pt>
                <c:pt idx="1364">
                  <c:v>1758.0070000000001</c:v>
                </c:pt>
                <c:pt idx="1365">
                  <c:v>1758.489</c:v>
                </c:pt>
                <c:pt idx="1366">
                  <c:v>1758.971</c:v>
                </c:pt>
                <c:pt idx="1367">
                  <c:v>1759.453</c:v>
                </c:pt>
                <c:pt idx="1368">
                  <c:v>1759.9349999999999</c:v>
                </c:pt>
                <c:pt idx="1369">
                  <c:v>1760.4169999999999</c:v>
                </c:pt>
                <c:pt idx="1370">
                  <c:v>1760.9</c:v>
                </c:pt>
                <c:pt idx="1371">
                  <c:v>1761.3820000000001</c:v>
                </c:pt>
                <c:pt idx="1372">
                  <c:v>1761.864</c:v>
                </c:pt>
                <c:pt idx="1373">
                  <c:v>1762.346</c:v>
                </c:pt>
                <c:pt idx="1374">
                  <c:v>1762.828</c:v>
                </c:pt>
                <c:pt idx="1375">
                  <c:v>1763.31</c:v>
                </c:pt>
                <c:pt idx="1376">
                  <c:v>1763.7919999999999</c:v>
                </c:pt>
                <c:pt idx="1377">
                  <c:v>1764.2739999999999</c:v>
                </c:pt>
                <c:pt idx="1378">
                  <c:v>1764.7560000000001</c:v>
                </c:pt>
                <c:pt idx="1379">
                  <c:v>1765.239</c:v>
                </c:pt>
                <c:pt idx="1380">
                  <c:v>1765.721</c:v>
                </c:pt>
                <c:pt idx="1381">
                  <c:v>1766.203</c:v>
                </c:pt>
                <c:pt idx="1382">
                  <c:v>1766.6849999999999</c:v>
                </c:pt>
                <c:pt idx="1383">
                  <c:v>1767.1669999999999</c:v>
                </c:pt>
                <c:pt idx="1384">
                  <c:v>1767.6489999999999</c:v>
                </c:pt>
                <c:pt idx="1385">
                  <c:v>1768.1310000000001</c:v>
                </c:pt>
                <c:pt idx="1386">
                  <c:v>1768.6130000000001</c:v>
                </c:pt>
                <c:pt idx="1387">
                  <c:v>1769.095</c:v>
                </c:pt>
                <c:pt idx="1388">
                  <c:v>1769.578</c:v>
                </c:pt>
                <c:pt idx="1389">
                  <c:v>1770.06</c:v>
                </c:pt>
                <c:pt idx="1390">
                  <c:v>1770.5419999999999</c:v>
                </c:pt>
                <c:pt idx="1391">
                  <c:v>1771.0239999999999</c:v>
                </c:pt>
                <c:pt idx="1392">
                  <c:v>1771.5060000000001</c:v>
                </c:pt>
                <c:pt idx="1393">
                  <c:v>1771.9880000000001</c:v>
                </c:pt>
                <c:pt idx="1394">
                  <c:v>1772.47</c:v>
                </c:pt>
                <c:pt idx="1395">
                  <c:v>1772.952</c:v>
                </c:pt>
                <c:pt idx="1396">
                  <c:v>1773.4349999999999</c:v>
                </c:pt>
                <c:pt idx="1397">
                  <c:v>1773.9169999999999</c:v>
                </c:pt>
                <c:pt idx="1398">
                  <c:v>1774.3989999999999</c:v>
                </c:pt>
                <c:pt idx="1399">
                  <c:v>1774.8810000000001</c:v>
                </c:pt>
                <c:pt idx="1400">
                  <c:v>1775.3630000000001</c:v>
                </c:pt>
                <c:pt idx="1401">
                  <c:v>1775.845</c:v>
                </c:pt>
                <c:pt idx="1402">
                  <c:v>1776.327</c:v>
                </c:pt>
                <c:pt idx="1403">
                  <c:v>1776.809</c:v>
                </c:pt>
                <c:pt idx="1404">
                  <c:v>1777.2919999999999</c:v>
                </c:pt>
                <c:pt idx="1405">
                  <c:v>1777.7739999999999</c:v>
                </c:pt>
                <c:pt idx="1406">
                  <c:v>1778.2560000000001</c:v>
                </c:pt>
                <c:pt idx="1407">
                  <c:v>1778.7380000000001</c:v>
                </c:pt>
                <c:pt idx="1408">
                  <c:v>1779.22</c:v>
                </c:pt>
                <c:pt idx="1409">
                  <c:v>1779.702</c:v>
                </c:pt>
                <c:pt idx="1410">
                  <c:v>1780.184</c:v>
                </c:pt>
                <c:pt idx="1411">
                  <c:v>1780.6659999999999</c:v>
                </c:pt>
                <c:pt idx="1412">
                  <c:v>1781.1479999999999</c:v>
                </c:pt>
                <c:pt idx="1413">
                  <c:v>1781.63</c:v>
                </c:pt>
                <c:pt idx="1414">
                  <c:v>1782.1130000000001</c:v>
                </c:pt>
                <c:pt idx="1415">
                  <c:v>1782.595</c:v>
                </c:pt>
                <c:pt idx="1416">
                  <c:v>1783.077</c:v>
                </c:pt>
                <c:pt idx="1417">
                  <c:v>1783.559</c:v>
                </c:pt>
                <c:pt idx="1418">
                  <c:v>1784.0409999999999</c:v>
                </c:pt>
                <c:pt idx="1419">
                  <c:v>1784.5229999999999</c:v>
                </c:pt>
                <c:pt idx="1420">
                  <c:v>1785.0050000000001</c:v>
                </c:pt>
                <c:pt idx="1421">
                  <c:v>1785.4870000000001</c:v>
                </c:pt>
                <c:pt idx="1422">
                  <c:v>1785.97</c:v>
                </c:pt>
                <c:pt idx="1423">
                  <c:v>1786.452</c:v>
                </c:pt>
                <c:pt idx="1424">
                  <c:v>1786.934</c:v>
                </c:pt>
                <c:pt idx="1425">
                  <c:v>1787.4159999999999</c:v>
                </c:pt>
                <c:pt idx="1426">
                  <c:v>1787.8979999999999</c:v>
                </c:pt>
                <c:pt idx="1427">
                  <c:v>1788.38</c:v>
                </c:pt>
                <c:pt idx="1428">
                  <c:v>1788.8620000000001</c:v>
                </c:pt>
                <c:pt idx="1429">
                  <c:v>1789.3440000000001</c:v>
                </c:pt>
                <c:pt idx="1430">
                  <c:v>1789.827</c:v>
                </c:pt>
                <c:pt idx="1431">
                  <c:v>1790.309</c:v>
                </c:pt>
                <c:pt idx="1432">
                  <c:v>1790.7909999999999</c:v>
                </c:pt>
                <c:pt idx="1433">
                  <c:v>1791.2729999999999</c:v>
                </c:pt>
                <c:pt idx="1434">
                  <c:v>1791.7550000000001</c:v>
                </c:pt>
                <c:pt idx="1435">
                  <c:v>1792.2370000000001</c:v>
                </c:pt>
                <c:pt idx="1436">
                  <c:v>1792.7190000000001</c:v>
                </c:pt>
                <c:pt idx="1437">
                  <c:v>1793.201</c:v>
                </c:pt>
                <c:pt idx="1438">
                  <c:v>1793.683</c:v>
                </c:pt>
                <c:pt idx="1439">
                  <c:v>1794.1659999999999</c:v>
                </c:pt>
                <c:pt idx="1440">
                  <c:v>1794.6479999999999</c:v>
                </c:pt>
                <c:pt idx="1441">
                  <c:v>1795.13</c:v>
                </c:pt>
                <c:pt idx="1442">
                  <c:v>1795.6120000000001</c:v>
                </c:pt>
                <c:pt idx="1443">
                  <c:v>1796.0940000000001</c:v>
                </c:pt>
                <c:pt idx="1444">
                  <c:v>1796.576</c:v>
                </c:pt>
                <c:pt idx="1445">
                  <c:v>1797.058</c:v>
                </c:pt>
                <c:pt idx="1446">
                  <c:v>1797.54</c:v>
                </c:pt>
                <c:pt idx="1447">
                  <c:v>1798.0219999999999</c:v>
                </c:pt>
                <c:pt idx="1448">
                  <c:v>1798.5050000000001</c:v>
                </c:pt>
                <c:pt idx="1449">
                  <c:v>1798.9870000000001</c:v>
                </c:pt>
                <c:pt idx="1450">
                  <c:v>1799.4690000000001</c:v>
                </c:pt>
                <c:pt idx="1451">
                  <c:v>1799.951</c:v>
                </c:pt>
                <c:pt idx="1452">
                  <c:v>1800.433</c:v>
                </c:pt>
                <c:pt idx="1453">
                  <c:v>1800.915</c:v>
                </c:pt>
                <c:pt idx="1454">
                  <c:v>1801.3969999999999</c:v>
                </c:pt>
                <c:pt idx="1455">
                  <c:v>1801.8789999999999</c:v>
                </c:pt>
                <c:pt idx="1456">
                  <c:v>1802.3620000000001</c:v>
                </c:pt>
                <c:pt idx="1457">
                  <c:v>1802.8440000000001</c:v>
                </c:pt>
                <c:pt idx="1458">
                  <c:v>1803.326</c:v>
                </c:pt>
                <c:pt idx="1459">
                  <c:v>1803.808</c:v>
                </c:pt>
                <c:pt idx="1460">
                  <c:v>1804.29</c:v>
                </c:pt>
                <c:pt idx="1461">
                  <c:v>1804.7719999999999</c:v>
                </c:pt>
                <c:pt idx="1462">
                  <c:v>1805.2539999999999</c:v>
                </c:pt>
                <c:pt idx="1463">
                  <c:v>1805.7360000000001</c:v>
                </c:pt>
                <c:pt idx="1464">
                  <c:v>1806.2190000000001</c:v>
                </c:pt>
                <c:pt idx="1465">
                  <c:v>1806.701</c:v>
                </c:pt>
                <c:pt idx="1466">
                  <c:v>1807.183</c:v>
                </c:pt>
                <c:pt idx="1467">
                  <c:v>1807.665</c:v>
                </c:pt>
                <c:pt idx="1468">
                  <c:v>1808.1469999999999</c:v>
                </c:pt>
                <c:pt idx="1469">
                  <c:v>1808.6289999999999</c:v>
                </c:pt>
                <c:pt idx="1470">
                  <c:v>1809.1110000000001</c:v>
                </c:pt>
                <c:pt idx="1471">
                  <c:v>1809.5930000000001</c:v>
                </c:pt>
                <c:pt idx="1472">
                  <c:v>1810.075</c:v>
                </c:pt>
                <c:pt idx="1473">
                  <c:v>1810.557</c:v>
                </c:pt>
                <c:pt idx="1474">
                  <c:v>1811.04</c:v>
                </c:pt>
                <c:pt idx="1475">
                  <c:v>1811.5219999999999</c:v>
                </c:pt>
                <c:pt idx="1476">
                  <c:v>1812.0039999999999</c:v>
                </c:pt>
                <c:pt idx="1477">
                  <c:v>1812.4860000000001</c:v>
                </c:pt>
                <c:pt idx="1478">
                  <c:v>1812.9680000000001</c:v>
                </c:pt>
                <c:pt idx="1479">
                  <c:v>1813.45</c:v>
                </c:pt>
                <c:pt idx="1480">
                  <c:v>1813.932</c:v>
                </c:pt>
                <c:pt idx="1481">
                  <c:v>1814.414</c:v>
                </c:pt>
                <c:pt idx="1482">
                  <c:v>1814.8969999999999</c:v>
                </c:pt>
                <c:pt idx="1483">
                  <c:v>1815.3789999999999</c:v>
                </c:pt>
                <c:pt idx="1484">
                  <c:v>1815.8610000000001</c:v>
                </c:pt>
                <c:pt idx="1485">
                  <c:v>1816.3430000000001</c:v>
                </c:pt>
                <c:pt idx="1486">
                  <c:v>1816.825</c:v>
                </c:pt>
                <c:pt idx="1487">
                  <c:v>1817.307</c:v>
                </c:pt>
                <c:pt idx="1488">
                  <c:v>1817.789</c:v>
                </c:pt>
                <c:pt idx="1489">
                  <c:v>1818.271</c:v>
                </c:pt>
                <c:pt idx="1490">
                  <c:v>1818.7539999999999</c:v>
                </c:pt>
                <c:pt idx="1491">
                  <c:v>1819.2360000000001</c:v>
                </c:pt>
                <c:pt idx="1492">
                  <c:v>1819.7180000000001</c:v>
                </c:pt>
                <c:pt idx="1493">
                  <c:v>1820.2</c:v>
                </c:pt>
                <c:pt idx="1494">
                  <c:v>1820.682</c:v>
                </c:pt>
                <c:pt idx="1495">
                  <c:v>1821.164</c:v>
                </c:pt>
                <c:pt idx="1496">
                  <c:v>1821.646</c:v>
                </c:pt>
                <c:pt idx="1497">
                  <c:v>1822.1279999999999</c:v>
                </c:pt>
                <c:pt idx="1498">
                  <c:v>1822.61</c:v>
                </c:pt>
                <c:pt idx="1499">
                  <c:v>1823.0930000000001</c:v>
                </c:pt>
                <c:pt idx="1500">
                  <c:v>1823.575</c:v>
                </c:pt>
                <c:pt idx="1501">
                  <c:v>1824.057</c:v>
                </c:pt>
                <c:pt idx="1502">
                  <c:v>1824.539</c:v>
                </c:pt>
                <c:pt idx="1503">
                  <c:v>1825.021</c:v>
                </c:pt>
                <c:pt idx="1504">
                  <c:v>1825.5029999999999</c:v>
                </c:pt>
                <c:pt idx="1505">
                  <c:v>1825.9849999999999</c:v>
                </c:pt>
                <c:pt idx="1506">
                  <c:v>1826.4670000000001</c:v>
                </c:pt>
                <c:pt idx="1507">
                  <c:v>1826.9490000000001</c:v>
                </c:pt>
                <c:pt idx="1508">
                  <c:v>1827.432</c:v>
                </c:pt>
                <c:pt idx="1509">
                  <c:v>1827.914</c:v>
                </c:pt>
                <c:pt idx="1510">
                  <c:v>1828.396</c:v>
                </c:pt>
                <c:pt idx="1511">
                  <c:v>1828.8779999999999</c:v>
                </c:pt>
                <c:pt idx="1512">
                  <c:v>1829.36</c:v>
                </c:pt>
                <c:pt idx="1513">
                  <c:v>1829.8420000000001</c:v>
                </c:pt>
                <c:pt idx="1514">
                  <c:v>1830.3240000000001</c:v>
                </c:pt>
                <c:pt idx="1515">
                  <c:v>1830.806</c:v>
                </c:pt>
                <c:pt idx="1516">
                  <c:v>1831.289</c:v>
                </c:pt>
                <c:pt idx="1517">
                  <c:v>1831.771</c:v>
                </c:pt>
                <c:pt idx="1518">
                  <c:v>1832.2529999999999</c:v>
                </c:pt>
                <c:pt idx="1519">
                  <c:v>1832.7349999999999</c:v>
                </c:pt>
                <c:pt idx="1520">
                  <c:v>1833.2170000000001</c:v>
                </c:pt>
                <c:pt idx="1521">
                  <c:v>1833.6990000000001</c:v>
                </c:pt>
                <c:pt idx="1522">
                  <c:v>1834.181</c:v>
                </c:pt>
                <c:pt idx="1523">
                  <c:v>1834.663</c:v>
                </c:pt>
                <c:pt idx="1524">
                  <c:v>1835.146</c:v>
                </c:pt>
                <c:pt idx="1525">
                  <c:v>1835.6279999999999</c:v>
                </c:pt>
                <c:pt idx="1526">
                  <c:v>1836.11</c:v>
                </c:pt>
                <c:pt idx="1527">
                  <c:v>1836.5920000000001</c:v>
                </c:pt>
                <c:pt idx="1528">
                  <c:v>1837.0740000000001</c:v>
                </c:pt>
                <c:pt idx="1529">
                  <c:v>1837.556</c:v>
                </c:pt>
                <c:pt idx="1530">
                  <c:v>1838.038</c:v>
                </c:pt>
                <c:pt idx="1531">
                  <c:v>1838.52</c:v>
                </c:pt>
                <c:pt idx="1532">
                  <c:v>1839.002</c:v>
                </c:pt>
                <c:pt idx="1533">
                  <c:v>1839.4839999999999</c:v>
                </c:pt>
                <c:pt idx="1534">
                  <c:v>1839.9670000000001</c:v>
                </c:pt>
                <c:pt idx="1535">
                  <c:v>1840.4490000000001</c:v>
                </c:pt>
                <c:pt idx="1536">
                  <c:v>1840.931</c:v>
                </c:pt>
                <c:pt idx="1537">
                  <c:v>1841.413</c:v>
                </c:pt>
                <c:pt idx="1538">
                  <c:v>1841.895</c:v>
                </c:pt>
                <c:pt idx="1539">
                  <c:v>1842.377</c:v>
                </c:pt>
                <c:pt idx="1540">
                  <c:v>1842.8589999999999</c:v>
                </c:pt>
                <c:pt idx="1541">
                  <c:v>1843.3409999999999</c:v>
                </c:pt>
                <c:pt idx="1542">
                  <c:v>1843.8240000000001</c:v>
                </c:pt>
                <c:pt idx="1543">
                  <c:v>1844.306</c:v>
                </c:pt>
                <c:pt idx="1544">
                  <c:v>1844.788</c:v>
                </c:pt>
                <c:pt idx="1545">
                  <c:v>1845.27</c:v>
                </c:pt>
                <c:pt idx="1546">
                  <c:v>1845.752</c:v>
                </c:pt>
                <c:pt idx="1547">
                  <c:v>1846.2339999999999</c:v>
                </c:pt>
                <c:pt idx="1548">
                  <c:v>1846.7159999999999</c:v>
                </c:pt>
                <c:pt idx="1549">
                  <c:v>1847.1980000000001</c:v>
                </c:pt>
                <c:pt idx="1550">
                  <c:v>1847.681</c:v>
                </c:pt>
                <c:pt idx="1551">
                  <c:v>1848.163</c:v>
                </c:pt>
                <c:pt idx="1552">
                  <c:v>1848.645</c:v>
                </c:pt>
                <c:pt idx="1553">
                  <c:v>1849.127</c:v>
                </c:pt>
                <c:pt idx="1554">
                  <c:v>1849.6089999999999</c:v>
                </c:pt>
                <c:pt idx="1555">
                  <c:v>1850.0909999999999</c:v>
                </c:pt>
                <c:pt idx="1556">
                  <c:v>1850.5730000000001</c:v>
                </c:pt>
                <c:pt idx="1557">
                  <c:v>1851.0550000000001</c:v>
                </c:pt>
                <c:pt idx="1558">
                  <c:v>1851.537</c:v>
                </c:pt>
                <c:pt idx="1559">
                  <c:v>1852.02</c:v>
                </c:pt>
                <c:pt idx="1560">
                  <c:v>1852.502</c:v>
                </c:pt>
                <c:pt idx="1561">
                  <c:v>1852.9839999999999</c:v>
                </c:pt>
                <c:pt idx="1562">
                  <c:v>1853.4659999999999</c:v>
                </c:pt>
                <c:pt idx="1563">
                  <c:v>1853.9480000000001</c:v>
                </c:pt>
                <c:pt idx="1564">
                  <c:v>1854.43</c:v>
                </c:pt>
                <c:pt idx="1565">
                  <c:v>1854.912</c:v>
                </c:pt>
                <c:pt idx="1566">
                  <c:v>1855.394</c:v>
                </c:pt>
                <c:pt idx="1567">
                  <c:v>1855.876</c:v>
                </c:pt>
                <c:pt idx="1568">
                  <c:v>1856.3589999999999</c:v>
                </c:pt>
                <c:pt idx="1569">
                  <c:v>1856.8409999999999</c:v>
                </c:pt>
                <c:pt idx="1570">
                  <c:v>1857.3230000000001</c:v>
                </c:pt>
                <c:pt idx="1571">
                  <c:v>1857.8050000000001</c:v>
                </c:pt>
                <c:pt idx="1572">
                  <c:v>1858.287</c:v>
                </c:pt>
                <c:pt idx="1573">
                  <c:v>1858.769</c:v>
                </c:pt>
                <c:pt idx="1574">
                  <c:v>1859.251</c:v>
                </c:pt>
                <c:pt idx="1575">
                  <c:v>1859.7329999999999</c:v>
                </c:pt>
                <c:pt idx="1576">
                  <c:v>1860.2159999999999</c:v>
                </c:pt>
                <c:pt idx="1577">
                  <c:v>1860.6980000000001</c:v>
                </c:pt>
                <c:pt idx="1578">
                  <c:v>1861.18</c:v>
                </c:pt>
                <c:pt idx="1579">
                  <c:v>1861.662</c:v>
                </c:pt>
                <c:pt idx="1580">
                  <c:v>1862.144</c:v>
                </c:pt>
                <c:pt idx="1581">
                  <c:v>1862.626</c:v>
                </c:pt>
                <c:pt idx="1582">
                  <c:v>1863.1079999999999</c:v>
                </c:pt>
                <c:pt idx="1583">
                  <c:v>1863.59</c:v>
                </c:pt>
                <c:pt idx="1584">
                  <c:v>1864.0730000000001</c:v>
                </c:pt>
                <c:pt idx="1585">
                  <c:v>1864.5550000000001</c:v>
                </c:pt>
                <c:pt idx="1586">
                  <c:v>1865.037</c:v>
                </c:pt>
                <c:pt idx="1587">
                  <c:v>1865.519</c:v>
                </c:pt>
                <c:pt idx="1588">
                  <c:v>1866.001</c:v>
                </c:pt>
                <c:pt idx="1589">
                  <c:v>1866.4829999999999</c:v>
                </c:pt>
                <c:pt idx="1590">
                  <c:v>1866.9649999999999</c:v>
                </c:pt>
                <c:pt idx="1591">
                  <c:v>1867.4469999999999</c:v>
                </c:pt>
                <c:pt idx="1592">
                  <c:v>1867.9290000000001</c:v>
                </c:pt>
                <c:pt idx="1593">
                  <c:v>1868.4110000000001</c:v>
                </c:pt>
                <c:pt idx="1594">
                  <c:v>1868.894</c:v>
                </c:pt>
                <c:pt idx="1595">
                  <c:v>1869.376</c:v>
                </c:pt>
                <c:pt idx="1596">
                  <c:v>1869.8579999999999</c:v>
                </c:pt>
                <c:pt idx="1597">
                  <c:v>1870.34</c:v>
                </c:pt>
                <c:pt idx="1598">
                  <c:v>1870.8219999999999</c:v>
                </c:pt>
                <c:pt idx="1599">
                  <c:v>1871.3040000000001</c:v>
                </c:pt>
                <c:pt idx="1600">
                  <c:v>1871.7860000000001</c:v>
                </c:pt>
                <c:pt idx="1601">
                  <c:v>1872.268</c:v>
                </c:pt>
                <c:pt idx="1602">
                  <c:v>1872.751</c:v>
                </c:pt>
                <c:pt idx="1603">
                  <c:v>1873.2329999999999</c:v>
                </c:pt>
                <c:pt idx="1604">
                  <c:v>1873.7149999999999</c:v>
                </c:pt>
                <c:pt idx="1605">
                  <c:v>1874.1969999999999</c:v>
                </c:pt>
                <c:pt idx="1606">
                  <c:v>1874.6790000000001</c:v>
                </c:pt>
                <c:pt idx="1607">
                  <c:v>1875.1610000000001</c:v>
                </c:pt>
                <c:pt idx="1608">
                  <c:v>1875.643</c:v>
                </c:pt>
                <c:pt idx="1609">
                  <c:v>1876.125</c:v>
                </c:pt>
                <c:pt idx="1610">
                  <c:v>1876.6079999999999</c:v>
                </c:pt>
                <c:pt idx="1611">
                  <c:v>1877.09</c:v>
                </c:pt>
                <c:pt idx="1612">
                  <c:v>1877.5719999999999</c:v>
                </c:pt>
                <c:pt idx="1613">
                  <c:v>1878.0540000000001</c:v>
                </c:pt>
                <c:pt idx="1614">
                  <c:v>1878.5360000000001</c:v>
                </c:pt>
                <c:pt idx="1615">
                  <c:v>1879.018</c:v>
                </c:pt>
                <c:pt idx="1616">
                  <c:v>1879.5</c:v>
                </c:pt>
                <c:pt idx="1617">
                  <c:v>1879.982</c:v>
                </c:pt>
                <c:pt idx="1618">
                  <c:v>1880.4639999999999</c:v>
                </c:pt>
                <c:pt idx="1619">
                  <c:v>1880.9469999999999</c:v>
                </c:pt>
                <c:pt idx="1620">
                  <c:v>1881.4290000000001</c:v>
                </c:pt>
                <c:pt idx="1621">
                  <c:v>1881.9110000000001</c:v>
                </c:pt>
                <c:pt idx="1622">
                  <c:v>1882.393</c:v>
                </c:pt>
                <c:pt idx="1623">
                  <c:v>1882.875</c:v>
                </c:pt>
                <c:pt idx="1624">
                  <c:v>1883.357</c:v>
                </c:pt>
                <c:pt idx="1625">
                  <c:v>1883.8389999999999</c:v>
                </c:pt>
                <c:pt idx="1626">
                  <c:v>1884.3209999999999</c:v>
                </c:pt>
                <c:pt idx="1627">
                  <c:v>1884.8030000000001</c:v>
                </c:pt>
                <c:pt idx="1628">
                  <c:v>1885.2860000000001</c:v>
                </c:pt>
                <c:pt idx="1629">
                  <c:v>1885.768</c:v>
                </c:pt>
                <c:pt idx="1630">
                  <c:v>1886.25</c:v>
                </c:pt>
                <c:pt idx="1631">
                  <c:v>1886.732</c:v>
                </c:pt>
                <c:pt idx="1632">
                  <c:v>1887.2139999999999</c:v>
                </c:pt>
                <c:pt idx="1633">
                  <c:v>1887.6959999999999</c:v>
                </c:pt>
                <c:pt idx="1634">
                  <c:v>1888.1780000000001</c:v>
                </c:pt>
                <c:pt idx="1635">
                  <c:v>1888.66</c:v>
                </c:pt>
                <c:pt idx="1636">
                  <c:v>1889.143</c:v>
                </c:pt>
                <c:pt idx="1637">
                  <c:v>1889.625</c:v>
                </c:pt>
                <c:pt idx="1638">
                  <c:v>1890.107</c:v>
                </c:pt>
                <c:pt idx="1639">
                  <c:v>1890.5889999999999</c:v>
                </c:pt>
                <c:pt idx="1640">
                  <c:v>1891.0709999999999</c:v>
                </c:pt>
                <c:pt idx="1641">
                  <c:v>1891.5530000000001</c:v>
                </c:pt>
                <c:pt idx="1642">
                  <c:v>1892.0350000000001</c:v>
                </c:pt>
                <c:pt idx="1643">
                  <c:v>1892.5170000000001</c:v>
                </c:pt>
                <c:pt idx="1644">
                  <c:v>1893</c:v>
                </c:pt>
                <c:pt idx="1645">
                  <c:v>1893.482</c:v>
                </c:pt>
                <c:pt idx="1646">
                  <c:v>1893.9639999999999</c:v>
                </c:pt>
                <c:pt idx="1647">
                  <c:v>1894.4459999999999</c:v>
                </c:pt>
                <c:pt idx="1648">
                  <c:v>1894.9280000000001</c:v>
                </c:pt>
                <c:pt idx="1649">
                  <c:v>1895.41</c:v>
                </c:pt>
                <c:pt idx="1650">
                  <c:v>1895.8920000000001</c:v>
                </c:pt>
                <c:pt idx="1651">
                  <c:v>1896.374</c:v>
                </c:pt>
                <c:pt idx="1652">
                  <c:v>1896.856</c:v>
                </c:pt>
                <c:pt idx="1653">
                  <c:v>1897.3389999999999</c:v>
                </c:pt>
                <c:pt idx="1654">
                  <c:v>1897.8209999999999</c:v>
                </c:pt>
                <c:pt idx="1655">
                  <c:v>1898.3030000000001</c:v>
                </c:pt>
                <c:pt idx="1656">
                  <c:v>1898.7850000000001</c:v>
                </c:pt>
                <c:pt idx="1657">
                  <c:v>1899.2670000000001</c:v>
                </c:pt>
                <c:pt idx="1658">
                  <c:v>1899.749</c:v>
                </c:pt>
                <c:pt idx="1659">
                  <c:v>1900.231</c:v>
                </c:pt>
                <c:pt idx="1660">
                  <c:v>1900.713</c:v>
                </c:pt>
                <c:pt idx="1661">
                  <c:v>1901.1949999999999</c:v>
                </c:pt>
                <c:pt idx="1662">
                  <c:v>1901.6780000000001</c:v>
                </c:pt>
                <c:pt idx="1663">
                  <c:v>1902.16</c:v>
                </c:pt>
                <c:pt idx="1664">
                  <c:v>1902.6420000000001</c:v>
                </c:pt>
                <c:pt idx="1665">
                  <c:v>1903.124</c:v>
                </c:pt>
                <c:pt idx="1666">
                  <c:v>1903.606</c:v>
                </c:pt>
                <c:pt idx="1667">
                  <c:v>1904.088</c:v>
                </c:pt>
                <c:pt idx="1668">
                  <c:v>1904.57</c:v>
                </c:pt>
                <c:pt idx="1669">
                  <c:v>1905.0519999999999</c:v>
                </c:pt>
                <c:pt idx="1670">
                  <c:v>1905.5350000000001</c:v>
                </c:pt>
                <c:pt idx="1671">
                  <c:v>1906.0170000000001</c:v>
                </c:pt>
                <c:pt idx="1672">
                  <c:v>1906.499</c:v>
                </c:pt>
                <c:pt idx="1673">
                  <c:v>1906.981</c:v>
                </c:pt>
                <c:pt idx="1674">
                  <c:v>1907.463</c:v>
                </c:pt>
                <c:pt idx="1675">
                  <c:v>1907.9449999999999</c:v>
                </c:pt>
                <c:pt idx="1676">
                  <c:v>1908.4269999999999</c:v>
                </c:pt>
                <c:pt idx="1677">
                  <c:v>1908.9090000000001</c:v>
                </c:pt>
                <c:pt idx="1678">
                  <c:v>1909.3910000000001</c:v>
                </c:pt>
                <c:pt idx="1679">
                  <c:v>1909.874</c:v>
                </c:pt>
                <c:pt idx="1680">
                  <c:v>1910.356</c:v>
                </c:pt>
                <c:pt idx="1681">
                  <c:v>1910.838</c:v>
                </c:pt>
                <c:pt idx="1682">
                  <c:v>1911.32</c:v>
                </c:pt>
                <c:pt idx="1683">
                  <c:v>1911.8019999999999</c:v>
                </c:pt>
                <c:pt idx="1684">
                  <c:v>1912.2840000000001</c:v>
                </c:pt>
                <c:pt idx="1685">
                  <c:v>1912.7660000000001</c:v>
                </c:pt>
                <c:pt idx="1686">
                  <c:v>1913.248</c:v>
                </c:pt>
                <c:pt idx="1687">
                  <c:v>1913.73</c:v>
                </c:pt>
                <c:pt idx="1688">
                  <c:v>1914.213</c:v>
                </c:pt>
                <c:pt idx="1689">
                  <c:v>1914.6949999999999</c:v>
                </c:pt>
                <c:pt idx="1690">
                  <c:v>1915.1769999999999</c:v>
                </c:pt>
                <c:pt idx="1691">
                  <c:v>1915.6590000000001</c:v>
                </c:pt>
                <c:pt idx="1692">
                  <c:v>1916.1410000000001</c:v>
                </c:pt>
                <c:pt idx="1693">
                  <c:v>1916.623</c:v>
                </c:pt>
                <c:pt idx="1694">
                  <c:v>1917.105</c:v>
                </c:pt>
                <c:pt idx="1695">
                  <c:v>1917.587</c:v>
                </c:pt>
                <c:pt idx="1696">
                  <c:v>1918.07</c:v>
                </c:pt>
                <c:pt idx="1697">
                  <c:v>1918.5519999999999</c:v>
                </c:pt>
                <c:pt idx="1698">
                  <c:v>1919.0340000000001</c:v>
                </c:pt>
                <c:pt idx="1699">
                  <c:v>1919.5160000000001</c:v>
                </c:pt>
                <c:pt idx="1700">
                  <c:v>1919.998</c:v>
                </c:pt>
                <c:pt idx="1701">
                  <c:v>1920.48</c:v>
                </c:pt>
                <c:pt idx="1702">
                  <c:v>1920.962</c:v>
                </c:pt>
                <c:pt idx="1703">
                  <c:v>1921.444</c:v>
                </c:pt>
                <c:pt idx="1704">
                  <c:v>1921.9269999999999</c:v>
                </c:pt>
                <c:pt idx="1705">
                  <c:v>1922.4090000000001</c:v>
                </c:pt>
                <c:pt idx="1706">
                  <c:v>1922.8910000000001</c:v>
                </c:pt>
                <c:pt idx="1707">
                  <c:v>1923.373</c:v>
                </c:pt>
                <c:pt idx="1708">
                  <c:v>1923.855</c:v>
                </c:pt>
                <c:pt idx="1709">
                  <c:v>1924.337</c:v>
                </c:pt>
                <c:pt idx="1710">
                  <c:v>1924.819</c:v>
                </c:pt>
                <c:pt idx="1711">
                  <c:v>1925.3009999999999</c:v>
                </c:pt>
                <c:pt idx="1712">
                  <c:v>1925.7829999999999</c:v>
                </c:pt>
                <c:pt idx="1713">
                  <c:v>1926.2660000000001</c:v>
                </c:pt>
                <c:pt idx="1714">
                  <c:v>1926.748</c:v>
                </c:pt>
                <c:pt idx="1715">
                  <c:v>1927.23</c:v>
                </c:pt>
                <c:pt idx="1716">
                  <c:v>1927.712</c:v>
                </c:pt>
                <c:pt idx="1717">
                  <c:v>1928.194</c:v>
                </c:pt>
                <c:pt idx="1718">
                  <c:v>1928.6759999999999</c:v>
                </c:pt>
                <c:pt idx="1719">
                  <c:v>1929.1579999999999</c:v>
                </c:pt>
                <c:pt idx="1720">
                  <c:v>1929.64</c:v>
                </c:pt>
                <c:pt idx="1721">
                  <c:v>1930.1220000000001</c:v>
                </c:pt>
                <c:pt idx="1722">
                  <c:v>1930.605</c:v>
                </c:pt>
                <c:pt idx="1723">
                  <c:v>1931.087</c:v>
                </c:pt>
                <c:pt idx="1724">
                  <c:v>1931.569</c:v>
                </c:pt>
                <c:pt idx="1725">
                  <c:v>1932.0509999999999</c:v>
                </c:pt>
                <c:pt idx="1726">
                  <c:v>1932.5329999999999</c:v>
                </c:pt>
                <c:pt idx="1727">
                  <c:v>1933.0150000000001</c:v>
                </c:pt>
                <c:pt idx="1728">
                  <c:v>1933.4970000000001</c:v>
                </c:pt>
                <c:pt idx="1729">
                  <c:v>1933.979</c:v>
                </c:pt>
                <c:pt idx="1730">
                  <c:v>1934.462</c:v>
                </c:pt>
                <c:pt idx="1731">
                  <c:v>1934.944</c:v>
                </c:pt>
                <c:pt idx="1732">
                  <c:v>1935.4259999999999</c:v>
                </c:pt>
                <c:pt idx="1733">
                  <c:v>1935.9079999999999</c:v>
                </c:pt>
                <c:pt idx="1734">
                  <c:v>1936.39</c:v>
                </c:pt>
                <c:pt idx="1735">
                  <c:v>1936.8720000000001</c:v>
                </c:pt>
                <c:pt idx="1736">
                  <c:v>1937.354</c:v>
                </c:pt>
                <c:pt idx="1737">
                  <c:v>1937.836</c:v>
                </c:pt>
                <c:pt idx="1738">
                  <c:v>1938.318</c:v>
                </c:pt>
                <c:pt idx="1739">
                  <c:v>1938.8009999999999</c:v>
                </c:pt>
                <c:pt idx="1740">
                  <c:v>1939.2829999999999</c:v>
                </c:pt>
                <c:pt idx="1741">
                  <c:v>1939.7650000000001</c:v>
                </c:pt>
                <c:pt idx="1742">
                  <c:v>1940.2470000000001</c:v>
                </c:pt>
                <c:pt idx="1743">
                  <c:v>1940.729</c:v>
                </c:pt>
                <c:pt idx="1744">
                  <c:v>1941.211</c:v>
                </c:pt>
                <c:pt idx="1745">
                  <c:v>1941.693</c:v>
                </c:pt>
                <c:pt idx="1746">
                  <c:v>1942.175</c:v>
                </c:pt>
                <c:pt idx="1747">
                  <c:v>1942.6569999999999</c:v>
                </c:pt>
                <c:pt idx="1748">
                  <c:v>1943.14</c:v>
                </c:pt>
                <c:pt idx="1749">
                  <c:v>1943.6220000000001</c:v>
                </c:pt>
                <c:pt idx="1750">
                  <c:v>1944.104</c:v>
                </c:pt>
                <c:pt idx="1751">
                  <c:v>1944.586</c:v>
                </c:pt>
                <c:pt idx="1752">
                  <c:v>1945.068</c:v>
                </c:pt>
                <c:pt idx="1753">
                  <c:v>1945.55</c:v>
                </c:pt>
                <c:pt idx="1754">
                  <c:v>1946.0319999999999</c:v>
                </c:pt>
                <c:pt idx="1755">
                  <c:v>1946.5139999999999</c:v>
                </c:pt>
                <c:pt idx="1756">
                  <c:v>1946.9970000000001</c:v>
                </c:pt>
                <c:pt idx="1757">
                  <c:v>1947.479</c:v>
                </c:pt>
                <c:pt idx="1758">
                  <c:v>1947.961</c:v>
                </c:pt>
                <c:pt idx="1759">
                  <c:v>1948.443</c:v>
                </c:pt>
                <c:pt idx="1760">
                  <c:v>1948.925</c:v>
                </c:pt>
                <c:pt idx="1761">
                  <c:v>1949.4069999999999</c:v>
                </c:pt>
                <c:pt idx="1762">
                  <c:v>1949.8889999999999</c:v>
                </c:pt>
                <c:pt idx="1763">
                  <c:v>1950.3710000000001</c:v>
                </c:pt>
                <c:pt idx="1764">
                  <c:v>1950.854</c:v>
                </c:pt>
                <c:pt idx="1765">
                  <c:v>1951.336</c:v>
                </c:pt>
                <c:pt idx="1766">
                  <c:v>1951.818</c:v>
                </c:pt>
                <c:pt idx="1767">
                  <c:v>1952.3</c:v>
                </c:pt>
                <c:pt idx="1768">
                  <c:v>1952.7819999999999</c:v>
                </c:pt>
                <c:pt idx="1769">
                  <c:v>1953.2639999999999</c:v>
                </c:pt>
                <c:pt idx="1770">
                  <c:v>1953.7460000000001</c:v>
                </c:pt>
                <c:pt idx="1771">
                  <c:v>1954.2280000000001</c:v>
                </c:pt>
                <c:pt idx="1772">
                  <c:v>1954.71</c:v>
                </c:pt>
                <c:pt idx="1773">
                  <c:v>1955.193</c:v>
                </c:pt>
                <c:pt idx="1774">
                  <c:v>1955.675</c:v>
                </c:pt>
                <c:pt idx="1775">
                  <c:v>1956.1569999999999</c:v>
                </c:pt>
                <c:pt idx="1776">
                  <c:v>1956.6389999999999</c:v>
                </c:pt>
                <c:pt idx="1777">
                  <c:v>1957.1210000000001</c:v>
                </c:pt>
                <c:pt idx="1778">
                  <c:v>1957.6030000000001</c:v>
                </c:pt>
                <c:pt idx="1779">
                  <c:v>1958.085</c:v>
                </c:pt>
                <c:pt idx="1780">
                  <c:v>1958.567</c:v>
                </c:pt>
                <c:pt idx="1781">
                  <c:v>1959.049</c:v>
                </c:pt>
                <c:pt idx="1782">
                  <c:v>1959.5319999999999</c:v>
                </c:pt>
                <c:pt idx="1783">
                  <c:v>1960.0139999999999</c:v>
                </c:pt>
                <c:pt idx="1784">
                  <c:v>1960.4960000000001</c:v>
                </c:pt>
                <c:pt idx="1785">
                  <c:v>1960.9780000000001</c:v>
                </c:pt>
                <c:pt idx="1786">
                  <c:v>1961.46</c:v>
                </c:pt>
                <c:pt idx="1787">
                  <c:v>1961.942</c:v>
                </c:pt>
                <c:pt idx="1788">
                  <c:v>1962.424</c:v>
                </c:pt>
                <c:pt idx="1789">
                  <c:v>1962.9059999999999</c:v>
                </c:pt>
                <c:pt idx="1790">
                  <c:v>1963.3889999999999</c:v>
                </c:pt>
                <c:pt idx="1791">
                  <c:v>1963.8710000000001</c:v>
                </c:pt>
                <c:pt idx="1792">
                  <c:v>1964.3530000000001</c:v>
                </c:pt>
                <c:pt idx="1793">
                  <c:v>1964.835</c:v>
                </c:pt>
                <c:pt idx="1794">
                  <c:v>1965.317</c:v>
                </c:pt>
                <c:pt idx="1795">
                  <c:v>1965.799</c:v>
                </c:pt>
                <c:pt idx="1796">
                  <c:v>1966.2809999999999</c:v>
                </c:pt>
                <c:pt idx="1797">
                  <c:v>1966.7629999999999</c:v>
                </c:pt>
                <c:pt idx="1798">
                  <c:v>1967.2449999999999</c:v>
                </c:pt>
                <c:pt idx="1799">
                  <c:v>1967.7280000000001</c:v>
                </c:pt>
                <c:pt idx="1800">
                  <c:v>1968.21</c:v>
                </c:pt>
                <c:pt idx="1801">
                  <c:v>1968.692</c:v>
                </c:pt>
                <c:pt idx="1802">
                  <c:v>1969.174</c:v>
                </c:pt>
                <c:pt idx="1803">
                  <c:v>1969.6559999999999</c:v>
                </c:pt>
                <c:pt idx="1804">
                  <c:v>1970.1379999999999</c:v>
                </c:pt>
                <c:pt idx="1805">
                  <c:v>1970.62</c:v>
                </c:pt>
                <c:pt idx="1806">
                  <c:v>1971.1020000000001</c:v>
                </c:pt>
                <c:pt idx="1807">
                  <c:v>1971.5840000000001</c:v>
                </c:pt>
                <c:pt idx="1808">
                  <c:v>1972.067</c:v>
                </c:pt>
                <c:pt idx="1809">
                  <c:v>1972.549</c:v>
                </c:pt>
                <c:pt idx="1810">
                  <c:v>1973.0309999999999</c:v>
                </c:pt>
                <c:pt idx="1811">
                  <c:v>1973.5129999999999</c:v>
                </c:pt>
                <c:pt idx="1812">
                  <c:v>1973.9949999999999</c:v>
                </c:pt>
                <c:pt idx="1813">
                  <c:v>1974.4770000000001</c:v>
                </c:pt>
                <c:pt idx="1814">
                  <c:v>1974.9590000000001</c:v>
                </c:pt>
                <c:pt idx="1815">
                  <c:v>1975.441</c:v>
                </c:pt>
                <c:pt idx="1816">
                  <c:v>1975.924</c:v>
                </c:pt>
                <c:pt idx="1817">
                  <c:v>1976.4059999999999</c:v>
                </c:pt>
                <c:pt idx="1818">
                  <c:v>1976.8879999999999</c:v>
                </c:pt>
                <c:pt idx="1819">
                  <c:v>1977.37</c:v>
                </c:pt>
                <c:pt idx="1820">
                  <c:v>1977.8520000000001</c:v>
                </c:pt>
                <c:pt idx="1821">
                  <c:v>1978.3340000000001</c:v>
                </c:pt>
                <c:pt idx="1822">
                  <c:v>1978.816</c:v>
                </c:pt>
                <c:pt idx="1823">
                  <c:v>1979.298</c:v>
                </c:pt>
                <c:pt idx="1824">
                  <c:v>1979.7809999999999</c:v>
                </c:pt>
                <c:pt idx="1825">
                  <c:v>1980.2629999999999</c:v>
                </c:pt>
                <c:pt idx="1826">
                  <c:v>1980.7449999999999</c:v>
                </c:pt>
                <c:pt idx="1827">
                  <c:v>1981.2270000000001</c:v>
                </c:pt>
                <c:pt idx="1828">
                  <c:v>1981.7090000000001</c:v>
                </c:pt>
                <c:pt idx="1829">
                  <c:v>1982.191</c:v>
                </c:pt>
                <c:pt idx="1830">
                  <c:v>1982.673</c:v>
                </c:pt>
                <c:pt idx="1831">
                  <c:v>1983.155</c:v>
                </c:pt>
                <c:pt idx="1832">
                  <c:v>1983.6369999999999</c:v>
                </c:pt>
                <c:pt idx="1833">
                  <c:v>1984.12</c:v>
                </c:pt>
                <c:pt idx="1834">
                  <c:v>1984.6020000000001</c:v>
                </c:pt>
                <c:pt idx="1835">
                  <c:v>1985.0840000000001</c:v>
                </c:pt>
                <c:pt idx="1836">
                  <c:v>1985.566</c:v>
                </c:pt>
                <c:pt idx="1837">
                  <c:v>1986.048</c:v>
                </c:pt>
                <c:pt idx="1838">
                  <c:v>1986.53</c:v>
                </c:pt>
                <c:pt idx="1839">
                  <c:v>1987.0119999999999</c:v>
                </c:pt>
                <c:pt idx="1840">
                  <c:v>1987.4939999999999</c:v>
                </c:pt>
                <c:pt idx="1841">
                  <c:v>1987.9760000000001</c:v>
                </c:pt>
                <c:pt idx="1842">
                  <c:v>1988.4590000000001</c:v>
                </c:pt>
                <c:pt idx="1843">
                  <c:v>1988.941</c:v>
                </c:pt>
                <c:pt idx="1844">
                  <c:v>1989.423</c:v>
                </c:pt>
                <c:pt idx="1845">
                  <c:v>1989.905</c:v>
                </c:pt>
                <c:pt idx="1846">
                  <c:v>1990.3869999999999</c:v>
                </c:pt>
                <c:pt idx="1847">
                  <c:v>1990.8689999999999</c:v>
                </c:pt>
                <c:pt idx="1848">
                  <c:v>1991.3510000000001</c:v>
                </c:pt>
                <c:pt idx="1849">
                  <c:v>1991.8330000000001</c:v>
                </c:pt>
                <c:pt idx="1850">
                  <c:v>1992.316</c:v>
                </c:pt>
                <c:pt idx="1851">
                  <c:v>1992.798</c:v>
                </c:pt>
                <c:pt idx="1852">
                  <c:v>1993.28</c:v>
                </c:pt>
                <c:pt idx="1853">
                  <c:v>1993.7619999999999</c:v>
                </c:pt>
                <c:pt idx="1854">
                  <c:v>1994.2439999999999</c:v>
                </c:pt>
                <c:pt idx="1855">
                  <c:v>1994.7260000000001</c:v>
                </c:pt>
                <c:pt idx="1856">
                  <c:v>1995.2080000000001</c:v>
                </c:pt>
                <c:pt idx="1857">
                  <c:v>1995.69</c:v>
                </c:pt>
                <c:pt idx="1858">
                  <c:v>1996.172</c:v>
                </c:pt>
                <c:pt idx="1859">
                  <c:v>1996.655</c:v>
                </c:pt>
                <c:pt idx="1860">
                  <c:v>1997.1369999999999</c:v>
                </c:pt>
                <c:pt idx="1861">
                  <c:v>1997.6189999999999</c:v>
                </c:pt>
                <c:pt idx="1862">
                  <c:v>1998.1010000000001</c:v>
                </c:pt>
                <c:pt idx="1863">
                  <c:v>1998.5830000000001</c:v>
                </c:pt>
                <c:pt idx="1864">
                  <c:v>1999.0650000000001</c:v>
                </c:pt>
                <c:pt idx="1865">
                  <c:v>1999.547</c:v>
                </c:pt>
                <c:pt idx="1866">
                  <c:v>2000.029</c:v>
                </c:pt>
                <c:pt idx="1867">
                  <c:v>2000.511</c:v>
                </c:pt>
                <c:pt idx="1868">
                  <c:v>2000.9939999999999</c:v>
                </c:pt>
                <c:pt idx="1869">
                  <c:v>2001.4760000000001</c:v>
                </c:pt>
                <c:pt idx="1870">
                  <c:v>2001.9580000000001</c:v>
                </c:pt>
                <c:pt idx="1871">
                  <c:v>2002.44</c:v>
                </c:pt>
                <c:pt idx="1872">
                  <c:v>2002.922</c:v>
                </c:pt>
                <c:pt idx="1873">
                  <c:v>2003.404</c:v>
                </c:pt>
                <c:pt idx="1874">
                  <c:v>2003.886</c:v>
                </c:pt>
                <c:pt idx="1875">
                  <c:v>2004.3679999999999</c:v>
                </c:pt>
                <c:pt idx="1876">
                  <c:v>2004.8510000000001</c:v>
                </c:pt>
                <c:pt idx="1877">
                  <c:v>2005.3330000000001</c:v>
                </c:pt>
                <c:pt idx="1878">
                  <c:v>2005.8150000000001</c:v>
                </c:pt>
                <c:pt idx="1879">
                  <c:v>2006.297</c:v>
                </c:pt>
                <c:pt idx="1880">
                  <c:v>2006.779</c:v>
                </c:pt>
                <c:pt idx="1881">
                  <c:v>2007.261</c:v>
                </c:pt>
                <c:pt idx="1882">
                  <c:v>2007.7429999999999</c:v>
                </c:pt>
                <c:pt idx="1883">
                  <c:v>2008.2249999999999</c:v>
                </c:pt>
                <c:pt idx="1884">
                  <c:v>2008.7080000000001</c:v>
                </c:pt>
                <c:pt idx="1885">
                  <c:v>2009.19</c:v>
                </c:pt>
                <c:pt idx="1886">
                  <c:v>2009.672</c:v>
                </c:pt>
                <c:pt idx="1887">
                  <c:v>2010.154</c:v>
                </c:pt>
                <c:pt idx="1888">
                  <c:v>2010.636</c:v>
                </c:pt>
                <c:pt idx="1889">
                  <c:v>2011.1179999999999</c:v>
                </c:pt>
                <c:pt idx="1890">
                  <c:v>2011.6</c:v>
                </c:pt>
                <c:pt idx="1891">
                  <c:v>2012.0820000000001</c:v>
                </c:pt>
                <c:pt idx="1892">
                  <c:v>2012.5640000000001</c:v>
                </c:pt>
                <c:pt idx="1893">
                  <c:v>2013.047</c:v>
                </c:pt>
                <c:pt idx="1894">
                  <c:v>2013.529</c:v>
                </c:pt>
                <c:pt idx="1895">
                  <c:v>2014.011</c:v>
                </c:pt>
                <c:pt idx="1896">
                  <c:v>2014.4929999999999</c:v>
                </c:pt>
                <c:pt idx="1897">
                  <c:v>2014.9749999999999</c:v>
                </c:pt>
                <c:pt idx="1898">
                  <c:v>2015.4570000000001</c:v>
                </c:pt>
                <c:pt idx="1899">
                  <c:v>2015.9390000000001</c:v>
                </c:pt>
                <c:pt idx="1900">
                  <c:v>2016.421</c:v>
                </c:pt>
                <c:pt idx="1901">
                  <c:v>2016.903</c:v>
                </c:pt>
                <c:pt idx="1902">
                  <c:v>2017.386</c:v>
                </c:pt>
                <c:pt idx="1903">
                  <c:v>2017.8679999999999</c:v>
                </c:pt>
                <c:pt idx="1904">
                  <c:v>2018.35</c:v>
                </c:pt>
                <c:pt idx="1905">
                  <c:v>2018.8320000000001</c:v>
                </c:pt>
                <c:pt idx="1906">
                  <c:v>2019.3140000000001</c:v>
                </c:pt>
                <c:pt idx="1907">
                  <c:v>2019.796</c:v>
                </c:pt>
                <c:pt idx="1908">
                  <c:v>2020.278</c:v>
                </c:pt>
                <c:pt idx="1909">
                  <c:v>2020.76</c:v>
                </c:pt>
                <c:pt idx="1910">
                  <c:v>2021.2429999999999</c:v>
                </c:pt>
                <c:pt idx="1911">
                  <c:v>2021.7249999999999</c:v>
                </c:pt>
                <c:pt idx="1912">
                  <c:v>2022.2070000000001</c:v>
                </c:pt>
                <c:pt idx="1913">
                  <c:v>2022.6890000000001</c:v>
                </c:pt>
                <c:pt idx="1914">
                  <c:v>2023.171</c:v>
                </c:pt>
                <c:pt idx="1915">
                  <c:v>2023.653</c:v>
                </c:pt>
                <c:pt idx="1916">
                  <c:v>2024.135</c:v>
                </c:pt>
                <c:pt idx="1917">
                  <c:v>2024.617</c:v>
                </c:pt>
                <c:pt idx="1918">
                  <c:v>2025.0989999999999</c:v>
                </c:pt>
                <c:pt idx="1919">
                  <c:v>2025.5820000000001</c:v>
                </c:pt>
                <c:pt idx="1920">
                  <c:v>2026.0640000000001</c:v>
                </c:pt>
                <c:pt idx="1921">
                  <c:v>2026.546</c:v>
                </c:pt>
                <c:pt idx="1922">
                  <c:v>2027.028</c:v>
                </c:pt>
                <c:pt idx="1923">
                  <c:v>2027.51</c:v>
                </c:pt>
                <c:pt idx="1924">
                  <c:v>2027.992</c:v>
                </c:pt>
                <c:pt idx="1925">
                  <c:v>2028.4739999999999</c:v>
                </c:pt>
                <c:pt idx="1926">
                  <c:v>2028.9559999999999</c:v>
                </c:pt>
                <c:pt idx="1927">
                  <c:v>2029.4380000000001</c:v>
                </c:pt>
                <c:pt idx="1928">
                  <c:v>2029.921</c:v>
                </c:pt>
                <c:pt idx="1929">
                  <c:v>2030.403</c:v>
                </c:pt>
                <c:pt idx="1930">
                  <c:v>2030.885</c:v>
                </c:pt>
                <c:pt idx="1931">
                  <c:v>2031.367</c:v>
                </c:pt>
                <c:pt idx="1932">
                  <c:v>2031.8489999999999</c:v>
                </c:pt>
                <c:pt idx="1933">
                  <c:v>2032.3309999999999</c:v>
                </c:pt>
                <c:pt idx="1934">
                  <c:v>2032.8130000000001</c:v>
                </c:pt>
                <c:pt idx="1935">
                  <c:v>2033.2950000000001</c:v>
                </c:pt>
                <c:pt idx="1936">
                  <c:v>2033.778</c:v>
                </c:pt>
                <c:pt idx="1937">
                  <c:v>2034.26</c:v>
                </c:pt>
                <c:pt idx="1938">
                  <c:v>2034.742</c:v>
                </c:pt>
                <c:pt idx="1939">
                  <c:v>2035.2239999999999</c:v>
                </c:pt>
                <c:pt idx="1940">
                  <c:v>2035.7059999999999</c:v>
                </c:pt>
                <c:pt idx="1941">
                  <c:v>2036.1880000000001</c:v>
                </c:pt>
                <c:pt idx="1942">
                  <c:v>2036.67</c:v>
                </c:pt>
                <c:pt idx="1943">
                  <c:v>2037.152</c:v>
                </c:pt>
                <c:pt idx="1944">
                  <c:v>2037.635</c:v>
                </c:pt>
                <c:pt idx="1945">
                  <c:v>2038.117</c:v>
                </c:pt>
                <c:pt idx="1946">
                  <c:v>2038.5989999999999</c:v>
                </c:pt>
                <c:pt idx="1947">
                  <c:v>2039.0809999999999</c:v>
                </c:pt>
                <c:pt idx="1948">
                  <c:v>2039.5630000000001</c:v>
                </c:pt>
                <c:pt idx="1949">
                  <c:v>2040.0450000000001</c:v>
                </c:pt>
                <c:pt idx="1950">
                  <c:v>2040.527</c:v>
                </c:pt>
                <c:pt idx="1951">
                  <c:v>2041.009</c:v>
                </c:pt>
                <c:pt idx="1952">
                  <c:v>2041.491</c:v>
                </c:pt>
                <c:pt idx="1953">
                  <c:v>2041.9739999999999</c:v>
                </c:pt>
                <c:pt idx="1954">
                  <c:v>2042.4559999999999</c:v>
                </c:pt>
                <c:pt idx="1955">
                  <c:v>2042.9380000000001</c:v>
                </c:pt>
                <c:pt idx="1956">
                  <c:v>2043.42</c:v>
                </c:pt>
                <c:pt idx="1957">
                  <c:v>2043.902</c:v>
                </c:pt>
                <c:pt idx="1958">
                  <c:v>2044.384</c:v>
                </c:pt>
                <c:pt idx="1959">
                  <c:v>2044.866</c:v>
                </c:pt>
                <c:pt idx="1960">
                  <c:v>2045.348</c:v>
                </c:pt>
                <c:pt idx="1961">
                  <c:v>2045.83</c:v>
                </c:pt>
                <c:pt idx="1962">
                  <c:v>2046.3130000000001</c:v>
                </c:pt>
                <c:pt idx="1963">
                  <c:v>2046.7950000000001</c:v>
                </c:pt>
                <c:pt idx="1964">
                  <c:v>2047.277</c:v>
                </c:pt>
                <c:pt idx="1965">
                  <c:v>2047.759</c:v>
                </c:pt>
                <c:pt idx="1966">
                  <c:v>2048.241</c:v>
                </c:pt>
                <c:pt idx="1967">
                  <c:v>2048.723</c:v>
                </c:pt>
                <c:pt idx="1968">
                  <c:v>2049.2049999999999</c:v>
                </c:pt>
                <c:pt idx="1969">
                  <c:v>2049.6880000000001</c:v>
                </c:pt>
                <c:pt idx="1970">
                  <c:v>2050.1689999999999</c:v>
                </c:pt>
                <c:pt idx="1971">
                  <c:v>2050.652</c:v>
                </c:pt>
                <c:pt idx="1972">
                  <c:v>2051.134</c:v>
                </c:pt>
                <c:pt idx="1973">
                  <c:v>2051.616</c:v>
                </c:pt>
                <c:pt idx="1974">
                  <c:v>2052.098</c:v>
                </c:pt>
                <c:pt idx="1975">
                  <c:v>2052.58</c:v>
                </c:pt>
                <c:pt idx="1976">
                  <c:v>2053.0619999999999</c:v>
                </c:pt>
                <c:pt idx="1977">
                  <c:v>2053.5439999999999</c:v>
                </c:pt>
                <c:pt idx="1978">
                  <c:v>2054.0259999999998</c:v>
                </c:pt>
                <c:pt idx="1979">
                  <c:v>2054.509</c:v>
                </c:pt>
                <c:pt idx="1980">
                  <c:v>2054.991</c:v>
                </c:pt>
                <c:pt idx="1981">
                  <c:v>2055.473</c:v>
                </c:pt>
                <c:pt idx="1982">
                  <c:v>2055.9549999999999</c:v>
                </c:pt>
                <c:pt idx="1983">
                  <c:v>2056.4369999999999</c:v>
                </c:pt>
                <c:pt idx="1984">
                  <c:v>2056.9189999999999</c:v>
                </c:pt>
                <c:pt idx="1985">
                  <c:v>2057.4009999999998</c:v>
                </c:pt>
                <c:pt idx="1986">
                  <c:v>2057.8829999999998</c:v>
                </c:pt>
                <c:pt idx="1987">
                  <c:v>2058.3649999999998</c:v>
                </c:pt>
                <c:pt idx="1988">
                  <c:v>2058.848</c:v>
                </c:pt>
                <c:pt idx="1989">
                  <c:v>2059.33</c:v>
                </c:pt>
                <c:pt idx="1990">
                  <c:v>2059.8119999999999</c:v>
                </c:pt>
                <c:pt idx="1991">
                  <c:v>2060.2939999999999</c:v>
                </c:pt>
                <c:pt idx="1992">
                  <c:v>2060.7759999999998</c:v>
                </c:pt>
                <c:pt idx="1993">
                  <c:v>2061.2579999999998</c:v>
                </c:pt>
                <c:pt idx="1994">
                  <c:v>2061.7399999999998</c:v>
                </c:pt>
                <c:pt idx="1995">
                  <c:v>2062.2220000000002</c:v>
                </c:pt>
                <c:pt idx="1996">
                  <c:v>2062.7049999999999</c:v>
                </c:pt>
                <c:pt idx="1997">
                  <c:v>2063.1869999999999</c:v>
                </c:pt>
                <c:pt idx="1998">
                  <c:v>2063.6689999999999</c:v>
                </c:pt>
                <c:pt idx="1999">
                  <c:v>2064.1509999999998</c:v>
                </c:pt>
                <c:pt idx="2000">
                  <c:v>2064.6329999999998</c:v>
                </c:pt>
                <c:pt idx="2001">
                  <c:v>2065.1149999999998</c:v>
                </c:pt>
                <c:pt idx="2002">
                  <c:v>2065.5970000000002</c:v>
                </c:pt>
                <c:pt idx="2003">
                  <c:v>2066.0790000000002</c:v>
                </c:pt>
                <c:pt idx="2004">
                  <c:v>2066.5619999999999</c:v>
                </c:pt>
                <c:pt idx="2005">
                  <c:v>2067.0439999999999</c:v>
                </c:pt>
                <c:pt idx="2006">
                  <c:v>2067.5259999999998</c:v>
                </c:pt>
                <c:pt idx="2007">
                  <c:v>2068.0079999999998</c:v>
                </c:pt>
                <c:pt idx="2008">
                  <c:v>2068.4899999999998</c:v>
                </c:pt>
                <c:pt idx="2009">
                  <c:v>2068.9720000000002</c:v>
                </c:pt>
                <c:pt idx="2010">
                  <c:v>2069.4540000000002</c:v>
                </c:pt>
                <c:pt idx="2011">
                  <c:v>2069.9360000000001</c:v>
                </c:pt>
                <c:pt idx="2012">
                  <c:v>2070.4180000000001</c:v>
                </c:pt>
                <c:pt idx="2013">
                  <c:v>2070.9009999999998</c:v>
                </c:pt>
                <c:pt idx="2014">
                  <c:v>2071.3829999999998</c:v>
                </c:pt>
                <c:pt idx="2015">
                  <c:v>2071.8649999999998</c:v>
                </c:pt>
                <c:pt idx="2016">
                  <c:v>2072.3470000000002</c:v>
                </c:pt>
                <c:pt idx="2017">
                  <c:v>2072.8290000000002</c:v>
                </c:pt>
                <c:pt idx="2018">
                  <c:v>2073.3110000000001</c:v>
                </c:pt>
                <c:pt idx="2019">
                  <c:v>2073.7930000000001</c:v>
                </c:pt>
                <c:pt idx="2020">
                  <c:v>2074.2750000000001</c:v>
                </c:pt>
                <c:pt idx="2021">
                  <c:v>2074.7579999999998</c:v>
                </c:pt>
                <c:pt idx="2022">
                  <c:v>2075.2399999999998</c:v>
                </c:pt>
                <c:pt idx="2023">
                  <c:v>2075.7220000000002</c:v>
                </c:pt>
                <c:pt idx="2024">
                  <c:v>2076.2040000000002</c:v>
                </c:pt>
                <c:pt idx="2025">
                  <c:v>2076.6860000000001</c:v>
                </c:pt>
                <c:pt idx="2026">
                  <c:v>2077.1680000000001</c:v>
                </c:pt>
                <c:pt idx="2027">
                  <c:v>2077.65</c:v>
                </c:pt>
                <c:pt idx="2028">
                  <c:v>2078.1320000000001</c:v>
                </c:pt>
                <c:pt idx="2029">
                  <c:v>2078.6149999999998</c:v>
                </c:pt>
                <c:pt idx="2030">
                  <c:v>2079.096</c:v>
                </c:pt>
                <c:pt idx="2031">
                  <c:v>2079.5790000000002</c:v>
                </c:pt>
                <c:pt idx="2032">
                  <c:v>2080.0610000000001</c:v>
                </c:pt>
                <c:pt idx="2033">
                  <c:v>2080.5430000000001</c:v>
                </c:pt>
                <c:pt idx="2034">
                  <c:v>2081.0250000000001</c:v>
                </c:pt>
                <c:pt idx="2035">
                  <c:v>2081.5070000000001</c:v>
                </c:pt>
                <c:pt idx="2036">
                  <c:v>2081.989</c:v>
                </c:pt>
                <c:pt idx="2037">
                  <c:v>2082.471</c:v>
                </c:pt>
                <c:pt idx="2038">
                  <c:v>2082.953</c:v>
                </c:pt>
                <c:pt idx="2039">
                  <c:v>2083.4360000000001</c:v>
                </c:pt>
                <c:pt idx="2040">
                  <c:v>2083.9180000000001</c:v>
                </c:pt>
                <c:pt idx="2041">
                  <c:v>2084.4</c:v>
                </c:pt>
                <c:pt idx="2042">
                  <c:v>2084.8820000000001</c:v>
                </c:pt>
                <c:pt idx="2043">
                  <c:v>2085.364</c:v>
                </c:pt>
                <c:pt idx="2044">
                  <c:v>2085.846</c:v>
                </c:pt>
                <c:pt idx="2045">
                  <c:v>2086.328</c:v>
                </c:pt>
                <c:pt idx="2046">
                  <c:v>2086.81</c:v>
                </c:pt>
                <c:pt idx="2047">
                  <c:v>2087.2919999999999</c:v>
                </c:pt>
                <c:pt idx="2048">
                  <c:v>2087.7750000000001</c:v>
                </c:pt>
                <c:pt idx="2049">
                  <c:v>2088.2570000000001</c:v>
                </c:pt>
                <c:pt idx="2050">
                  <c:v>2088.739</c:v>
                </c:pt>
                <c:pt idx="2051">
                  <c:v>2089.221</c:v>
                </c:pt>
                <c:pt idx="2052">
                  <c:v>2089.703</c:v>
                </c:pt>
                <c:pt idx="2053">
                  <c:v>2090.1849999999999</c:v>
                </c:pt>
                <c:pt idx="2054">
                  <c:v>2090.6669999999999</c:v>
                </c:pt>
                <c:pt idx="2055">
                  <c:v>2091.1489999999999</c:v>
                </c:pt>
                <c:pt idx="2056">
                  <c:v>2091.6320000000001</c:v>
                </c:pt>
                <c:pt idx="2057">
                  <c:v>2092.114</c:v>
                </c:pt>
                <c:pt idx="2058">
                  <c:v>2092.596</c:v>
                </c:pt>
                <c:pt idx="2059">
                  <c:v>2093.078</c:v>
                </c:pt>
                <c:pt idx="2060">
                  <c:v>2093.56</c:v>
                </c:pt>
                <c:pt idx="2061">
                  <c:v>2094.0419999999999</c:v>
                </c:pt>
                <c:pt idx="2062">
                  <c:v>2094.5239999999999</c:v>
                </c:pt>
                <c:pt idx="2063">
                  <c:v>2095.0059999999999</c:v>
                </c:pt>
                <c:pt idx="2064">
                  <c:v>2095.489</c:v>
                </c:pt>
                <c:pt idx="2065">
                  <c:v>2095.971</c:v>
                </c:pt>
                <c:pt idx="2066">
                  <c:v>2096.453</c:v>
                </c:pt>
                <c:pt idx="2067">
                  <c:v>2096.9349999999999</c:v>
                </c:pt>
                <c:pt idx="2068">
                  <c:v>2097.4169999999999</c:v>
                </c:pt>
                <c:pt idx="2069">
                  <c:v>2097.8989999999999</c:v>
                </c:pt>
                <c:pt idx="2070">
                  <c:v>2098.3809999999999</c:v>
                </c:pt>
                <c:pt idx="2071">
                  <c:v>2098.8629999999998</c:v>
                </c:pt>
                <c:pt idx="2072">
                  <c:v>2099.3449999999998</c:v>
                </c:pt>
                <c:pt idx="2073">
                  <c:v>2099.828</c:v>
                </c:pt>
                <c:pt idx="2074">
                  <c:v>2100.31</c:v>
                </c:pt>
                <c:pt idx="2075">
                  <c:v>2100.7919999999999</c:v>
                </c:pt>
                <c:pt idx="2076">
                  <c:v>2101.2739999999999</c:v>
                </c:pt>
                <c:pt idx="2077">
                  <c:v>2101.7559999999999</c:v>
                </c:pt>
                <c:pt idx="2078">
                  <c:v>2102.2379999999998</c:v>
                </c:pt>
                <c:pt idx="2079">
                  <c:v>2102.7199999999998</c:v>
                </c:pt>
                <c:pt idx="2080">
                  <c:v>2103.2020000000002</c:v>
                </c:pt>
                <c:pt idx="2081">
                  <c:v>2103.6849999999999</c:v>
                </c:pt>
                <c:pt idx="2082">
                  <c:v>2104.1669999999999</c:v>
                </c:pt>
                <c:pt idx="2083">
                  <c:v>2104.6489999999999</c:v>
                </c:pt>
                <c:pt idx="2084">
                  <c:v>2105.1309999999999</c:v>
                </c:pt>
                <c:pt idx="2085">
                  <c:v>2105.6129999999998</c:v>
                </c:pt>
                <c:pt idx="2086">
                  <c:v>2106.0949999999998</c:v>
                </c:pt>
                <c:pt idx="2087">
                  <c:v>2106.5770000000002</c:v>
                </c:pt>
                <c:pt idx="2088">
                  <c:v>2107.0590000000002</c:v>
                </c:pt>
                <c:pt idx="2089">
                  <c:v>2107.5419999999999</c:v>
                </c:pt>
                <c:pt idx="2090">
                  <c:v>2108.0239999999999</c:v>
                </c:pt>
                <c:pt idx="2091">
                  <c:v>2108.5059999999999</c:v>
                </c:pt>
                <c:pt idx="2092">
                  <c:v>2108.9879999999998</c:v>
                </c:pt>
                <c:pt idx="2093">
                  <c:v>2109.4699999999998</c:v>
                </c:pt>
                <c:pt idx="2094">
                  <c:v>2109.9520000000002</c:v>
                </c:pt>
                <c:pt idx="2095">
                  <c:v>2110.4340000000002</c:v>
                </c:pt>
                <c:pt idx="2096">
                  <c:v>2110.9160000000002</c:v>
                </c:pt>
                <c:pt idx="2097">
                  <c:v>2111.3980000000001</c:v>
                </c:pt>
                <c:pt idx="2098">
                  <c:v>2111.8809999999999</c:v>
                </c:pt>
                <c:pt idx="2099">
                  <c:v>2112.3629999999998</c:v>
                </c:pt>
                <c:pt idx="2100">
                  <c:v>2112.8449999999998</c:v>
                </c:pt>
                <c:pt idx="2101">
                  <c:v>2113.3270000000002</c:v>
                </c:pt>
                <c:pt idx="2102">
                  <c:v>2113.8090000000002</c:v>
                </c:pt>
                <c:pt idx="2103">
                  <c:v>2114.2910000000002</c:v>
                </c:pt>
                <c:pt idx="2104">
                  <c:v>2114.7730000000001</c:v>
                </c:pt>
                <c:pt idx="2105">
                  <c:v>2115.2550000000001</c:v>
                </c:pt>
                <c:pt idx="2106">
                  <c:v>2115.7379999999998</c:v>
                </c:pt>
                <c:pt idx="2107">
                  <c:v>2116.2190000000001</c:v>
                </c:pt>
                <c:pt idx="2108">
                  <c:v>2116.7020000000002</c:v>
                </c:pt>
                <c:pt idx="2109">
                  <c:v>2117.1840000000002</c:v>
                </c:pt>
                <c:pt idx="2110">
                  <c:v>2117.6660000000002</c:v>
                </c:pt>
                <c:pt idx="2111">
                  <c:v>2118.1480000000001</c:v>
                </c:pt>
                <c:pt idx="2112">
                  <c:v>2118.63</c:v>
                </c:pt>
                <c:pt idx="2113">
                  <c:v>2119.1120000000001</c:v>
                </c:pt>
                <c:pt idx="2114">
                  <c:v>2119.5940000000001</c:v>
                </c:pt>
                <c:pt idx="2115">
                  <c:v>2120.076</c:v>
                </c:pt>
                <c:pt idx="2116">
                  <c:v>2120.5590000000002</c:v>
                </c:pt>
                <c:pt idx="2117">
                  <c:v>2121.0410000000002</c:v>
                </c:pt>
                <c:pt idx="2118">
                  <c:v>2121.5230000000001</c:v>
                </c:pt>
                <c:pt idx="2119">
                  <c:v>2122.0050000000001</c:v>
                </c:pt>
                <c:pt idx="2120">
                  <c:v>2122.4870000000001</c:v>
                </c:pt>
                <c:pt idx="2121">
                  <c:v>2122.9690000000001</c:v>
                </c:pt>
                <c:pt idx="2122">
                  <c:v>2123.451</c:v>
                </c:pt>
                <c:pt idx="2123">
                  <c:v>2123.933</c:v>
                </c:pt>
                <c:pt idx="2124">
                  <c:v>2124.4160000000002</c:v>
                </c:pt>
                <c:pt idx="2125">
                  <c:v>2124.8980000000001</c:v>
                </c:pt>
                <c:pt idx="2126">
                  <c:v>2125.38</c:v>
                </c:pt>
                <c:pt idx="2127">
                  <c:v>2125.8620000000001</c:v>
                </c:pt>
                <c:pt idx="2128">
                  <c:v>2126.3440000000001</c:v>
                </c:pt>
                <c:pt idx="2129">
                  <c:v>2126.826</c:v>
                </c:pt>
                <c:pt idx="2130">
                  <c:v>2127.308</c:v>
                </c:pt>
                <c:pt idx="2131">
                  <c:v>2127.79</c:v>
                </c:pt>
                <c:pt idx="2132">
                  <c:v>2128.2719999999999</c:v>
                </c:pt>
                <c:pt idx="2133">
                  <c:v>2128.7550000000001</c:v>
                </c:pt>
                <c:pt idx="2134">
                  <c:v>2129.2370000000001</c:v>
                </c:pt>
                <c:pt idx="2135">
                  <c:v>2129.7190000000001</c:v>
                </c:pt>
                <c:pt idx="2136">
                  <c:v>2130.201</c:v>
                </c:pt>
                <c:pt idx="2137">
                  <c:v>2130.683</c:v>
                </c:pt>
                <c:pt idx="2138">
                  <c:v>2131.165</c:v>
                </c:pt>
                <c:pt idx="2139">
                  <c:v>2131.6469999999999</c:v>
                </c:pt>
                <c:pt idx="2140">
                  <c:v>2132.1289999999999</c:v>
                </c:pt>
                <c:pt idx="2141">
                  <c:v>2132.6120000000001</c:v>
                </c:pt>
                <c:pt idx="2142">
                  <c:v>2133.0940000000001</c:v>
                </c:pt>
                <c:pt idx="2143">
                  <c:v>2133.576</c:v>
                </c:pt>
                <c:pt idx="2144">
                  <c:v>2134.058</c:v>
                </c:pt>
                <c:pt idx="2145">
                  <c:v>2134.54</c:v>
                </c:pt>
                <c:pt idx="2146">
                  <c:v>2135.0219999999999</c:v>
                </c:pt>
                <c:pt idx="2147">
                  <c:v>2135.5039999999999</c:v>
                </c:pt>
                <c:pt idx="2148">
                  <c:v>2135.9859999999999</c:v>
                </c:pt>
                <c:pt idx="2149">
                  <c:v>2136.4690000000001</c:v>
                </c:pt>
                <c:pt idx="2150">
                  <c:v>2136.951</c:v>
                </c:pt>
                <c:pt idx="2151">
                  <c:v>2137.433</c:v>
                </c:pt>
                <c:pt idx="2152">
                  <c:v>2137.915</c:v>
                </c:pt>
                <c:pt idx="2153">
                  <c:v>2138.3969999999999</c:v>
                </c:pt>
                <c:pt idx="2154">
                  <c:v>2138.8789999999999</c:v>
                </c:pt>
                <c:pt idx="2155">
                  <c:v>2139.3609999999999</c:v>
                </c:pt>
                <c:pt idx="2156">
                  <c:v>2139.8429999999998</c:v>
                </c:pt>
                <c:pt idx="2157">
                  <c:v>2140.3249999999998</c:v>
                </c:pt>
                <c:pt idx="2158">
                  <c:v>2140.808</c:v>
                </c:pt>
                <c:pt idx="2159">
                  <c:v>2141.29</c:v>
                </c:pt>
                <c:pt idx="2160">
                  <c:v>2141.7719999999999</c:v>
                </c:pt>
                <c:pt idx="2161">
                  <c:v>2142.2539999999999</c:v>
                </c:pt>
                <c:pt idx="2162">
                  <c:v>2142.7359999999999</c:v>
                </c:pt>
                <c:pt idx="2163">
                  <c:v>2143.2179999999998</c:v>
                </c:pt>
                <c:pt idx="2164">
                  <c:v>2143.6999999999998</c:v>
                </c:pt>
                <c:pt idx="2165">
                  <c:v>2144.1819999999998</c:v>
                </c:pt>
                <c:pt idx="2166">
                  <c:v>2144.665</c:v>
                </c:pt>
                <c:pt idx="2167">
                  <c:v>2145.1460000000002</c:v>
                </c:pt>
                <c:pt idx="2168">
                  <c:v>2145.6289999999999</c:v>
                </c:pt>
                <c:pt idx="2169">
                  <c:v>2146.1109999999999</c:v>
                </c:pt>
                <c:pt idx="2170">
                  <c:v>2146.5929999999998</c:v>
                </c:pt>
                <c:pt idx="2171">
                  <c:v>2147.0749999999998</c:v>
                </c:pt>
                <c:pt idx="2172">
                  <c:v>2147.5569999999998</c:v>
                </c:pt>
                <c:pt idx="2173">
                  <c:v>2148.0390000000002</c:v>
                </c:pt>
                <c:pt idx="2174">
                  <c:v>2148.5210000000002</c:v>
                </c:pt>
                <c:pt idx="2175">
                  <c:v>2149.0030000000002</c:v>
                </c:pt>
                <c:pt idx="2176">
                  <c:v>2149.4859999999999</c:v>
                </c:pt>
                <c:pt idx="2177">
                  <c:v>2149.9679999999998</c:v>
                </c:pt>
                <c:pt idx="2178">
                  <c:v>2150.4499999999998</c:v>
                </c:pt>
                <c:pt idx="2179">
                  <c:v>2150.9319999999998</c:v>
                </c:pt>
                <c:pt idx="2180">
                  <c:v>2151.4140000000002</c:v>
                </c:pt>
                <c:pt idx="2181">
                  <c:v>2151.8960000000002</c:v>
                </c:pt>
                <c:pt idx="2182">
                  <c:v>2152.3780000000002</c:v>
                </c:pt>
                <c:pt idx="2183">
                  <c:v>2152.86</c:v>
                </c:pt>
                <c:pt idx="2184">
                  <c:v>2153.3429999999998</c:v>
                </c:pt>
                <c:pt idx="2185">
                  <c:v>2153.8249999999998</c:v>
                </c:pt>
                <c:pt idx="2186">
                  <c:v>2154.3069999999998</c:v>
                </c:pt>
                <c:pt idx="2187">
                  <c:v>2154.7890000000002</c:v>
                </c:pt>
                <c:pt idx="2188">
                  <c:v>2155.2710000000002</c:v>
                </c:pt>
                <c:pt idx="2189">
                  <c:v>2155.7530000000002</c:v>
                </c:pt>
                <c:pt idx="2190">
                  <c:v>2156.2350000000001</c:v>
                </c:pt>
                <c:pt idx="2191">
                  <c:v>2156.7170000000001</c:v>
                </c:pt>
                <c:pt idx="2192">
                  <c:v>2157.1990000000001</c:v>
                </c:pt>
                <c:pt idx="2193">
                  <c:v>2157.6819999999998</c:v>
                </c:pt>
                <c:pt idx="2194">
                  <c:v>2158.1640000000002</c:v>
                </c:pt>
                <c:pt idx="2195">
                  <c:v>2158.6460000000002</c:v>
                </c:pt>
                <c:pt idx="2196">
                  <c:v>2159.1280000000002</c:v>
                </c:pt>
                <c:pt idx="2197">
                  <c:v>2159.61</c:v>
                </c:pt>
                <c:pt idx="2198">
                  <c:v>2160.0920000000001</c:v>
                </c:pt>
                <c:pt idx="2199">
                  <c:v>2160.5740000000001</c:v>
                </c:pt>
                <c:pt idx="2200">
                  <c:v>2161.056</c:v>
                </c:pt>
                <c:pt idx="2201">
                  <c:v>2161.5390000000002</c:v>
                </c:pt>
                <c:pt idx="2202">
                  <c:v>2162.0210000000002</c:v>
                </c:pt>
                <c:pt idx="2203">
                  <c:v>2162.5030000000002</c:v>
                </c:pt>
                <c:pt idx="2204">
                  <c:v>2162.9850000000001</c:v>
                </c:pt>
                <c:pt idx="2205">
                  <c:v>2163.4670000000001</c:v>
                </c:pt>
                <c:pt idx="2206">
                  <c:v>2163.9490000000001</c:v>
                </c:pt>
                <c:pt idx="2207">
                  <c:v>2164.431</c:v>
                </c:pt>
                <c:pt idx="2208">
                  <c:v>2164.913</c:v>
                </c:pt>
                <c:pt idx="2209">
                  <c:v>2165.3960000000002</c:v>
                </c:pt>
                <c:pt idx="2210">
                  <c:v>2165.8780000000002</c:v>
                </c:pt>
                <c:pt idx="2211">
                  <c:v>2166.36</c:v>
                </c:pt>
                <c:pt idx="2212">
                  <c:v>2166.8420000000001</c:v>
                </c:pt>
                <c:pt idx="2213">
                  <c:v>2167.3240000000001</c:v>
                </c:pt>
                <c:pt idx="2214">
                  <c:v>2167.806</c:v>
                </c:pt>
                <c:pt idx="2215">
                  <c:v>2168.288</c:v>
                </c:pt>
                <c:pt idx="2216">
                  <c:v>2168.77</c:v>
                </c:pt>
                <c:pt idx="2217">
                  <c:v>2169.252</c:v>
                </c:pt>
                <c:pt idx="2218">
                  <c:v>2169.7350000000001</c:v>
                </c:pt>
                <c:pt idx="2219">
                  <c:v>2170.2170000000001</c:v>
                </c:pt>
                <c:pt idx="2220">
                  <c:v>2170.6990000000001</c:v>
                </c:pt>
                <c:pt idx="2221">
                  <c:v>2171.181</c:v>
                </c:pt>
                <c:pt idx="2222">
                  <c:v>2171.663</c:v>
                </c:pt>
                <c:pt idx="2223">
                  <c:v>2172.145</c:v>
                </c:pt>
                <c:pt idx="2224">
                  <c:v>2172.627</c:v>
                </c:pt>
                <c:pt idx="2225">
                  <c:v>2173.1089999999999</c:v>
                </c:pt>
                <c:pt idx="2226">
                  <c:v>2173.5920000000001</c:v>
                </c:pt>
                <c:pt idx="2227">
                  <c:v>2174.0729999999999</c:v>
                </c:pt>
                <c:pt idx="2228">
                  <c:v>2174.556</c:v>
                </c:pt>
                <c:pt idx="2229">
                  <c:v>2175.038</c:v>
                </c:pt>
                <c:pt idx="2230">
                  <c:v>2175.52</c:v>
                </c:pt>
                <c:pt idx="2231">
                  <c:v>2176.002</c:v>
                </c:pt>
                <c:pt idx="2232">
                  <c:v>2176.4839999999999</c:v>
                </c:pt>
                <c:pt idx="2233">
                  <c:v>2176.9659999999999</c:v>
                </c:pt>
                <c:pt idx="2234">
                  <c:v>2177.4479999999999</c:v>
                </c:pt>
                <c:pt idx="2235">
                  <c:v>2177.9299999999998</c:v>
                </c:pt>
                <c:pt idx="2236">
                  <c:v>2178.413</c:v>
                </c:pt>
                <c:pt idx="2237">
                  <c:v>2178.895</c:v>
                </c:pt>
                <c:pt idx="2238">
                  <c:v>2179.377</c:v>
                </c:pt>
                <c:pt idx="2239">
                  <c:v>2179.8589999999999</c:v>
                </c:pt>
                <c:pt idx="2240">
                  <c:v>2180.3409999999999</c:v>
                </c:pt>
                <c:pt idx="2241">
                  <c:v>2180.8229999999999</c:v>
                </c:pt>
                <c:pt idx="2242">
                  <c:v>2181.3049999999998</c:v>
                </c:pt>
                <c:pt idx="2243">
                  <c:v>2181.7869999999998</c:v>
                </c:pt>
                <c:pt idx="2244">
                  <c:v>2182.27</c:v>
                </c:pt>
                <c:pt idx="2245">
                  <c:v>2182.752</c:v>
                </c:pt>
                <c:pt idx="2246">
                  <c:v>2183.2339999999999</c:v>
                </c:pt>
                <c:pt idx="2247">
                  <c:v>2183.7159999999999</c:v>
                </c:pt>
                <c:pt idx="2248">
                  <c:v>2184.1979999999999</c:v>
                </c:pt>
                <c:pt idx="2249">
                  <c:v>2184.6799999999998</c:v>
                </c:pt>
                <c:pt idx="2250">
                  <c:v>2185.1619999999998</c:v>
                </c:pt>
                <c:pt idx="2251">
                  <c:v>2185.6439999999998</c:v>
                </c:pt>
                <c:pt idx="2252">
                  <c:v>2186.1260000000002</c:v>
                </c:pt>
                <c:pt idx="2253">
                  <c:v>2186.6089999999999</c:v>
                </c:pt>
                <c:pt idx="2254">
                  <c:v>2187.0909999999999</c:v>
                </c:pt>
                <c:pt idx="2255">
                  <c:v>2187.5729999999999</c:v>
                </c:pt>
                <c:pt idx="2256">
                  <c:v>2188.0549999999998</c:v>
                </c:pt>
                <c:pt idx="2257">
                  <c:v>2188.5369999999998</c:v>
                </c:pt>
                <c:pt idx="2258">
                  <c:v>2189.0189999999998</c:v>
                </c:pt>
                <c:pt idx="2259">
                  <c:v>2189.5010000000002</c:v>
                </c:pt>
                <c:pt idx="2260">
                  <c:v>2189.9830000000002</c:v>
                </c:pt>
                <c:pt idx="2261">
                  <c:v>2190.4659999999999</c:v>
                </c:pt>
                <c:pt idx="2262">
                  <c:v>2190.9479999999999</c:v>
                </c:pt>
                <c:pt idx="2263">
                  <c:v>2191.4299999999998</c:v>
                </c:pt>
                <c:pt idx="2264">
                  <c:v>2191.9119999999998</c:v>
                </c:pt>
                <c:pt idx="2265">
                  <c:v>2192.3939999999998</c:v>
                </c:pt>
                <c:pt idx="2266">
                  <c:v>2192.8760000000002</c:v>
                </c:pt>
                <c:pt idx="2267">
                  <c:v>2193.3580000000002</c:v>
                </c:pt>
                <c:pt idx="2268">
                  <c:v>2193.84</c:v>
                </c:pt>
                <c:pt idx="2269">
                  <c:v>2194.3229999999999</c:v>
                </c:pt>
                <c:pt idx="2270">
                  <c:v>2194.8049999999998</c:v>
                </c:pt>
                <c:pt idx="2271">
                  <c:v>2195.2869999999998</c:v>
                </c:pt>
                <c:pt idx="2272">
                  <c:v>2195.7689999999998</c:v>
                </c:pt>
                <c:pt idx="2273">
                  <c:v>2196.2510000000002</c:v>
                </c:pt>
                <c:pt idx="2274">
                  <c:v>2196.7330000000002</c:v>
                </c:pt>
                <c:pt idx="2275">
                  <c:v>2197.2150000000001</c:v>
                </c:pt>
                <c:pt idx="2276">
                  <c:v>2197.6970000000001</c:v>
                </c:pt>
                <c:pt idx="2277">
                  <c:v>2198.1790000000001</c:v>
                </c:pt>
                <c:pt idx="2278">
                  <c:v>2198.6619999999998</c:v>
                </c:pt>
                <c:pt idx="2279">
                  <c:v>2199.1439999999998</c:v>
                </c:pt>
                <c:pt idx="2280">
                  <c:v>2199.6260000000002</c:v>
                </c:pt>
                <c:pt idx="2281">
                  <c:v>2200.1080000000002</c:v>
                </c:pt>
                <c:pt idx="2282">
                  <c:v>2200.59</c:v>
                </c:pt>
                <c:pt idx="2283">
                  <c:v>2201.0720000000001</c:v>
                </c:pt>
                <c:pt idx="2284">
                  <c:v>2201.5540000000001</c:v>
                </c:pt>
                <c:pt idx="2285">
                  <c:v>2202.0360000000001</c:v>
                </c:pt>
                <c:pt idx="2286">
                  <c:v>2202.5189999999998</c:v>
                </c:pt>
                <c:pt idx="2287">
                  <c:v>2203</c:v>
                </c:pt>
                <c:pt idx="2288">
                  <c:v>2203.4830000000002</c:v>
                </c:pt>
                <c:pt idx="2289">
                  <c:v>2203.9650000000001</c:v>
                </c:pt>
                <c:pt idx="2290">
                  <c:v>2204.4470000000001</c:v>
                </c:pt>
                <c:pt idx="2291">
                  <c:v>2204.9290000000001</c:v>
                </c:pt>
                <c:pt idx="2292">
                  <c:v>2205.4110000000001</c:v>
                </c:pt>
                <c:pt idx="2293">
                  <c:v>2205.893</c:v>
                </c:pt>
                <c:pt idx="2294">
                  <c:v>2206.375</c:v>
                </c:pt>
                <c:pt idx="2295">
                  <c:v>2206.857</c:v>
                </c:pt>
                <c:pt idx="2296">
                  <c:v>2207.34</c:v>
                </c:pt>
                <c:pt idx="2297">
                  <c:v>2207.8220000000001</c:v>
                </c:pt>
                <c:pt idx="2298">
                  <c:v>2208.3040000000001</c:v>
                </c:pt>
                <c:pt idx="2299">
                  <c:v>2208.7860000000001</c:v>
                </c:pt>
                <c:pt idx="2300">
                  <c:v>2209.268</c:v>
                </c:pt>
                <c:pt idx="2301">
                  <c:v>2209.75</c:v>
                </c:pt>
                <c:pt idx="2302">
                  <c:v>2210.232</c:v>
                </c:pt>
                <c:pt idx="2303">
                  <c:v>2210.7139999999999</c:v>
                </c:pt>
                <c:pt idx="2304">
                  <c:v>2211.1970000000001</c:v>
                </c:pt>
                <c:pt idx="2305">
                  <c:v>2211.6790000000001</c:v>
                </c:pt>
                <c:pt idx="2306">
                  <c:v>2212.1610000000001</c:v>
                </c:pt>
                <c:pt idx="2307">
                  <c:v>2212.643</c:v>
                </c:pt>
                <c:pt idx="2308">
                  <c:v>2213.125</c:v>
                </c:pt>
                <c:pt idx="2309">
                  <c:v>2213.607</c:v>
                </c:pt>
                <c:pt idx="2310">
                  <c:v>2214.0889999999999</c:v>
                </c:pt>
                <c:pt idx="2311">
                  <c:v>2214.5709999999999</c:v>
                </c:pt>
                <c:pt idx="2312">
                  <c:v>2215.0529999999999</c:v>
                </c:pt>
                <c:pt idx="2313">
                  <c:v>2215.5360000000001</c:v>
                </c:pt>
                <c:pt idx="2314">
                  <c:v>2216.018</c:v>
                </c:pt>
                <c:pt idx="2315">
                  <c:v>2216.5</c:v>
                </c:pt>
                <c:pt idx="2316">
                  <c:v>2216.982</c:v>
                </c:pt>
                <c:pt idx="2317">
                  <c:v>2217.4639999999999</c:v>
                </c:pt>
                <c:pt idx="2318">
                  <c:v>2217.9459999999999</c:v>
                </c:pt>
                <c:pt idx="2319">
                  <c:v>2218.4279999999999</c:v>
                </c:pt>
                <c:pt idx="2320">
                  <c:v>2218.91</c:v>
                </c:pt>
                <c:pt idx="2321">
                  <c:v>2219.393</c:v>
                </c:pt>
                <c:pt idx="2322">
                  <c:v>2219.875</c:v>
                </c:pt>
                <c:pt idx="2323">
                  <c:v>2220.357</c:v>
                </c:pt>
                <c:pt idx="2324">
                  <c:v>2220.8389999999999</c:v>
                </c:pt>
                <c:pt idx="2325">
                  <c:v>2221.3209999999999</c:v>
                </c:pt>
                <c:pt idx="2326">
                  <c:v>2221.8029999999999</c:v>
                </c:pt>
                <c:pt idx="2327">
                  <c:v>2222.2849999999999</c:v>
                </c:pt>
                <c:pt idx="2328">
                  <c:v>2222.7669999999998</c:v>
                </c:pt>
                <c:pt idx="2329">
                  <c:v>2223.25</c:v>
                </c:pt>
                <c:pt idx="2330">
                  <c:v>2223.732</c:v>
                </c:pt>
                <c:pt idx="2331">
                  <c:v>2224.2139999999999</c:v>
                </c:pt>
                <c:pt idx="2332">
                  <c:v>2224.6959999999999</c:v>
                </c:pt>
                <c:pt idx="2333">
                  <c:v>2225.1779999999999</c:v>
                </c:pt>
                <c:pt idx="2334">
                  <c:v>2225.66</c:v>
                </c:pt>
                <c:pt idx="2335">
                  <c:v>2226.1419999999998</c:v>
                </c:pt>
                <c:pt idx="2336">
                  <c:v>2226.6239999999998</c:v>
                </c:pt>
                <c:pt idx="2337">
                  <c:v>2227.1060000000002</c:v>
                </c:pt>
                <c:pt idx="2338">
                  <c:v>2227.5889999999999</c:v>
                </c:pt>
                <c:pt idx="2339">
                  <c:v>2228.0709999999999</c:v>
                </c:pt>
                <c:pt idx="2340">
                  <c:v>2228.5529999999999</c:v>
                </c:pt>
                <c:pt idx="2341">
                  <c:v>2229.0349999999999</c:v>
                </c:pt>
                <c:pt idx="2342">
                  <c:v>2229.5169999999998</c:v>
                </c:pt>
                <c:pt idx="2343">
                  <c:v>2229.9989999999998</c:v>
                </c:pt>
                <c:pt idx="2344">
                  <c:v>2230.4810000000002</c:v>
                </c:pt>
                <c:pt idx="2345">
                  <c:v>2230.9630000000002</c:v>
                </c:pt>
                <c:pt idx="2346">
                  <c:v>2231.4459999999999</c:v>
                </c:pt>
                <c:pt idx="2347">
                  <c:v>2231.9270000000001</c:v>
                </c:pt>
                <c:pt idx="2348">
                  <c:v>2232.41</c:v>
                </c:pt>
                <c:pt idx="2349">
                  <c:v>2232.8919999999998</c:v>
                </c:pt>
                <c:pt idx="2350">
                  <c:v>2233.3739999999998</c:v>
                </c:pt>
                <c:pt idx="2351">
                  <c:v>2233.8560000000002</c:v>
                </c:pt>
                <c:pt idx="2352">
                  <c:v>2234.3380000000002</c:v>
                </c:pt>
                <c:pt idx="2353">
                  <c:v>2234.8200000000002</c:v>
                </c:pt>
                <c:pt idx="2354">
                  <c:v>2235.3020000000001</c:v>
                </c:pt>
                <c:pt idx="2355">
                  <c:v>2235.7840000000001</c:v>
                </c:pt>
                <c:pt idx="2356">
                  <c:v>2236.2669999999998</c:v>
                </c:pt>
                <c:pt idx="2357">
                  <c:v>2236.7489999999998</c:v>
                </c:pt>
                <c:pt idx="2358">
                  <c:v>2237.2310000000002</c:v>
                </c:pt>
                <c:pt idx="2359">
                  <c:v>2237.7130000000002</c:v>
                </c:pt>
                <c:pt idx="2360">
                  <c:v>2238.1950000000002</c:v>
                </c:pt>
                <c:pt idx="2361">
                  <c:v>2238.6770000000001</c:v>
                </c:pt>
                <c:pt idx="2362">
                  <c:v>2239.1590000000001</c:v>
                </c:pt>
                <c:pt idx="2363">
                  <c:v>2239.6410000000001</c:v>
                </c:pt>
                <c:pt idx="2364">
                  <c:v>2240.1239999999998</c:v>
                </c:pt>
                <c:pt idx="2365">
                  <c:v>2240.6060000000002</c:v>
                </c:pt>
                <c:pt idx="2366">
                  <c:v>2241.0880000000002</c:v>
                </c:pt>
                <c:pt idx="2367">
                  <c:v>2241.5700000000002</c:v>
                </c:pt>
                <c:pt idx="2368">
                  <c:v>2242.0520000000001</c:v>
                </c:pt>
                <c:pt idx="2369">
                  <c:v>2242.5340000000001</c:v>
                </c:pt>
                <c:pt idx="2370">
                  <c:v>2243.0160000000001</c:v>
                </c:pt>
                <c:pt idx="2371">
                  <c:v>2243.498</c:v>
                </c:pt>
                <c:pt idx="2372">
                  <c:v>2243.98</c:v>
                </c:pt>
                <c:pt idx="2373">
                  <c:v>2244.4630000000002</c:v>
                </c:pt>
                <c:pt idx="2374">
                  <c:v>2244.9450000000002</c:v>
                </c:pt>
                <c:pt idx="2375">
                  <c:v>2245.4270000000001</c:v>
                </c:pt>
                <c:pt idx="2376">
                  <c:v>2245.9090000000001</c:v>
                </c:pt>
                <c:pt idx="2377">
                  <c:v>2246.3910000000001</c:v>
                </c:pt>
                <c:pt idx="2378">
                  <c:v>2246.873</c:v>
                </c:pt>
                <c:pt idx="2379">
                  <c:v>2247.355</c:v>
                </c:pt>
                <c:pt idx="2380">
                  <c:v>2247.837</c:v>
                </c:pt>
                <c:pt idx="2381">
                  <c:v>2248.3200000000002</c:v>
                </c:pt>
                <c:pt idx="2382">
                  <c:v>2248.8020000000001</c:v>
                </c:pt>
                <c:pt idx="2383">
                  <c:v>2249.2840000000001</c:v>
                </c:pt>
                <c:pt idx="2384">
                  <c:v>2249.7660000000001</c:v>
                </c:pt>
                <c:pt idx="2385">
                  <c:v>2250.248</c:v>
                </c:pt>
                <c:pt idx="2386">
                  <c:v>2250.73</c:v>
                </c:pt>
                <c:pt idx="2387">
                  <c:v>2251.212</c:v>
                </c:pt>
                <c:pt idx="2388">
                  <c:v>2251.694</c:v>
                </c:pt>
                <c:pt idx="2389">
                  <c:v>2252.1770000000001</c:v>
                </c:pt>
                <c:pt idx="2390">
                  <c:v>2252.6590000000001</c:v>
                </c:pt>
                <c:pt idx="2391">
                  <c:v>2253.1410000000001</c:v>
                </c:pt>
                <c:pt idx="2392">
                  <c:v>2253.623</c:v>
                </c:pt>
                <c:pt idx="2393">
                  <c:v>2254.105</c:v>
                </c:pt>
                <c:pt idx="2394">
                  <c:v>2254.587</c:v>
                </c:pt>
                <c:pt idx="2395">
                  <c:v>2255.069</c:v>
                </c:pt>
                <c:pt idx="2396">
                  <c:v>2255.5509999999999</c:v>
                </c:pt>
                <c:pt idx="2397">
                  <c:v>2256.0329999999999</c:v>
                </c:pt>
                <c:pt idx="2398">
                  <c:v>2256.5160000000001</c:v>
                </c:pt>
                <c:pt idx="2399">
                  <c:v>2256.998</c:v>
                </c:pt>
                <c:pt idx="2400">
                  <c:v>2257.48</c:v>
                </c:pt>
                <c:pt idx="2401">
                  <c:v>2257.962</c:v>
                </c:pt>
                <c:pt idx="2402">
                  <c:v>2258.444</c:v>
                </c:pt>
                <c:pt idx="2403">
                  <c:v>2258.9259999999999</c:v>
                </c:pt>
                <c:pt idx="2404">
                  <c:v>2259.4079999999999</c:v>
                </c:pt>
                <c:pt idx="2405">
                  <c:v>2259.89</c:v>
                </c:pt>
                <c:pt idx="2406">
                  <c:v>2260.373</c:v>
                </c:pt>
                <c:pt idx="2407">
                  <c:v>2260.8539999999998</c:v>
                </c:pt>
                <c:pt idx="2408">
                  <c:v>2261.337</c:v>
                </c:pt>
                <c:pt idx="2409">
                  <c:v>2261.819</c:v>
                </c:pt>
                <c:pt idx="2410">
                  <c:v>2262.3009999999999</c:v>
                </c:pt>
                <c:pt idx="2411">
                  <c:v>2262.7829999999999</c:v>
                </c:pt>
                <c:pt idx="2412">
                  <c:v>2263.2649999999999</c:v>
                </c:pt>
                <c:pt idx="2413">
                  <c:v>2263.7469999999998</c:v>
                </c:pt>
                <c:pt idx="2414">
                  <c:v>2264.2289999999998</c:v>
                </c:pt>
                <c:pt idx="2415">
                  <c:v>2264.7109999999998</c:v>
                </c:pt>
                <c:pt idx="2416">
                  <c:v>2265.194</c:v>
                </c:pt>
                <c:pt idx="2417">
                  <c:v>2265.6759999999999</c:v>
                </c:pt>
                <c:pt idx="2418">
                  <c:v>2266.1579999999999</c:v>
                </c:pt>
                <c:pt idx="2419">
                  <c:v>2266.64</c:v>
                </c:pt>
                <c:pt idx="2420">
                  <c:v>2267.1219999999998</c:v>
                </c:pt>
                <c:pt idx="2421">
                  <c:v>2267.6039999999998</c:v>
                </c:pt>
                <c:pt idx="2422">
                  <c:v>2268.0859999999998</c:v>
                </c:pt>
                <c:pt idx="2423">
                  <c:v>2268.5680000000002</c:v>
                </c:pt>
                <c:pt idx="2424">
                  <c:v>2269.0509999999999</c:v>
                </c:pt>
                <c:pt idx="2425">
                  <c:v>2269.5329999999999</c:v>
                </c:pt>
                <c:pt idx="2426">
                  <c:v>2270.0149999999999</c:v>
                </c:pt>
                <c:pt idx="2427">
                  <c:v>2270.4969999999998</c:v>
                </c:pt>
                <c:pt idx="2428">
                  <c:v>2270.9789999999998</c:v>
                </c:pt>
                <c:pt idx="2429">
                  <c:v>2271.4609999999998</c:v>
                </c:pt>
                <c:pt idx="2430">
                  <c:v>2271.9430000000002</c:v>
                </c:pt>
                <c:pt idx="2431">
                  <c:v>2272.4250000000002</c:v>
                </c:pt>
                <c:pt idx="2432">
                  <c:v>2272.9070000000002</c:v>
                </c:pt>
                <c:pt idx="2433">
                  <c:v>2273.39</c:v>
                </c:pt>
                <c:pt idx="2434">
                  <c:v>2273.8719999999998</c:v>
                </c:pt>
                <c:pt idx="2435">
                  <c:v>2274.3539999999998</c:v>
                </c:pt>
                <c:pt idx="2436">
                  <c:v>2274.8359999999998</c:v>
                </c:pt>
                <c:pt idx="2437">
                  <c:v>2275.3180000000002</c:v>
                </c:pt>
                <c:pt idx="2438">
                  <c:v>2275.8000000000002</c:v>
                </c:pt>
                <c:pt idx="2439">
                  <c:v>2276.2820000000002</c:v>
                </c:pt>
                <c:pt idx="2440">
                  <c:v>2276.7640000000001</c:v>
                </c:pt>
                <c:pt idx="2441">
                  <c:v>2277.2469999999998</c:v>
                </c:pt>
                <c:pt idx="2442">
                  <c:v>2277.7289999999998</c:v>
                </c:pt>
                <c:pt idx="2443">
                  <c:v>2278.2109999999998</c:v>
                </c:pt>
                <c:pt idx="2444">
                  <c:v>2278.6930000000002</c:v>
                </c:pt>
                <c:pt idx="2445">
                  <c:v>2279.1750000000002</c:v>
                </c:pt>
                <c:pt idx="2446">
                  <c:v>2279.6570000000002</c:v>
                </c:pt>
                <c:pt idx="2447">
                  <c:v>2280.1390000000001</c:v>
                </c:pt>
                <c:pt idx="2448">
                  <c:v>2280.6210000000001</c:v>
                </c:pt>
                <c:pt idx="2449">
                  <c:v>2281.1039999999998</c:v>
                </c:pt>
                <c:pt idx="2450">
                  <c:v>2281.5859999999998</c:v>
                </c:pt>
                <c:pt idx="2451">
                  <c:v>2282.0680000000002</c:v>
                </c:pt>
                <c:pt idx="2452">
                  <c:v>2282.5500000000002</c:v>
                </c:pt>
                <c:pt idx="2453">
                  <c:v>2283.0320000000002</c:v>
                </c:pt>
                <c:pt idx="2454">
                  <c:v>2283.5140000000001</c:v>
                </c:pt>
                <c:pt idx="2455">
                  <c:v>2283.9960000000001</c:v>
                </c:pt>
                <c:pt idx="2456">
                  <c:v>2284.4780000000001</c:v>
                </c:pt>
                <c:pt idx="2457">
                  <c:v>2284.96</c:v>
                </c:pt>
                <c:pt idx="2458">
                  <c:v>2285.4430000000002</c:v>
                </c:pt>
                <c:pt idx="2459">
                  <c:v>2285.9250000000002</c:v>
                </c:pt>
                <c:pt idx="2460">
                  <c:v>2286.4070000000002</c:v>
                </c:pt>
                <c:pt idx="2461">
                  <c:v>2286.8890000000001</c:v>
                </c:pt>
                <c:pt idx="2462">
                  <c:v>2287.3710000000001</c:v>
                </c:pt>
                <c:pt idx="2463">
                  <c:v>2287.8530000000001</c:v>
                </c:pt>
                <c:pt idx="2464">
                  <c:v>2288.335</c:v>
                </c:pt>
                <c:pt idx="2465">
                  <c:v>2288.817</c:v>
                </c:pt>
                <c:pt idx="2466">
                  <c:v>2289.3000000000002</c:v>
                </c:pt>
                <c:pt idx="2467">
                  <c:v>2289.7809999999999</c:v>
                </c:pt>
                <c:pt idx="2468">
                  <c:v>2290.2640000000001</c:v>
                </c:pt>
                <c:pt idx="2469">
                  <c:v>2290.7460000000001</c:v>
                </c:pt>
                <c:pt idx="2470">
                  <c:v>2291.2280000000001</c:v>
                </c:pt>
                <c:pt idx="2471">
                  <c:v>2291.71</c:v>
                </c:pt>
                <c:pt idx="2472">
                  <c:v>2292.192</c:v>
                </c:pt>
                <c:pt idx="2473">
                  <c:v>2292.674</c:v>
                </c:pt>
                <c:pt idx="2474">
                  <c:v>2293.1559999999999</c:v>
                </c:pt>
                <c:pt idx="2475">
                  <c:v>2293.6379999999999</c:v>
                </c:pt>
                <c:pt idx="2476">
                  <c:v>2294.1210000000001</c:v>
                </c:pt>
                <c:pt idx="2477">
                  <c:v>2294.6030000000001</c:v>
                </c:pt>
                <c:pt idx="2478">
                  <c:v>2295.085</c:v>
                </c:pt>
                <c:pt idx="2479">
                  <c:v>2295.567</c:v>
                </c:pt>
                <c:pt idx="2480">
                  <c:v>2296.049</c:v>
                </c:pt>
                <c:pt idx="2481">
                  <c:v>2296.5309999999999</c:v>
                </c:pt>
                <c:pt idx="2482">
                  <c:v>2297.0129999999999</c:v>
                </c:pt>
                <c:pt idx="2483">
                  <c:v>2297.4949999999999</c:v>
                </c:pt>
                <c:pt idx="2484">
                  <c:v>2297.9780000000001</c:v>
                </c:pt>
                <c:pt idx="2485">
                  <c:v>2298.46</c:v>
                </c:pt>
                <c:pt idx="2486">
                  <c:v>2298.942</c:v>
                </c:pt>
                <c:pt idx="2487">
                  <c:v>2299.424</c:v>
                </c:pt>
                <c:pt idx="2488">
                  <c:v>2299.9059999999999</c:v>
                </c:pt>
                <c:pt idx="2489">
                  <c:v>2300.3879999999999</c:v>
                </c:pt>
                <c:pt idx="2490">
                  <c:v>2300.87</c:v>
                </c:pt>
                <c:pt idx="2491">
                  <c:v>2301.3519999999999</c:v>
                </c:pt>
                <c:pt idx="2492">
                  <c:v>2301.8339999999998</c:v>
                </c:pt>
                <c:pt idx="2493">
                  <c:v>2302.317</c:v>
                </c:pt>
                <c:pt idx="2494">
                  <c:v>2302.799</c:v>
                </c:pt>
                <c:pt idx="2495">
                  <c:v>2303.2809999999999</c:v>
                </c:pt>
                <c:pt idx="2496">
                  <c:v>2303.7629999999999</c:v>
                </c:pt>
                <c:pt idx="2497">
                  <c:v>2304.2449999999999</c:v>
                </c:pt>
                <c:pt idx="2498">
                  <c:v>2304.7269999999999</c:v>
                </c:pt>
                <c:pt idx="2499">
                  <c:v>2305.2089999999998</c:v>
                </c:pt>
                <c:pt idx="2500">
                  <c:v>2305.6909999999998</c:v>
                </c:pt>
                <c:pt idx="2501">
                  <c:v>2306.174</c:v>
                </c:pt>
                <c:pt idx="2502">
                  <c:v>2306.6559999999999</c:v>
                </c:pt>
                <c:pt idx="2503">
                  <c:v>2307.1379999999999</c:v>
                </c:pt>
                <c:pt idx="2504">
                  <c:v>2307.62</c:v>
                </c:pt>
                <c:pt idx="2505">
                  <c:v>2308.1019999999999</c:v>
                </c:pt>
                <c:pt idx="2506">
                  <c:v>2308.5839999999998</c:v>
                </c:pt>
                <c:pt idx="2507">
                  <c:v>2309.0659999999998</c:v>
                </c:pt>
                <c:pt idx="2508">
                  <c:v>2309.5479999999998</c:v>
                </c:pt>
                <c:pt idx="2509">
                  <c:v>2310.0309999999999</c:v>
                </c:pt>
                <c:pt idx="2510">
                  <c:v>2310.5129999999999</c:v>
                </c:pt>
                <c:pt idx="2511">
                  <c:v>2310.9949999999999</c:v>
                </c:pt>
                <c:pt idx="2512">
                  <c:v>2311.4769999999999</c:v>
                </c:pt>
                <c:pt idx="2513">
                  <c:v>2311.9589999999998</c:v>
                </c:pt>
                <c:pt idx="2514">
                  <c:v>2312.4409999999998</c:v>
                </c:pt>
                <c:pt idx="2515">
                  <c:v>2312.9229999999998</c:v>
                </c:pt>
                <c:pt idx="2516">
                  <c:v>2313.4050000000002</c:v>
                </c:pt>
                <c:pt idx="2517">
                  <c:v>2313.8870000000002</c:v>
                </c:pt>
                <c:pt idx="2518">
                  <c:v>2314.37</c:v>
                </c:pt>
                <c:pt idx="2519">
                  <c:v>2314.8519999999999</c:v>
                </c:pt>
                <c:pt idx="2520">
                  <c:v>2315.3339999999998</c:v>
                </c:pt>
                <c:pt idx="2521">
                  <c:v>2315.8159999999998</c:v>
                </c:pt>
                <c:pt idx="2522">
                  <c:v>2316.2979999999998</c:v>
                </c:pt>
                <c:pt idx="2523">
                  <c:v>2316.7800000000002</c:v>
                </c:pt>
                <c:pt idx="2524">
                  <c:v>2317.2620000000002</c:v>
                </c:pt>
                <c:pt idx="2525">
                  <c:v>2317.7440000000001</c:v>
                </c:pt>
                <c:pt idx="2526">
                  <c:v>2318.2269999999999</c:v>
                </c:pt>
                <c:pt idx="2527">
                  <c:v>2318.7080000000001</c:v>
                </c:pt>
                <c:pt idx="2528">
                  <c:v>2319.1909999999998</c:v>
                </c:pt>
                <c:pt idx="2529">
                  <c:v>2319.6729999999998</c:v>
                </c:pt>
                <c:pt idx="2530">
                  <c:v>2320.1550000000002</c:v>
                </c:pt>
                <c:pt idx="2531">
                  <c:v>2320.6370000000002</c:v>
                </c:pt>
                <c:pt idx="2532">
                  <c:v>2321.1190000000001</c:v>
                </c:pt>
                <c:pt idx="2533">
                  <c:v>2321.6010000000001</c:v>
                </c:pt>
                <c:pt idx="2534">
                  <c:v>2322.0830000000001</c:v>
                </c:pt>
                <c:pt idx="2535">
                  <c:v>2322.5650000000001</c:v>
                </c:pt>
                <c:pt idx="2536">
                  <c:v>2323.0479999999998</c:v>
                </c:pt>
                <c:pt idx="2537">
                  <c:v>2323.5300000000002</c:v>
                </c:pt>
                <c:pt idx="2538">
                  <c:v>2324.0120000000002</c:v>
                </c:pt>
                <c:pt idx="2539">
                  <c:v>2324.4940000000001</c:v>
                </c:pt>
                <c:pt idx="2540">
                  <c:v>2324.9760000000001</c:v>
                </c:pt>
                <c:pt idx="2541">
                  <c:v>2325.4580000000001</c:v>
                </c:pt>
                <c:pt idx="2542">
                  <c:v>2325.94</c:v>
                </c:pt>
                <c:pt idx="2543">
                  <c:v>2326.422</c:v>
                </c:pt>
                <c:pt idx="2544">
                  <c:v>2326.9050000000002</c:v>
                </c:pt>
                <c:pt idx="2545">
                  <c:v>2327.3870000000002</c:v>
                </c:pt>
                <c:pt idx="2546">
                  <c:v>2327.8690000000001</c:v>
                </c:pt>
                <c:pt idx="2547">
                  <c:v>2328.3510000000001</c:v>
                </c:pt>
                <c:pt idx="2548">
                  <c:v>2328.8330000000001</c:v>
                </c:pt>
                <c:pt idx="2549">
                  <c:v>2329.3150000000001</c:v>
                </c:pt>
                <c:pt idx="2550">
                  <c:v>2329.797</c:v>
                </c:pt>
                <c:pt idx="2551">
                  <c:v>2330.279</c:v>
                </c:pt>
                <c:pt idx="2552">
                  <c:v>2330.761</c:v>
                </c:pt>
                <c:pt idx="2553">
                  <c:v>2331.2440000000001</c:v>
                </c:pt>
                <c:pt idx="2554">
                  <c:v>2331.7260000000001</c:v>
                </c:pt>
                <c:pt idx="2555">
                  <c:v>2332.2080000000001</c:v>
                </c:pt>
                <c:pt idx="2556">
                  <c:v>2332.69</c:v>
                </c:pt>
                <c:pt idx="2557">
                  <c:v>2333.172</c:v>
                </c:pt>
                <c:pt idx="2558">
                  <c:v>2333.654</c:v>
                </c:pt>
                <c:pt idx="2559">
                  <c:v>2334.136</c:v>
                </c:pt>
                <c:pt idx="2560">
                  <c:v>2334.6179999999999</c:v>
                </c:pt>
                <c:pt idx="2561">
                  <c:v>2335.1010000000001</c:v>
                </c:pt>
                <c:pt idx="2562">
                  <c:v>2335.5830000000001</c:v>
                </c:pt>
                <c:pt idx="2563">
                  <c:v>2336.0650000000001</c:v>
                </c:pt>
                <c:pt idx="2564">
                  <c:v>2336.547</c:v>
                </c:pt>
                <c:pt idx="2565">
                  <c:v>2337.029</c:v>
                </c:pt>
                <c:pt idx="2566">
                  <c:v>2337.511</c:v>
                </c:pt>
                <c:pt idx="2567">
                  <c:v>2337.9929999999999</c:v>
                </c:pt>
                <c:pt idx="2568">
                  <c:v>2338.4749999999999</c:v>
                </c:pt>
                <c:pt idx="2569">
                  <c:v>2338.9580000000001</c:v>
                </c:pt>
                <c:pt idx="2570">
                  <c:v>2339.44</c:v>
                </c:pt>
                <c:pt idx="2571">
                  <c:v>2339.922</c:v>
                </c:pt>
                <c:pt idx="2572">
                  <c:v>2340.404</c:v>
                </c:pt>
                <c:pt idx="2573">
                  <c:v>2340.886</c:v>
                </c:pt>
                <c:pt idx="2574">
                  <c:v>2341.3679999999999</c:v>
                </c:pt>
                <c:pt idx="2575">
                  <c:v>2341.85</c:v>
                </c:pt>
                <c:pt idx="2576">
                  <c:v>2342.3319999999999</c:v>
                </c:pt>
                <c:pt idx="2577">
                  <c:v>2342.8139999999999</c:v>
                </c:pt>
                <c:pt idx="2578">
                  <c:v>2343.297</c:v>
                </c:pt>
                <c:pt idx="2579">
                  <c:v>2343.779</c:v>
                </c:pt>
                <c:pt idx="2580">
                  <c:v>2344.261</c:v>
                </c:pt>
                <c:pt idx="2581">
                  <c:v>2344.7429999999999</c:v>
                </c:pt>
                <c:pt idx="2582">
                  <c:v>2345.2249999999999</c:v>
                </c:pt>
                <c:pt idx="2583">
                  <c:v>2345.7069999999999</c:v>
                </c:pt>
                <c:pt idx="2584">
                  <c:v>2346.1889999999999</c:v>
                </c:pt>
                <c:pt idx="2585">
                  <c:v>2346.6709999999998</c:v>
                </c:pt>
                <c:pt idx="2586">
                  <c:v>2347.154</c:v>
                </c:pt>
                <c:pt idx="2587">
                  <c:v>2347.6350000000002</c:v>
                </c:pt>
                <c:pt idx="2588">
                  <c:v>2348.1179999999999</c:v>
                </c:pt>
                <c:pt idx="2589">
                  <c:v>2348.6</c:v>
                </c:pt>
                <c:pt idx="2590">
                  <c:v>2349.0819999999999</c:v>
                </c:pt>
                <c:pt idx="2591">
                  <c:v>2349.5639999999999</c:v>
                </c:pt>
                <c:pt idx="2592">
                  <c:v>2350.0459999999998</c:v>
                </c:pt>
                <c:pt idx="2593">
                  <c:v>2350.5279999999998</c:v>
                </c:pt>
                <c:pt idx="2594">
                  <c:v>2351.0100000000002</c:v>
                </c:pt>
                <c:pt idx="2595">
                  <c:v>2351.4920000000002</c:v>
                </c:pt>
                <c:pt idx="2596">
                  <c:v>2351.9749999999999</c:v>
                </c:pt>
                <c:pt idx="2597">
                  <c:v>2352.4569999999999</c:v>
                </c:pt>
                <c:pt idx="2598">
                  <c:v>2352.9389999999999</c:v>
                </c:pt>
                <c:pt idx="2599">
                  <c:v>2353.4209999999998</c:v>
                </c:pt>
                <c:pt idx="2600">
                  <c:v>2353.9029999999998</c:v>
                </c:pt>
                <c:pt idx="2601">
                  <c:v>2354.3850000000002</c:v>
                </c:pt>
                <c:pt idx="2602">
                  <c:v>2354.8670000000002</c:v>
                </c:pt>
                <c:pt idx="2603">
                  <c:v>2355.3490000000002</c:v>
                </c:pt>
                <c:pt idx="2604">
                  <c:v>2355.8319999999999</c:v>
                </c:pt>
                <c:pt idx="2605">
                  <c:v>2356.3139999999999</c:v>
                </c:pt>
                <c:pt idx="2606">
                  <c:v>2356.7959999999998</c:v>
                </c:pt>
                <c:pt idx="2607">
                  <c:v>2357.2779999999998</c:v>
                </c:pt>
                <c:pt idx="2608">
                  <c:v>2357.7600000000002</c:v>
                </c:pt>
                <c:pt idx="2609">
                  <c:v>2358.2420000000002</c:v>
                </c:pt>
                <c:pt idx="2610">
                  <c:v>2358.7240000000002</c:v>
                </c:pt>
                <c:pt idx="2611">
                  <c:v>2359.2060000000001</c:v>
                </c:pt>
                <c:pt idx="2612">
                  <c:v>2359.6880000000001</c:v>
                </c:pt>
                <c:pt idx="2613">
                  <c:v>2360.1709999999998</c:v>
                </c:pt>
                <c:pt idx="2614">
                  <c:v>2360.6529999999998</c:v>
                </c:pt>
                <c:pt idx="2615">
                  <c:v>2361.1350000000002</c:v>
                </c:pt>
                <c:pt idx="2616">
                  <c:v>2361.6170000000002</c:v>
                </c:pt>
                <c:pt idx="2617">
                  <c:v>2362.0990000000002</c:v>
                </c:pt>
                <c:pt idx="2618">
                  <c:v>2362.5810000000001</c:v>
                </c:pt>
                <c:pt idx="2619">
                  <c:v>2363.0630000000001</c:v>
                </c:pt>
                <c:pt idx="2620">
                  <c:v>2363.5450000000001</c:v>
                </c:pt>
                <c:pt idx="2621">
                  <c:v>2364.0279999999998</c:v>
                </c:pt>
                <c:pt idx="2622">
                  <c:v>2364.5100000000002</c:v>
                </c:pt>
                <c:pt idx="2623">
                  <c:v>2364.9920000000002</c:v>
                </c:pt>
                <c:pt idx="2624">
                  <c:v>2365.4740000000002</c:v>
                </c:pt>
                <c:pt idx="2625">
                  <c:v>2365.9560000000001</c:v>
                </c:pt>
                <c:pt idx="2626">
                  <c:v>2366.4380000000001</c:v>
                </c:pt>
                <c:pt idx="2627">
                  <c:v>2366.92</c:v>
                </c:pt>
                <c:pt idx="2628">
                  <c:v>2367.402</c:v>
                </c:pt>
                <c:pt idx="2629">
                  <c:v>2367.8850000000002</c:v>
                </c:pt>
                <c:pt idx="2630">
                  <c:v>2368.3670000000002</c:v>
                </c:pt>
                <c:pt idx="2631">
                  <c:v>2368.8490000000002</c:v>
                </c:pt>
                <c:pt idx="2632">
                  <c:v>2369.3310000000001</c:v>
                </c:pt>
                <c:pt idx="2633">
                  <c:v>2369.8130000000001</c:v>
                </c:pt>
                <c:pt idx="2634">
                  <c:v>2370.2950000000001</c:v>
                </c:pt>
                <c:pt idx="2635">
                  <c:v>2370.777</c:v>
                </c:pt>
                <c:pt idx="2636">
                  <c:v>2371.259</c:v>
                </c:pt>
                <c:pt idx="2637">
                  <c:v>2371.741</c:v>
                </c:pt>
                <c:pt idx="2638">
                  <c:v>2372.2240000000002</c:v>
                </c:pt>
                <c:pt idx="2639">
                  <c:v>2372.7060000000001</c:v>
                </c:pt>
                <c:pt idx="2640">
                  <c:v>2373.1880000000001</c:v>
                </c:pt>
                <c:pt idx="2641">
                  <c:v>2373.67</c:v>
                </c:pt>
                <c:pt idx="2642">
                  <c:v>2374.152</c:v>
                </c:pt>
                <c:pt idx="2643">
                  <c:v>2374.634</c:v>
                </c:pt>
                <c:pt idx="2644">
                  <c:v>2375.116</c:v>
                </c:pt>
                <c:pt idx="2645">
                  <c:v>2375.598</c:v>
                </c:pt>
                <c:pt idx="2646">
                  <c:v>2376.0810000000001</c:v>
                </c:pt>
                <c:pt idx="2647">
                  <c:v>2376.5630000000001</c:v>
                </c:pt>
                <c:pt idx="2648">
                  <c:v>2377.0450000000001</c:v>
                </c:pt>
                <c:pt idx="2649">
                  <c:v>2377.527</c:v>
                </c:pt>
                <c:pt idx="2650">
                  <c:v>2378.009</c:v>
                </c:pt>
                <c:pt idx="2651">
                  <c:v>2378.491</c:v>
                </c:pt>
                <c:pt idx="2652">
                  <c:v>2378.973</c:v>
                </c:pt>
                <c:pt idx="2653">
                  <c:v>2379.4549999999999</c:v>
                </c:pt>
                <c:pt idx="2654">
                  <c:v>2379.9380000000001</c:v>
                </c:pt>
                <c:pt idx="2655">
                  <c:v>2380.4189999999999</c:v>
                </c:pt>
                <c:pt idx="2656">
                  <c:v>2380.902</c:v>
                </c:pt>
                <c:pt idx="2657">
                  <c:v>2381.384</c:v>
                </c:pt>
                <c:pt idx="2658">
                  <c:v>2381.866</c:v>
                </c:pt>
                <c:pt idx="2659">
                  <c:v>2382.348</c:v>
                </c:pt>
                <c:pt idx="2660">
                  <c:v>2382.83</c:v>
                </c:pt>
                <c:pt idx="2661">
                  <c:v>2383.3119999999999</c:v>
                </c:pt>
                <c:pt idx="2662">
                  <c:v>2383.7939999999999</c:v>
                </c:pt>
                <c:pt idx="2663">
                  <c:v>2384.2759999999998</c:v>
                </c:pt>
                <c:pt idx="2664">
                  <c:v>2384.759</c:v>
                </c:pt>
                <c:pt idx="2665">
                  <c:v>2385.241</c:v>
                </c:pt>
                <c:pt idx="2666">
                  <c:v>2385.723</c:v>
                </c:pt>
                <c:pt idx="2667">
                  <c:v>2386.2049999999999</c:v>
                </c:pt>
                <c:pt idx="2668">
                  <c:v>2386.6869999999999</c:v>
                </c:pt>
                <c:pt idx="2669">
                  <c:v>2387.1689999999999</c:v>
                </c:pt>
                <c:pt idx="2670">
                  <c:v>2387.6509999999998</c:v>
                </c:pt>
                <c:pt idx="2671">
                  <c:v>2388.1329999999998</c:v>
                </c:pt>
                <c:pt idx="2672">
                  <c:v>2388.6149999999998</c:v>
                </c:pt>
                <c:pt idx="2673">
                  <c:v>2389.098</c:v>
                </c:pt>
                <c:pt idx="2674">
                  <c:v>2389.58</c:v>
                </c:pt>
                <c:pt idx="2675">
                  <c:v>2390.0619999999999</c:v>
                </c:pt>
                <c:pt idx="2676">
                  <c:v>2390.5439999999999</c:v>
                </c:pt>
                <c:pt idx="2677">
                  <c:v>2391.0259999999998</c:v>
                </c:pt>
                <c:pt idx="2678">
                  <c:v>2391.5079999999998</c:v>
                </c:pt>
                <c:pt idx="2679">
                  <c:v>2391.9899999999998</c:v>
                </c:pt>
                <c:pt idx="2680">
                  <c:v>2392.4720000000002</c:v>
                </c:pt>
                <c:pt idx="2681">
                  <c:v>2392.9549999999999</c:v>
                </c:pt>
                <c:pt idx="2682">
                  <c:v>2393.4369999999999</c:v>
                </c:pt>
                <c:pt idx="2683">
                  <c:v>2393.9189999999999</c:v>
                </c:pt>
                <c:pt idx="2684">
                  <c:v>2394.4009999999998</c:v>
                </c:pt>
                <c:pt idx="2685">
                  <c:v>2394.8829999999998</c:v>
                </c:pt>
                <c:pt idx="2686">
                  <c:v>2395.3649999999998</c:v>
                </c:pt>
                <c:pt idx="2687">
                  <c:v>2395.8470000000002</c:v>
                </c:pt>
                <c:pt idx="2688">
                  <c:v>2396.3290000000002</c:v>
                </c:pt>
                <c:pt idx="2689">
                  <c:v>2396.8119999999999</c:v>
                </c:pt>
                <c:pt idx="2690">
                  <c:v>2397.2939999999999</c:v>
                </c:pt>
                <c:pt idx="2691">
                  <c:v>2397.7759999999998</c:v>
                </c:pt>
                <c:pt idx="2692">
                  <c:v>2398.2579999999998</c:v>
                </c:pt>
                <c:pt idx="2693">
                  <c:v>2398.7399999999998</c:v>
                </c:pt>
                <c:pt idx="2694">
                  <c:v>2399.2220000000002</c:v>
                </c:pt>
                <c:pt idx="2695">
                  <c:v>2399.7040000000002</c:v>
                </c:pt>
                <c:pt idx="2696">
                  <c:v>2400.1860000000001</c:v>
                </c:pt>
                <c:pt idx="2697">
                  <c:v>2400.6680000000001</c:v>
                </c:pt>
                <c:pt idx="2698">
                  <c:v>2401.1509999999998</c:v>
                </c:pt>
                <c:pt idx="2699">
                  <c:v>2401.6329999999998</c:v>
                </c:pt>
                <c:pt idx="2700">
                  <c:v>2402.1149999999998</c:v>
                </c:pt>
                <c:pt idx="2701">
                  <c:v>2402.5970000000002</c:v>
                </c:pt>
                <c:pt idx="2702">
                  <c:v>2403.0790000000002</c:v>
                </c:pt>
                <c:pt idx="2703">
                  <c:v>2403.5610000000001</c:v>
                </c:pt>
                <c:pt idx="2704">
                  <c:v>2404.0430000000001</c:v>
                </c:pt>
                <c:pt idx="2705">
                  <c:v>2404.5250000000001</c:v>
                </c:pt>
                <c:pt idx="2706">
                  <c:v>2405.0079999999998</c:v>
                </c:pt>
                <c:pt idx="2707">
                  <c:v>2405.4899999999998</c:v>
                </c:pt>
                <c:pt idx="2708">
                  <c:v>2405.9720000000002</c:v>
                </c:pt>
                <c:pt idx="2709">
                  <c:v>2406.4540000000002</c:v>
                </c:pt>
                <c:pt idx="2710">
                  <c:v>2406.9360000000001</c:v>
                </c:pt>
                <c:pt idx="2711">
                  <c:v>2407.4180000000001</c:v>
                </c:pt>
                <c:pt idx="2712">
                  <c:v>2407.9</c:v>
                </c:pt>
                <c:pt idx="2713">
                  <c:v>2408.3820000000001</c:v>
                </c:pt>
                <c:pt idx="2714">
                  <c:v>2408.8649999999998</c:v>
                </c:pt>
                <c:pt idx="2715">
                  <c:v>2409.346</c:v>
                </c:pt>
                <c:pt idx="2716">
                  <c:v>2409.8290000000002</c:v>
                </c:pt>
                <c:pt idx="2717">
                  <c:v>2410.3110000000001</c:v>
                </c:pt>
                <c:pt idx="2718">
                  <c:v>2410.7930000000001</c:v>
                </c:pt>
                <c:pt idx="2719">
                  <c:v>2411.2750000000001</c:v>
                </c:pt>
                <c:pt idx="2720">
                  <c:v>2411.7570000000001</c:v>
                </c:pt>
                <c:pt idx="2721">
                  <c:v>2412.239</c:v>
                </c:pt>
                <c:pt idx="2722">
                  <c:v>2412.721</c:v>
                </c:pt>
                <c:pt idx="2723">
                  <c:v>2413.203</c:v>
                </c:pt>
                <c:pt idx="2724">
                  <c:v>2413.6860000000001</c:v>
                </c:pt>
                <c:pt idx="2725">
                  <c:v>2414.1680000000001</c:v>
                </c:pt>
                <c:pt idx="2726">
                  <c:v>2414.65</c:v>
                </c:pt>
                <c:pt idx="2727">
                  <c:v>2415.1320000000001</c:v>
                </c:pt>
                <c:pt idx="2728">
                  <c:v>2415.614</c:v>
                </c:pt>
                <c:pt idx="2729">
                  <c:v>2416.096</c:v>
                </c:pt>
                <c:pt idx="2730">
                  <c:v>2416.578</c:v>
                </c:pt>
                <c:pt idx="2731">
                  <c:v>2417.06</c:v>
                </c:pt>
                <c:pt idx="2732">
                  <c:v>2417.5419999999999</c:v>
                </c:pt>
                <c:pt idx="2733">
                  <c:v>2418.0250000000001</c:v>
                </c:pt>
                <c:pt idx="2734">
                  <c:v>2418.5070000000001</c:v>
                </c:pt>
                <c:pt idx="2735">
                  <c:v>2418.989</c:v>
                </c:pt>
                <c:pt idx="2736">
                  <c:v>2419.471</c:v>
                </c:pt>
                <c:pt idx="2737">
                  <c:v>2419.953</c:v>
                </c:pt>
                <c:pt idx="2738">
                  <c:v>2420.4349999999999</c:v>
                </c:pt>
                <c:pt idx="2739">
                  <c:v>2420.9169999999999</c:v>
                </c:pt>
                <c:pt idx="2740">
                  <c:v>2421.3989999999999</c:v>
                </c:pt>
                <c:pt idx="2741">
                  <c:v>2421.8820000000001</c:v>
                </c:pt>
                <c:pt idx="2742">
                  <c:v>2422.364</c:v>
                </c:pt>
                <c:pt idx="2743">
                  <c:v>2422.846</c:v>
                </c:pt>
                <c:pt idx="2744">
                  <c:v>2423.328</c:v>
                </c:pt>
                <c:pt idx="2745">
                  <c:v>2423.81</c:v>
                </c:pt>
                <c:pt idx="2746">
                  <c:v>2424.2919999999999</c:v>
                </c:pt>
                <c:pt idx="2747">
                  <c:v>2424.7739999999999</c:v>
                </c:pt>
                <c:pt idx="2748">
                  <c:v>2425.2559999999999</c:v>
                </c:pt>
                <c:pt idx="2749">
                  <c:v>2425.739</c:v>
                </c:pt>
                <c:pt idx="2750">
                  <c:v>2426.221</c:v>
                </c:pt>
                <c:pt idx="2751">
                  <c:v>2426.703</c:v>
                </c:pt>
                <c:pt idx="2752">
                  <c:v>2427.1849999999999</c:v>
                </c:pt>
                <c:pt idx="2753">
                  <c:v>2427.6669999999999</c:v>
                </c:pt>
                <c:pt idx="2754">
                  <c:v>2428.1489999999999</c:v>
                </c:pt>
                <c:pt idx="2755">
                  <c:v>2428.6309999999999</c:v>
                </c:pt>
                <c:pt idx="2756">
                  <c:v>2429.1129999999998</c:v>
                </c:pt>
                <c:pt idx="2757">
                  <c:v>2429.5949999999998</c:v>
                </c:pt>
                <c:pt idx="2758">
                  <c:v>2430.078</c:v>
                </c:pt>
                <c:pt idx="2759">
                  <c:v>2430.56</c:v>
                </c:pt>
                <c:pt idx="2760">
                  <c:v>2431.0419999999999</c:v>
                </c:pt>
                <c:pt idx="2761">
                  <c:v>2431.5239999999999</c:v>
                </c:pt>
                <c:pt idx="2762">
                  <c:v>2432.0059999999999</c:v>
                </c:pt>
                <c:pt idx="2763">
                  <c:v>2432.4879999999998</c:v>
                </c:pt>
                <c:pt idx="2764">
                  <c:v>2432.9699999999998</c:v>
                </c:pt>
                <c:pt idx="2765">
                  <c:v>2433.4520000000002</c:v>
                </c:pt>
                <c:pt idx="2766">
                  <c:v>2433.9349999999999</c:v>
                </c:pt>
                <c:pt idx="2767">
                  <c:v>2434.4169999999999</c:v>
                </c:pt>
                <c:pt idx="2768">
                  <c:v>2434.8989999999999</c:v>
                </c:pt>
                <c:pt idx="2769">
                  <c:v>2435.3809999999999</c:v>
                </c:pt>
                <c:pt idx="2770">
                  <c:v>2435.8629999999998</c:v>
                </c:pt>
                <c:pt idx="2771">
                  <c:v>2436.3449999999998</c:v>
                </c:pt>
                <c:pt idx="2772">
                  <c:v>2436.8270000000002</c:v>
                </c:pt>
                <c:pt idx="2773">
                  <c:v>2437.3090000000002</c:v>
                </c:pt>
                <c:pt idx="2774">
                  <c:v>2437.7919999999999</c:v>
                </c:pt>
                <c:pt idx="2775">
                  <c:v>2438.2730000000001</c:v>
                </c:pt>
                <c:pt idx="2776">
                  <c:v>2438.7559999999999</c:v>
                </c:pt>
                <c:pt idx="2777">
                  <c:v>2439.2379999999998</c:v>
                </c:pt>
                <c:pt idx="2778">
                  <c:v>2439.7199999999998</c:v>
                </c:pt>
                <c:pt idx="2779">
                  <c:v>2440.2020000000002</c:v>
                </c:pt>
                <c:pt idx="2780">
                  <c:v>2440.6840000000002</c:v>
                </c:pt>
                <c:pt idx="2781">
                  <c:v>2441.1660000000002</c:v>
                </c:pt>
                <c:pt idx="2782">
                  <c:v>2441.6480000000001</c:v>
                </c:pt>
                <c:pt idx="2783">
                  <c:v>2442.13</c:v>
                </c:pt>
                <c:pt idx="2784">
                  <c:v>2442.6129999999998</c:v>
                </c:pt>
                <c:pt idx="2785">
                  <c:v>2443.0949999999998</c:v>
                </c:pt>
                <c:pt idx="2786">
                  <c:v>2443.5770000000002</c:v>
                </c:pt>
                <c:pt idx="2787">
                  <c:v>2444.0590000000002</c:v>
                </c:pt>
                <c:pt idx="2788">
                  <c:v>2444.5410000000002</c:v>
                </c:pt>
                <c:pt idx="2789">
                  <c:v>2445.0230000000001</c:v>
                </c:pt>
                <c:pt idx="2790">
                  <c:v>2445.5050000000001</c:v>
                </c:pt>
                <c:pt idx="2791">
                  <c:v>2445.9870000000001</c:v>
                </c:pt>
                <c:pt idx="2792">
                  <c:v>2446.4690000000001</c:v>
                </c:pt>
                <c:pt idx="2793">
                  <c:v>2446.9520000000002</c:v>
                </c:pt>
                <c:pt idx="2794">
                  <c:v>2447.4340000000002</c:v>
                </c:pt>
                <c:pt idx="2795">
                  <c:v>2447.9160000000002</c:v>
                </c:pt>
                <c:pt idx="2796">
                  <c:v>2448.3980000000001</c:v>
                </c:pt>
                <c:pt idx="2797">
                  <c:v>2448.88</c:v>
                </c:pt>
                <c:pt idx="2798">
                  <c:v>2449.3620000000001</c:v>
                </c:pt>
                <c:pt idx="2799">
                  <c:v>2449.8440000000001</c:v>
                </c:pt>
                <c:pt idx="2800">
                  <c:v>2450.326</c:v>
                </c:pt>
                <c:pt idx="2801">
                  <c:v>2450.8090000000002</c:v>
                </c:pt>
                <c:pt idx="2802">
                  <c:v>2451.2910000000002</c:v>
                </c:pt>
                <c:pt idx="2803">
                  <c:v>2451.7730000000001</c:v>
                </c:pt>
                <c:pt idx="2804">
                  <c:v>2452.2550000000001</c:v>
                </c:pt>
                <c:pt idx="2805">
                  <c:v>2452.7370000000001</c:v>
                </c:pt>
                <c:pt idx="2806">
                  <c:v>2453.2190000000001</c:v>
                </c:pt>
                <c:pt idx="2807">
                  <c:v>2453.701</c:v>
                </c:pt>
                <c:pt idx="2808">
                  <c:v>2454.183</c:v>
                </c:pt>
                <c:pt idx="2809">
                  <c:v>2454.6660000000002</c:v>
                </c:pt>
                <c:pt idx="2810">
                  <c:v>2455.1480000000001</c:v>
                </c:pt>
                <c:pt idx="2811">
                  <c:v>2455.63</c:v>
                </c:pt>
                <c:pt idx="2812">
                  <c:v>2456.1120000000001</c:v>
                </c:pt>
                <c:pt idx="2813">
                  <c:v>2456.5940000000001</c:v>
                </c:pt>
                <c:pt idx="2814">
                  <c:v>2457.076</c:v>
                </c:pt>
                <c:pt idx="2815">
                  <c:v>2457.558</c:v>
                </c:pt>
                <c:pt idx="2816">
                  <c:v>2458.04</c:v>
                </c:pt>
                <c:pt idx="2817">
                  <c:v>2458.5219999999999</c:v>
                </c:pt>
                <c:pt idx="2818">
                  <c:v>2459.0050000000001</c:v>
                </c:pt>
                <c:pt idx="2819">
                  <c:v>2459.4870000000001</c:v>
                </c:pt>
                <c:pt idx="2820">
                  <c:v>2459.9690000000001</c:v>
                </c:pt>
                <c:pt idx="2821">
                  <c:v>2460.451</c:v>
                </c:pt>
                <c:pt idx="2822">
                  <c:v>2460.933</c:v>
                </c:pt>
                <c:pt idx="2823">
                  <c:v>2461.415</c:v>
                </c:pt>
                <c:pt idx="2824">
                  <c:v>2461.8969999999999</c:v>
                </c:pt>
                <c:pt idx="2825">
                  <c:v>2462.3789999999999</c:v>
                </c:pt>
                <c:pt idx="2826">
                  <c:v>2462.8620000000001</c:v>
                </c:pt>
                <c:pt idx="2827">
                  <c:v>2463.3440000000001</c:v>
                </c:pt>
                <c:pt idx="2828">
                  <c:v>2463.826</c:v>
                </c:pt>
                <c:pt idx="2829">
                  <c:v>2464.308</c:v>
                </c:pt>
                <c:pt idx="2830">
                  <c:v>2464.79</c:v>
                </c:pt>
                <c:pt idx="2831">
                  <c:v>2465.2719999999999</c:v>
                </c:pt>
                <c:pt idx="2832">
                  <c:v>2465.7539999999999</c:v>
                </c:pt>
                <c:pt idx="2833">
                  <c:v>2466.2359999999999</c:v>
                </c:pt>
                <c:pt idx="2834">
                  <c:v>2466.7190000000001</c:v>
                </c:pt>
                <c:pt idx="2835">
                  <c:v>2467.1999999999998</c:v>
                </c:pt>
                <c:pt idx="2836">
                  <c:v>2467.683</c:v>
                </c:pt>
                <c:pt idx="2837">
                  <c:v>2468.165</c:v>
                </c:pt>
                <c:pt idx="2838">
                  <c:v>2468.6469999999999</c:v>
                </c:pt>
                <c:pt idx="2839">
                  <c:v>2469.1289999999999</c:v>
                </c:pt>
                <c:pt idx="2840">
                  <c:v>2469.6109999999999</c:v>
                </c:pt>
                <c:pt idx="2841">
                  <c:v>2470.0929999999998</c:v>
                </c:pt>
                <c:pt idx="2842">
                  <c:v>2470.5749999999998</c:v>
                </c:pt>
                <c:pt idx="2843">
                  <c:v>2471.0569999999998</c:v>
                </c:pt>
                <c:pt idx="2844">
                  <c:v>2471.54</c:v>
                </c:pt>
                <c:pt idx="2845">
                  <c:v>2472.0219999999999</c:v>
                </c:pt>
                <c:pt idx="2846">
                  <c:v>2472.5039999999999</c:v>
                </c:pt>
                <c:pt idx="2847">
                  <c:v>2472.9859999999999</c:v>
                </c:pt>
                <c:pt idx="2848">
                  <c:v>2473.4679999999998</c:v>
                </c:pt>
                <c:pt idx="2849">
                  <c:v>2473.9499999999998</c:v>
                </c:pt>
                <c:pt idx="2850">
                  <c:v>2474.4319999999998</c:v>
                </c:pt>
                <c:pt idx="2851">
                  <c:v>2474.9140000000002</c:v>
                </c:pt>
                <c:pt idx="2852">
                  <c:v>2475.3960000000002</c:v>
                </c:pt>
                <c:pt idx="2853">
                  <c:v>2475.8789999999999</c:v>
                </c:pt>
                <c:pt idx="2854">
                  <c:v>2476.3609999999999</c:v>
                </c:pt>
                <c:pt idx="2855">
                  <c:v>2476.8429999999998</c:v>
                </c:pt>
                <c:pt idx="2856">
                  <c:v>2477.3249999999998</c:v>
                </c:pt>
                <c:pt idx="2857">
                  <c:v>2477.8069999999998</c:v>
                </c:pt>
                <c:pt idx="2858">
                  <c:v>2478.2890000000002</c:v>
                </c:pt>
                <c:pt idx="2859">
                  <c:v>2478.7710000000002</c:v>
                </c:pt>
                <c:pt idx="2860">
                  <c:v>2479.2530000000002</c:v>
                </c:pt>
                <c:pt idx="2861">
                  <c:v>2479.7359999999999</c:v>
                </c:pt>
                <c:pt idx="2862">
                  <c:v>2480.2179999999998</c:v>
                </c:pt>
                <c:pt idx="2863">
                  <c:v>2480.6999999999998</c:v>
                </c:pt>
                <c:pt idx="2864">
                  <c:v>2481.1819999999998</c:v>
                </c:pt>
                <c:pt idx="2865">
                  <c:v>2481.6640000000002</c:v>
                </c:pt>
                <c:pt idx="2866">
                  <c:v>2482.1460000000002</c:v>
                </c:pt>
                <c:pt idx="2867">
                  <c:v>2482.6280000000002</c:v>
                </c:pt>
                <c:pt idx="2868">
                  <c:v>2483.11</c:v>
                </c:pt>
                <c:pt idx="2869">
                  <c:v>2483.5929999999998</c:v>
                </c:pt>
                <c:pt idx="2870">
                  <c:v>2484.0749999999998</c:v>
                </c:pt>
                <c:pt idx="2871">
                  <c:v>2484.5569999999998</c:v>
                </c:pt>
                <c:pt idx="2872">
                  <c:v>2485.0390000000002</c:v>
                </c:pt>
                <c:pt idx="2873">
                  <c:v>2485.5210000000002</c:v>
                </c:pt>
                <c:pt idx="2874">
                  <c:v>2486.0030000000002</c:v>
                </c:pt>
                <c:pt idx="2875">
                  <c:v>2486.4850000000001</c:v>
                </c:pt>
                <c:pt idx="2876">
                  <c:v>2486.9670000000001</c:v>
                </c:pt>
                <c:pt idx="2877">
                  <c:v>2487.4490000000001</c:v>
                </c:pt>
                <c:pt idx="2878">
                  <c:v>2487.9319999999998</c:v>
                </c:pt>
                <c:pt idx="2879">
                  <c:v>2488.4140000000002</c:v>
                </c:pt>
                <c:pt idx="2880">
                  <c:v>2488.8960000000002</c:v>
                </c:pt>
                <c:pt idx="2881">
                  <c:v>2489.3780000000002</c:v>
                </c:pt>
                <c:pt idx="2882">
                  <c:v>2489.86</c:v>
                </c:pt>
                <c:pt idx="2883">
                  <c:v>2490.3420000000001</c:v>
                </c:pt>
                <c:pt idx="2884">
                  <c:v>2490.8240000000001</c:v>
                </c:pt>
                <c:pt idx="2885">
                  <c:v>2491.306</c:v>
                </c:pt>
                <c:pt idx="2886">
                  <c:v>2491.7890000000002</c:v>
                </c:pt>
                <c:pt idx="2887">
                  <c:v>2492.2710000000002</c:v>
                </c:pt>
                <c:pt idx="2888">
                  <c:v>2492.7530000000002</c:v>
                </c:pt>
                <c:pt idx="2889">
                  <c:v>2493.2350000000001</c:v>
                </c:pt>
                <c:pt idx="2890">
                  <c:v>2493.7170000000001</c:v>
                </c:pt>
                <c:pt idx="2891">
                  <c:v>2494.1990000000001</c:v>
                </c:pt>
                <c:pt idx="2892">
                  <c:v>2494.681</c:v>
                </c:pt>
                <c:pt idx="2893">
                  <c:v>2495.163</c:v>
                </c:pt>
                <c:pt idx="2894">
                  <c:v>2495.6460000000002</c:v>
                </c:pt>
                <c:pt idx="2895">
                  <c:v>2496.127</c:v>
                </c:pt>
                <c:pt idx="2896">
                  <c:v>2496.61</c:v>
                </c:pt>
                <c:pt idx="2897">
                  <c:v>2497.0920000000001</c:v>
                </c:pt>
                <c:pt idx="2898">
                  <c:v>2497.5740000000001</c:v>
                </c:pt>
                <c:pt idx="2899">
                  <c:v>2498.056</c:v>
                </c:pt>
                <c:pt idx="2900">
                  <c:v>2498.538</c:v>
                </c:pt>
                <c:pt idx="2901">
                  <c:v>2499.02</c:v>
                </c:pt>
                <c:pt idx="2902">
                  <c:v>2499.502</c:v>
                </c:pt>
                <c:pt idx="2903">
                  <c:v>2499.9839999999999</c:v>
                </c:pt>
                <c:pt idx="2904">
                  <c:v>2500.4670000000001</c:v>
                </c:pt>
                <c:pt idx="2905">
                  <c:v>2500.9490000000001</c:v>
                </c:pt>
                <c:pt idx="2906">
                  <c:v>2501.431</c:v>
                </c:pt>
                <c:pt idx="2907">
                  <c:v>2501.913</c:v>
                </c:pt>
                <c:pt idx="2908">
                  <c:v>2502.395</c:v>
                </c:pt>
                <c:pt idx="2909">
                  <c:v>2502.877</c:v>
                </c:pt>
                <c:pt idx="2910">
                  <c:v>2503.3589999999999</c:v>
                </c:pt>
                <c:pt idx="2911">
                  <c:v>2503.8409999999999</c:v>
                </c:pt>
                <c:pt idx="2912">
                  <c:v>2504.3229999999999</c:v>
                </c:pt>
                <c:pt idx="2913">
                  <c:v>2504.806</c:v>
                </c:pt>
                <c:pt idx="2914">
                  <c:v>2505.288</c:v>
                </c:pt>
                <c:pt idx="2915">
                  <c:v>2505.77</c:v>
                </c:pt>
                <c:pt idx="2916">
                  <c:v>2506.252</c:v>
                </c:pt>
                <c:pt idx="2917">
                  <c:v>2506.7339999999999</c:v>
                </c:pt>
                <c:pt idx="2918">
                  <c:v>2507.2159999999999</c:v>
                </c:pt>
                <c:pt idx="2919">
                  <c:v>2507.6979999999999</c:v>
                </c:pt>
                <c:pt idx="2920">
                  <c:v>2508.1799999999998</c:v>
                </c:pt>
                <c:pt idx="2921">
                  <c:v>2508.663</c:v>
                </c:pt>
                <c:pt idx="2922">
                  <c:v>2509.145</c:v>
                </c:pt>
                <c:pt idx="2923">
                  <c:v>2509.627</c:v>
                </c:pt>
                <c:pt idx="2924">
                  <c:v>2510.1089999999999</c:v>
                </c:pt>
                <c:pt idx="2925">
                  <c:v>2510.5909999999999</c:v>
                </c:pt>
                <c:pt idx="2926">
                  <c:v>2511.0729999999999</c:v>
                </c:pt>
                <c:pt idx="2927">
                  <c:v>2511.5549999999998</c:v>
                </c:pt>
                <c:pt idx="2928">
                  <c:v>2512.0369999999998</c:v>
                </c:pt>
                <c:pt idx="2929">
                  <c:v>2512.52</c:v>
                </c:pt>
                <c:pt idx="2930">
                  <c:v>2513.002</c:v>
                </c:pt>
                <c:pt idx="2931">
                  <c:v>2513.4839999999999</c:v>
                </c:pt>
                <c:pt idx="2932">
                  <c:v>2513.9659999999999</c:v>
                </c:pt>
                <c:pt idx="2933">
                  <c:v>2514.4479999999999</c:v>
                </c:pt>
                <c:pt idx="2934">
                  <c:v>2514.9299999999998</c:v>
                </c:pt>
                <c:pt idx="2935">
                  <c:v>2515.4119999999998</c:v>
                </c:pt>
                <c:pt idx="2936">
                  <c:v>2515.8939999999998</c:v>
                </c:pt>
                <c:pt idx="2937">
                  <c:v>2516.3760000000002</c:v>
                </c:pt>
                <c:pt idx="2938">
                  <c:v>2516.8589999999999</c:v>
                </c:pt>
                <c:pt idx="2939">
                  <c:v>2517.3409999999999</c:v>
                </c:pt>
                <c:pt idx="2940">
                  <c:v>2517.8229999999999</c:v>
                </c:pt>
                <c:pt idx="2941">
                  <c:v>2518.3049999999998</c:v>
                </c:pt>
                <c:pt idx="2942">
                  <c:v>2518.7869999999998</c:v>
                </c:pt>
                <c:pt idx="2943">
                  <c:v>2519.2689999999998</c:v>
                </c:pt>
                <c:pt idx="2944">
                  <c:v>2519.7510000000002</c:v>
                </c:pt>
                <c:pt idx="2945">
                  <c:v>2520.2330000000002</c:v>
                </c:pt>
                <c:pt idx="2946">
                  <c:v>2520.7159999999999</c:v>
                </c:pt>
                <c:pt idx="2947">
                  <c:v>2521.1979999999999</c:v>
                </c:pt>
                <c:pt idx="2948">
                  <c:v>2521.6799999999998</c:v>
                </c:pt>
                <c:pt idx="2949">
                  <c:v>2522.1619999999998</c:v>
                </c:pt>
                <c:pt idx="2950">
                  <c:v>2522.6439999999998</c:v>
                </c:pt>
                <c:pt idx="2951">
                  <c:v>2523.1260000000002</c:v>
                </c:pt>
                <c:pt idx="2952">
                  <c:v>2523.6080000000002</c:v>
                </c:pt>
                <c:pt idx="2953">
                  <c:v>2524.09</c:v>
                </c:pt>
                <c:pt idx="2954">
                  <c:v>2524.5729999999999</c:v>
                </c:pt>
                <c:pt idx="2955">
                  <c:v>2525.0540000000001</c:v>
                </c:pt>
                <c:pt idx="2956">
                  <c:v>2525.5369999999998</c:v>
                </c:pt>
                <c:pt idx="2957">
                  <c:v>2526.0189999999998</c:v>
                </c:pt>
                <c:pt idx="2958">
                  <c:v>2526.5010000000002</c:v>
                </c:pt>
                <c:pt idx="2959">
                  <c:v>2526.9830000000002</c:v>
                </c:pt>
                <c:pt idx="2960">
                  <c:v>2527.4650000000001</c:v>
                </c:pt>
                <c:pt idx="2961">
                  <c:v>2527.9470000000001</c:v>
                </c:pt>
                <c:pt idx="2962">
                  <c:v>2528.4290000000001</c:v>
                </c:pt>
                <c:pt idx="2963">
                  <c:v>2528.9110000000001</c:v>
                </c:pt>
                <c:pt idx="2964">
                  <c:v>2529.3939999999998</c:v>
                </c:pt>
                <c:pt idx="2965">
                  <c:v>2529.8760000000002</c:v>
                </c:pt>
                <c:pt idx="2966">
                  <c:v>2530.3580000000002</c:v>
                </c:pt>
                <c:pt idx="2967">
                  <c:v>2530.84</c:v>
                </c:pt>
                <c:pt idx="2968">
                  <c:v>2531.3220000000001</c:v>
                </c:pt>
                <c:pt idx="2969">
                  <c:v>2531.8040000000001</c:v>
                </c:pt>
                <c:pt idx="2970">
                  <c:v>2532.2860000000001</c:v>
                </c:pt>
                <c:pt idx="2971">
                  <c:v>2532.768</c:v>
                </c:pt>
                <c:pt idx="2972">
                  <c:v>2533.25</c:v>
                </c:pt>
                <c:pt idx="2973">
                  <c:v>2533.7330000000002</c:v>
                </c:pt>
                <c:pt idx="2974">
                  <c:v>2534.2150000000001</c:v>
                </c:pt>
                <c:pt idx="2975">
                  <c:v>2534.6970000000001</c:v>
                </c:pt>
                <c:pt idx="2976">
                  <c:v>2535.1790000000001</c:v>
                </c:pt>
                <c:pt idx="2977">
                  <c:v>2535.6610000000001</c:v>
                </c:pt>
                <c:pt idx="2978">
                  <c:v>2536.143</c:v>
                </c:pt>
                <c:pt idx="2979">
                  <c:v>2536.625</c:v>
                </c:pt>
                <c:pt idx="2980">
                  <c:v>2537.107</c:v>
                </c:pt>
                <c:pt idx="2981">
                  <c:v>2537.59</c:v>
                </c:pt>
                <c:pt idx="2982">
                  <c:v>2538.0720000000001</c:v>
                </c:pt>
                <c:pt idx="2983">
                  <c:v>2538.5540000000001</c:v>
                </c:pt>
                <c:pt idx="2984">
                  <c:v>2539.0360000000001</c:v>
                </c:pt>
                <c:pt idx="2985">
                  <c:v>2539.518</c:v>
                </c:pt>
                <c:pt idx="2986">
                  <c:v>2540</c:v>
                </c:pt>
                <c:pt idx="2987">
                  <c:v>2540.482</c:v>
                </c:pt>
                <c:pt idx="2988">
                  <c:v>2540.9639999999999</c:v>
                </c:pt>
                <c:pt idx="2989">
                  <c:v>2541.4470000000001</c:v>
                </c:pt>
                <c:pt idx="2990">
                  <c:v>2541.9290000000001</c:v>
                </c:pt>
                <c:pt idx="2991">
                  <c:v>2542.4110000000001</c:v>
                </c:pt>
                <c:pt idx="2992">
                  <c:v>2542.893</c:v>
                </c:pt>
                <c:pt idx="2993">
                  <c:v>2543.375</c:v>
                </c:pt>
                <c:pt idx="2994">
                  <c:v>2543.857</c:v>
                </c:pt>
                <c:pt idx="2995">
                  <c:v>2544.3389999999999</c:v>
                </c:pt>
                <c:pt idx="2996">
                  <c:v>2544.8209999999999</c:v>
                </c:pt>
                <c:pt idx="2997">
                  <c:v>2545.3029999999999</c:v>
                </c:pt>
                <c:pt idx="2998">
                  <c:v>2545.7860000000001</c:v>
                </c:pt>
                <c:pt idx="2999">
                  <c:v>2546.268</c:v>
                </c:pt>
                <c:pt idx="3000">
                  <c:v>2546.75</c:v>
                </c:pt>
                <c:pt idx="3001">
                  <c:v>2547.232</c:v>
                </c:pt>
                <c:pt idx="3002">
                  <c:v>2547.7139999999999</c:v>
                </c:pt>
                <c:pt idx="3003">
                  <c:v>2548.1959999999999</c:v>
                </c:pt>
                <c:pt idx="3004">
                  <c:v>2548.6779999999999</c:v>
                </c:pt>
                <c:pt idx="3005">
                  <c:v>2549.16</c:v>
                </c:pt>
                <c:pt idx="3006">
                  <c:v>2549.643</c:v>
                </c:pt>
                <c:pt idx="3007">
                  <c:v>2550.125</c:v>
                </c:pt>
                <c:pt idx="3008">
                  <c:v>2550.607</c:v>
                </c:pt>
                <c:pt idx="3009">
                  <c:v>2551.0889999999999</c:v>
                </c:pt>
                <c:pt idx="3010">
                  <c:v>2551.5709999999999</c:v>
                </c:pt>
                <c:pt idx="3011">
                  <c:v>2552.0529999999999</c:v>
                </c:pt>
                <c:pt idx="3012">
                  <c:v>2552.5349999999999</c:v>
                </c:pt>
                <c:pt idx="3013">
                  <c:v>2553.0169999999998</c:v>
                </c:pt>
                <c:pt idx="3014">
                  <c:v>2553.5</c:v>
                </c:pt>
                <c:pt idx="3015">
                  <c:v>2553.9810000000002</c:v>
                </c:pt>
                <c:pt idx="3016">
                  <c:v>2554.4639999999999</c:v>
                </c:pt>
                <c:pt idx="3017">
                  <c:v>2554.9459999999999</c:v>
                </c:pt>
                <c:pt idx="3018">
                  <c:v>2555.4279999999999</c:v>
                </c:pt>
                <c:pt idx="3019">
                  <c:v>2555.91</c:v>
                </c:pt>
                <c:pt idx="3020">
                  <c:v>2556.3919999999998</c:v>
                </c:pt>
                <c:pt idx="3021">
                  <c:v>2556.8739999999998</c:v>
                </c:pt>
                <c:pt idx="3022">
                  <c:v>2557.3560000000002</c:v>
                </c:pt>
                <c:pt idx="3023">
                  <c:v>2557.8380000000002</c:v>
                </c:pt>
                <c:pt idx="3024">
                  <c:v>2558.3209999999999</c:v>
                </c:pt>
                <c:pt idx="3025">
                  <c:v>2558.8029999999999</c:v>
                </c:pt>
                <c:pt idx="3026">
                  <c:v>2559.2849999999999</c:v>
                </c:pt>
                <c:pt idx="3027">
                  <c:v>2559.7669999999998</c:v>
                </c:pt>
                <c:pt idx="3028">
                  <c:v>2560.2489999999998</c:v>
                </c:pt>
                <c:pt idx="3029">
                  <c:v>2560.7310000000002</c:v>
                </c:pt>
                <c:pt idx="3030">
                  <c:v>2561.2130000000002</c:v>
                </c:pt>
                <c:pt idx="3031">
                  <c:v>2561.6950000000002</c:v>
                </c:pt>
                <c:pt idx="3032">
                  <c:v>2562.1770000000001</c:v>
                </c:pt>
                <c:pt idx="3033">
                  <c:v>2562.66</c:v>
                </c:pt>
                <c:pt idx="3034">
                  <c:v>2563.1419999999998</c:v>
                </c:pt>
                <c:pt idx="3035">
                  <c:v>2563.6239999999998</c:v>
                </c:pt>
                <c:pt idx="3036">
                  <c:v>2564.1060000000002</c:v>
                </c:pt>
                <c:pt idx="3037">
                  <c:v>2564.5880000000002</c:v>
                </c:pt>
                <c:pt idx="3038">
                  <c:v>2565.0700000000002</c:v>
                </c:pt>
                <c:pt idx="3039">
                  <c:v>2565.5520000000001</c:v>
                </c:pt>
                <c:pt idx="3040">
                  <c:v>2566.0340000000001</c:v>
                </c:pt>
                <c:pt idx="3041">
                  <c:v>2566.5169999999998</c:v>
                </c:pt>
                <c:pt idx="3042">
                  <c:v>2566.9989999999998</c:v>
                </c:pt>
                <c:pt idx="3043">
                  <c:v>2567.4810000000002</c:v>
                </c:pt>
                <c:pt idx="3044">
                  <c:v>2567.9630000000002</c:v>
                </c:pt>
                <c:pt idx="3045">
                  <c:v>2568.4450000000002</c:v>
                </c:pt>
                <c:pt idx="3046">
                  <c:v>2568.9270000000001</c:v>
                </c:pt>
                <c:pt idx="3047">
                  <c:v>2569.4090000000001</c:v>
                </c:pt>
                <c:pt idx="3048">
                  <c:v>2569.8910000000001</c:v>
                </c:pt>
                <c:pt idx="3049">
                  <c:v>2570.3739999999998</c:v>
                </c:pt>
                <c:pt idx="3050">
                  <c:v>2570.8560000000002</c:v>
                </c:pt>
                <c:pt idx="3051">
                  <c:v>2571.3380000000002</c:v>
                </c:pt>
                <c:pt idx="3052">
                  <c:v>2571.8200000000002</c:v>
                </c:pt>
                <c:pt idx="3053">
                  <c:v>2572.3020000000001</c:v>
                </c:pt>
                <c:pt idx="3054">
                  <c:v>2572.7840000000001</c:v>
                </c:pt>
                <c:pt idx="3055">
                  <c:v>2573.2660000000001</c:v>
                </c:pt>
                <c:pt idx="3056">
                  <c:v>2573.748</c:v>
                </c:pt>
                <c:pt idx="3057">
                  <c:v>2574.23</c:v>
                </c:pt>
                <c:pt idx="3058">
                  <c:v>2574.7130000000002</c:v>
                </c:pt>
                <c:pt idx="3059">
                  <c:v>2575.1950000000002</c:v>
                </c:pt>
                <c:pt idx="3060">
                  <c:v>2575.6770000000001</c:v>
                </c:pt>
                <c:pt idx="3061">
                  <c:v>2576.1590000000001</c:v>
                </c:pt>
                <c:pt idx="3062">
                  <c:v>2576.6410000000001</c:v>
                </c:pt>
                <c:pt idx="3063">
                  <c:v>2577.123</c:v>
                </c:pt>
                <c:pt idx="3064">
                  <c:v>2577.605</c:v>
                </c:pt>
                <c:pt idx="3065">
                  <c:v>2578.087</c:v>
                </c:pt>
                <c:pt idx="3066">
                  <c:v>2578.5700000000002</c:v>
                </c:pt>
                <c:pt idx="3067">
                  <c:v>2579.0520000000001</c:v>
                </c:pt>
                <c:pt idx="3068">
                  <c:v>2579.5340000000001</c:v>
                </c:pt>
                <c:pt idx="3069">
                  <c:v>2580.0160000000001</c:v>
                </c:pt>
                <c:pt idx="3070">
                  <c:v>2580.498</c:v>
                </c:pt>
                <c:pt idx="3071">
                  <c:v>2580.98</c:v>
                </c:pt>
                <c:pt idx="3072">
                  <c:v>2581.462</c:v>
                </c:pt>
                <c:pt idx="3073">
                  <c:v>2581.944</c:v>
                </c:pt>
                <c:pt idx="3074">
                  <c:v>2582.4270000000001</c:v>
                </c:pt>
                <c:pt idx="3075">
                  <c:v>2582.9090000000001</c:v>
                </c:pt>
                <c:pt idx="3076">
                  <c:v>2583.3910000000001</c:v>
                </c:pt>
                <c:pt idx="3077">
                  <c:v>2583.873</c:v>
                </c:pt>
                <c:pt idx="3078">
                  <c:v>2584.355</c:v>
                </c:pt>
                <c:pt idx="3079">
                  <c:v>2584.837</c:v>
                </c:pt>
                <c:pt idx="3080">
                  <c:v>2585.319</c:v>
                </c:pt>
                <c:pt idx="3081">
                  <c:v>2585.8009999999999</c:v>
                </c:pt>
                <c:pt idx="3082">
                  <c:v>2586.2829999999999</c:v>
                </c:pt>
                <c:pt idx="3083">
                  <c:v>2586.7660000000001</c:v>
                </c:pt>
                <c:pt idx="3084">
                  <c:v>2587.248</c:v>
                </c:pt>
                <c:pt idx="3085">
                  <c:v>2587.73</c:v>
                </c:pt>
                <c:pt idx="3086">
                  <c:v>2588.212</c:v>
                </c:pt>
                <c:pt idx="3087">
                  <c:v>2588.694</c:v>
                </c:pt>
                <c:pt idx="3088">
                  <c:v>2589.1759999999999</c:v>
                </c:pt>
                <c:pt idx="3089">
                  <c:v>2589.6579999999999</c:v>
                </c:pt>
                <c:pt idx="3090">
                  <c:v>2590.14</c:v>
                </c:pt>
                <c:pt idx="3091">
                  <c:v>2590.623</c:v>
                </c:pt>
                <c:pt idx="3092">
                  <c:v>2591.1039999999998</c:v>
                </c:pt>
                <c:pt idx="3093">
                  <c:v>2591.587</c:v>
                </c:pt>
                <c:pt idx="3094">
                  <c:v>2592.069</c:v>
                </c:pt>
                <c:pt idx="3095">
                  <c:v>2592.5509999999999</c:v>
                </c:pt>
                <c:pt idx="3096">
                  <c:v>2593.0329999999999</c:v>
                </c:pt>
                <c:pt idx="3097">
                  <c:v>2593.5149999999999</c:v>
                </c:pt>
                <c:pt idx="3098">
                  <c:v>2593.9969999999998</c:v>
                </c:pt>
                <c:pt idx="3099">
                  <c:v>2594.4789999999998</c:v>
                </c:pt>
                <c:pt idx="3100">
                  <c:v>2594.9609999999998</c:v>
                </c:pt>
                <c:pt idx="3101">
                  <c:v>2595.444</c:v>
                </c:pt>
                <c:pt idx="3102">
                  <c:v>2595.9259999999999</c:v>
                </c:pt>
                <c:pt idx="3103">
                  <c:v>2596.4079999999999</c:v>
                </c:pt>
                <c:pt idx="3104">
                  <c:v>2596.89</c:v>
                </c:pt>
                <c:pt idx="3105">
                  <c:v>2597.3719999999998</c:v>
                </c:pt>
                <c:pt idx="3106">
                  <c:v>2597.8539999999998</c:v>
                </c:pt>
                <c:pt idx="3107">
                  <c:v>2598.3359999999998</c:v>
                </c:pt>
                <c:pt idx="3108">
                  <c:v>2598.8180000000002</c:v>
                </c:pt>
                <c:pt idx="3109">
                  <c:v>2599.3009999999999</c:v>
                </c:pt>
                <c:pt idx="3110">
                  <c:v>2599.7829999999999</c:v>
                </c:pt>
                <c:pt idx="3111">
                  <c:v>2600.2649999999999</c:v>
                </c:pt>
                <c:pt idx="3112">
                  <c:v>2600.7469999999998</c:v>
                </c:pt>
                <c:pt idx="3113">
                  <c:v>2601.2289999999998</c:v>
                </c:pt>
                <c:pt idx="3114">
                  <c:v>2601.7109999999998</c:v>
                </c:pt>
                <c:pt idx="3115">
                  <c:v>2602.1930000000002</c:v>
                </c:pt>
                <c:pt idx="3116">
                  <c:v>2602.6750000000002</c:v>
                </c:pt>
                <c:pt idx="3117">
                  <c:v>2603.1570000000002</c:v>
                </c:pt>
                <c:pt idx="3118">
                  <c:v>2603.64</c:v>
                </c:pt>
                <c:pt idx="3119">
                  <c:v>2604.1219999999998</c:v>
                </c:pt>
                <c:pt idx="3120">
                  <c:v>2604.6039999999998</c:v>
                </c:pt>
                <c:pt idx="3121">
                  <c:v>2605.0859999999998</c:v>
                </c:pt>
                <c:pt idx="3122">
                  <c:v>2605.5680000000002</c:v>
                </c:pt>
                <c:pt idx="3123">
                  <c:v>2606.0500000000002</c:v>
                </c:pt>
                <c:pt idx="3124">
                  <c:v>2606.5320000000002</c:v>
                </c:pt>
                <c:pt idx="3125">
                  <c:v>2607.0140000000001</c:v>
                </c:pt>
                <c:pt idx="3126">
                  <c:v>2607.4969999999998</c:v>
                </c:pt>
                <c:pt idx="3127">
                  <c:v>2607.9789999999998</c:v>
                </c:pt>
                <c:pt idx="3128">
                  <c:v>2608.4609999999998</c:v>
                </c:pt>
                <c:pt idx="3129">
                  <c:v>2608.9430000000002</c:v>
                </c:pt>
                <c:pt idx="3130">
                  <c:v>2609.4250000000002</c:v>
                </c:pt>
                <c:pt idx="3131">
                  <c:v>2609.9070000000002</c:v>
                </c:pt>
                <c:pt idx="3132">
                  <c:v>2610.3890000000001</c:v>
                </c:pt>
                <c:pt idx="3133">
                  <c:v>2610.8710000000001</c:v>
                </c:pt>
                <c:pt idx="3134">
                  <c:v>2611.3539999999998</c:v>
                </c:pt>
                <c:pt idx="3135">
                  <c:v>2611.8359999999998</c:v>
                </c:pt>
                <c:pt idx="3136">
                  <c:v>2612.3180000000002</c:v>
                </c:pt>
                <c:pt idx="3137">
                  <c:v>2612.8000000000002</c:v>
                </c:pt>
                <c:pt idx="3138">
                  <c:v>2613.2820000000002</c:v>
                </c:pt>
                <c:pt idx="3139">
                  <c:v>2613.7640000000001</c:v>
                </c:pt>
                <c:pt idx="3140">
                  <c:v>2614.2460000000001</c:v>
                </c:pt>
                <c:pt idx="3141">
                  <c:v>2614.7280000000001</c:v>
                </c:pt>
                <c:pt idx="3142">
                  <c:v>2615.21</c:v>
                </c:pt>
                <c:pt idx="3143">
                  <c:v>2615.6930000000002</c:v>
                </c:pt>
                <c:pt idx="3144">
                  <c:v>2616.1750000000002</c:v>
                </c:pt>
                <c:pt idx="3145">
                  <c:v>2616.6570000000002</c:v>
                </c:pt>
                <c:pt idx="3146">
                  <c:v>2617.1390000000001</c:v>
                </c:pt>
                <c:pt idx="3147">
                  <c:v>2617.6210000000001</c:v>
                </c:pt>
                <c:pt idx="3148">
                  <c:v>2618.1030000000001</c:v>
                </c:pt>
                <c:pt idx="3149">
                  <c:v>2618.585</c:v>
                </c:pt>
                <c:pt idx="3150">
                  <c:v>2619.067</c:v>
                </c:pt>
                <c:pt idx="3151">
                  <c:v>2619.5500000000002</c:v>
                </c:pt>
                <c:pt idx="3152">
                  <c:v>2620.0309999999999</c:v>
                </c:pt>
                <c:pt idx="3153">
                  <c:v>2620.5140000000001</c:v>
                </c:pt>
                <c:pt idx="3154">
                  <c:v>2620.9960000000001</c:v>
                </c:pt>
                <c:pt idx="3155">
                  <c:v>2621.4780000000001</c:v>
                </c:pt>
                <c:pt idx="3156">
                  <c:v>2621.96</c:v>
                </c:pt>
                <c:pt idx="3157">
                  <c:v>2622.442</c:v>
                </c:pt>
                <c:pt idx="3158">
                  <c:v>2622.924</c:v>
                </c:pt>
                <c:pt idx="3159">
                  <c:v>2623.4059999999999</c:v>
                </c:pt>
                <c:pt idx="3160">
                  <c:v>2623.8879999999999</c:v>
                </c:pt>
                <c:pt idx="3161">
                  <c:v>2624.3710000000001</c:v>
                </c:pt>
                <c:pt idx="3162">
                  <c:v>2624.8530000000001</c:v>
                </c:pt>
                <c:pt idx="3163">
                  <c:v>2625.335</c:v>
                </c:pt>
                <c:pt idx="3164">
                  <c:v>2625.817</c:v>
                </c:pt>
                <c:pt idx="3165">
                  <c:v>2626.299</c:v>
                </c:pt>
                <c:pt idx="3166">
                  <c:v>2626.7809999999999</c:v>
                </c:pt>
                <c:pt idx="3167">
                  <c:v>2627.2629999999999</c:v>
                </c:pt>
                <c:pt idx="3168">
                  <c:v>2627.7449999999999</c:v>
                </c:pt>
                <c:pt idx="3169">
                  <c:v>2628.2280000000001</c:v>
                </c:pt>
                <c:pt idx="3170">
                  <c:v>2628.71</c:v>
                </c:pt>
                <c:pt idx="3171">
                  <c:v>2629.192</c:v>
                </c:pt>
                <c:pt idx="3172">
                  <c:v>2629.674</c:v>
                </c:pt>
                <c:pt idx="3173">
                  <c:v>2630.1559999999999</c:v>
                </c:pt>
                <c:pt idx="3174">
                  <c:v>2630.6379999999999</c:v>
                </c:pt>
                <c:pt idx="3175">
                  <c:v>2631.12</c:v>
                </c:pt>
                <c:pt idx="3176">
                  <c:v>2631.6019999999999</c:v>
                </c:pt>
                <c:pt idx="3177">
                  <c:v>2632.0839999999998</c:v>
                </c:pt>
                <c:pt idx="3178">
                  <c:v>2632.567</c:v>
                </c:pt>
                <c:pt idx="3179">
                  <c:v>2633.049</c:v>
                </c:pt>
                <c:pt idx="3180">
                  <c:v>2633.5309999999999</c:v>
                </c:pt>
                <c:pt idx="3181">
                  <c:v>2634.0129999999999</c:v>
                </c:pt>
                <c:pt idx="3182">
                  <c:v>2634.4949999999999</c:v>
                </c:pt>
                <c:pt idx="3183">
                  <c:v>2634.9769999999999</c:v>
                </c:pt>
                <c:pt idx="3184">
                  <c:v>2635.4589999999998</c:v>
                </c:pt>
                <c:pt idx="3185">
                  <c:v>2635.9409999999998</c:v>
                </c:pt>
                <c:pt idx="3186">
                  <c:v>2636.424</c:v>
                </c:pt>
                <c:pt idx="3187">
                  <c:v>2636.9059999999999</c:v>
                </c:pt>
                <c:pt idx="3188">
                  <c:v>2637.3879999999999</c:v>
                </c:pt>
                <c:pt idx="3189">
                  <c:v>2637.87</c:v>
                </c:pt>
                <c:pt idx="3190">
                  <c:v>2638.3519999999999</c:v>
                </c:pt>
                <c:pt idx="3191">
                  <c:v>2638.8339999999998</c:v>
                </c:pt>
                <c:pt idx="3192">
                  <c:v>2639.3159999999998</c:v>
                </c:pt>
                <c:pt idx="3193">
                  <c:v>2639.7979999999998</c:v>
                </c:pt>
                <c:pt idx="3194">
                  <c:v>2640.2809999999999</c:v>
                </c:pt>
                <c:pt idx="3195">
                  <c:v>2640.7629999999999</c:v>
                </c:pt>
                <c:pt idx="3196">
                  <c:v>2641.2449999999999</c:v>
                </c:pt>
                <c:pt idx="3197">
                  <c:v>2641.7269999999999</c:v>
                </c:pt>
                <c:pt idx="3198">
                  <c:v>2642.2089999999998</c:v>
                </c:pt>
                <c:pt idx="3199">
                  <c:v>2642.6909999999998</c:v>
                </c:pt>
                <c:pt idx="3200">
                  <c:v>2643.1729999999998</c:v>
                </c:pt>
                <c:pt idx="3201">
                  <c:v>2643.6550000000002</c:v>
                </c:pt>
                <c:pt idx="3202">
                  <c:v>2644.1370000000002</c:v>
                </c:pt>
                <c:pt idx="3203">
                  <c:v>2644.62</c:v>
                </c:pt>
                <c:pt idx="3204">
                  <c:v>2645.1019999999999</c:v>
                </c:pt>
                <c:pt idx="3205">
                  <c:v>2645.5839999999998</c:v>
                </c:pt>
                <c:pt idx="3206">
                  <c:v>2646.0659999999998</c:v>
                </c:pt>
                <c:pt idx="3207">
                  <c:v>2646.5479999999998</c:v>
                </c:pt>
                <c:pt idx="3208">
                  <c:v>2647.03</c:v>
                </c:pt>
                <c:pt idx="3209">
                  <c:v>2647.5120000000002</c:v>
                </c:pt>
                <c:pt idx="3210">
                  <c:v>2647.9940000000001</c:v>
                </c:pt>
                <c:pt idx="3211">
                  <c:v>2648.4769999999999</c:v>
                </c:pt>
                <c:pt idx="3212">
                  <c:v>2648.9580000000001</c:v>
                </c:pt>
                <c:pt idx="3213">
                  <c:v>2649.4409999999998</c:v>
                </c:pt>
                <c:pt idx="3214">
                  <c:v>2649.9229999999998</c:v>
                </c:pt>
                <c:pt idx="3215">
                  <c:v>2650.4050000000002</c:v>
                </c:pt>
                <c:pt idx="3216">
                  <c:v>2650.8870000000002</c:v>
                </c:pt>
                <c:pt idx="3217">
                  <c:v>2651.3690000000001</c:v>
                </c:pt>
                <c:pt idx="3218">
                  <c:v>2651.8510000000001</c:v>
                </c:pt>
                <c:pt idx="3219">
                  <c:v>2652.3330000000001</c:v>
                </c:pt>
                <c:pt idx="3220">
                  <c:v>2652.8150000000001</c:v>
                </c:pt>
                <c:pt idx="3221">
                  <c:v>2653.2979999999998</c:v>
                </c:pt>
                <c:pt idx="3222">
                  <c:v>2653.78</c:v>
                </c:pt>
                <c:pt idx="3223">
                  <c:v>2654.2620000000002</c:v>
                </c:pt>
                <c:pt idx="3224">
                  <c:v>2654.7440000000001</c:v>
                </c:pt>
                <c:pt idx="3225">
                  <c:v>2655.2260000000001</c:v>
                </c:pt>
                <c:pt idx="3226">
                  <c:v>2655.7080000000001</c:v>
                </c:pt>
                <c:pt idx="3227">
                  <c:v>2656.19</c:v>
                </c:pt>
                <c:pt idx="3228">
                  <c:v>2656.672</c:v>
                </c:pt>
                <c:pt idx="3229">
                  <c:v>2657.1550000000002</c:v>
                </c:pt>
                <c:pt idx="3230">
                  <c:v>2657.6370000000002</c:v>
                </c:pt>
                <c:pt idx="3231">
                  <c:v>2658.1190000000001</c:v>
                </c:pt>
                <c:pt idx="3232">
                  <c:v>2658.6010000000001</c:v>
                </c:pt>
                <c:pt idx="3233">
                  <c:v>2659.0830000000001</c:v>
                </c:pt>
                <c:pt idx="3234">
                  <c:v>2659.5650000000001</c:v>
                </c:pt>
                <c:pt idx="3235">
                  <c:v>2660.047</c:v>
                </c:pt>
                <c:pt idx="3236">
                  <c:v>2660.529</c:v>
                </c:pt>
                <c:pt idx="3237">
                  <c:v>2661.011</c:v>
                </c:pt>
                <c:pt idx="3238">
                  <c:v>2661.4940000000001</c:v>
                </c:pt>
                <c:pt idx="3239">
                  <c:v>2661.9760000000001</c:v>
                </c:pt>
                <c:pt idx="3240">
                  <c:v>2662.4580000000001</c:v>
                </c:pt>
                <c:pt idx="3241">
                  <c:v>2662.94</c:v>
                </c:pt>
                <c:pt idx="3242">
                  <c:v>2663.422</c:v>
                </c:pt>
                <c:pt idx="3243">
                  <c:v>2663.904</c:v>
                </c:pt>
                <c:pt idx="3244">
                  <c:v>2664.386</c:v>
                </c:pt>
                <c:pt idx="3245">
                  <c:v>2664.8679999999999</c:v>
                </c:pt>
                <c:pt idx="3246">
                  <c:v>2665.3510000000001</c:v>
                </c:pt>
                <c:pt idx="3247">
                  <c:v>2665.8330000000001</c:v>
                </c:pt>
                <c:pt idx="3248">
                  <c:v>2666.3150000000001</c:v>
                </c:pt>
                <c:pt idx="3249">
                  <c:v>2666.797</c:v>
                </c:pt>
                <c:pt idx="3250">
                  <c:v>2667.279</c:v>
                </c:pt>
                <c:pt idx="3251">
                  <c:v>2667.761</c:v>
                </c:pt>
                <c:pt idx="3252">
                  <c:v>2668.2429999999999</c:v>
                </c:pt>
                <c:pt idx="3253">
                  <c:v>2668.7249999999999</c:v>
                </c:pt>
                <c:pt idx="3254">
                  <c:v>2669.2080000000001</c:v>
                </c:pt>
                <c:pt idx="3255">
                  <c:v>2669.69</c:v>
                </c:pt>
                <c:pt idx="3256">
                  <c:v>2670.172</c:v>
                </c:pt>
                <c:pt idx="3257">
                  <c:v>2670.654</c:v>
                </c:pt>
                <c:pt idx="3258">
                  <c:v>2671.136</c:v>
                </c:pt>
                <c:pt idx="3259">
                  <c:v>2671.6179999999999</c:v>
                </c:pt>
                <c:pt idx="3260">
                  <c:v>2672.1</c:v>
                </c:pt>
                <c:pt idx="3261">
                  <c:v>2672.5819999999999</c:v>
                </c:pt>
                <c:pt idx="3262">
                  <c:v>2673.0639999999999</c:v>
                </c:pt>
                <c:pt idx="3263">
                  <c:v>2673.547</c:v>
                </c:pt>
                <c:pt idx="3264">
                  <c:v>2674.029</c:v>
                </c:pt>
                <c:pt idx="3265">
                  <c:v>2674.511</c:v>
                </c:pt>
                <c:pt idx="3266">
                  <c:v>2674.9929999999999</c:v>
                </c:pt>
                <c:pt idx="3267">
                  <c:v>2675.4749999999999</c:v>
                </c:pt>
                <c:pt idx="3268">
                  <c:v>2675.9569999999999</c:v>
                </c:pt>
                <c:pt idx="3269">
                  <c:v>2676.4389999999999</c:v>
                </c:pt>
                <c:pt idx="3270">
                  <c:v>2676.9209999999998</c:v>
                </c:pt>
                <c:pt idx="3271">
                  <c:v>2677.404</c:v>
                </c:pt>
                <c:pt idx="3272">
                  <c:v>2677.8850000000002</c:v>
                </c:pt>
                <c:pt idx="3273">
                  <c:v>2678.3679999999999</c:v>
                </c:pt>
                <c:pt idx="3274">
                  <c:v>2678.85</c:v>
                </c:pt>
                <c:pt idx="3275">
                  <c:v>2679.3319999999999</c:v>
                </c:pt>
                <c:pt idx="3276">
                  <c:v>2679.8139999999999</c:v>
                </c:pt>
                <c:pt idx="3277">
                  <c:v>2680.2959999999998</c:v>
                </c:pt>
                <c:pt idx="3278">
                  <c:v>2680.7779999999998</c:v>
                </c:pt>
                <c:pt idx="3279">
                  <c:v>2681.26</c:v>
                </c:pt>
                <c:pt idx="3280">
                  <c:v>2681.7420000000002</c:v>
                </c:pt>
                <c:pt idx="3281">
                  <c:v>2682.2249999999999</c:v>
                </c:pt>
                <c:pt idx="3282">
                  <c:v>2682.7069999999999</c:v>
                </c:pt>
                <c:pt idx="3283">
                  <c:v>2683.1889999999999</c:v>
                </c:pt>
                <c:pt idx="3284">
                  <c:v>2683.6709999999998</c:v>
                </c:pt>
                <c:pt idx="3285">
                  <c:v>2684.1529999999998</c:v>
                </c:pt>
                <c:pt idx="3286">
                  <c:v>2684.6350000000002</c:v>
                </c:pt>
                <c:pt idx="3287">
                  <c:v>2685.1170000000002</c:v>
                </c:pt>
                <c:pt idx="3288">
                  <c:v>2685.5990000000002</c:v>
                </c:pt>
                <c:pt idx="3289">
                  <c:v>2686.0819999999999</c:v>
                </c:pt>
                <c:pt idx="3290">
                  <c:v>2686.5639999999999</c:v>
                </c:pt>
                <c:pt idx="3291">
                  <c:v>2687.0459999999998</c:v>
                </c:pt>
                <c:pt idx="3292">
                  <c:v>2687.5279999999998</c:v>
                </c:pt>
                <c:pt idx="3293">
                  <c:v>2688.01</c:v>
                </c:pt>
                <c:pt idx="3294">
                  <c:v>2688.4920000000002</c:v>
                </c:pt>
                <c:pt idx="3295">
                  <c:v>2688.9740000000002</c:v>
                </c:pt>
                <c:pt idx="3296">
                  <c:v>2689.4560000000001</c:v>
                </c:pt>
                <c:pt idx="3297">
                  <c:v>2689.9380000000001</c:v>
                </c:pt>
                <c:pt idx="3298">
                  <c:v>2690.4209999999998</c:v>
                </c:pt>
                <c:pt idx="3299">
                  <c:v>2690.9029999999998</c:v>
                </c:pt>
                <c:pt idx="3300">
                  <c:v>2691.3850000000002</c:v>
                </c:pt>
                <c:pt idx="3301">
                  <c:v>2691.8670000000002</c:v>
                </c:pt>
                <c:pt idx="3302">
                  <c:v>2692.3490000000002</c:v>
                </c:pt>
                <c:pt idx="3303">
                  <c:v>2692.8310000000001</c:v>
                </c:pt>
                <c:pt idx="3304">
                  <c:v>2693.3130000000001</c:v>
                </c:pt>
                <c:pt idx="3305">
                  <c:v>2693.7950000000001</c:v>
                </c:pt>
                <c:pt idx="3306">
                  <c:v>2694.2779999999998</c:v>
                </c:pt>
                <c:pt idx="3307">
                  <c:v>2694.76</c:v>
                </c:pt>
                <c:pt idx="3308">
                  <c:v>2695.2420000000002</c:v>
                </c:pt>
                <c:pt idx="3309">
                  <c:v>2695.7240000000002</c:v>
                </c:pt>
                <c:pt idx="3310">
                  <c:v>2696.2060000000001</c:v>
                </c:pt>
                <c:pt idx="3311">
                  <c:v>2696.6880000000001</c:v>
                </c:pt>
                <c:pt idx="3312">
                  <c:v>2697.17</c:v>
                </c:pt>
                <c:pt idx="3313">
                  <c:v>2697.652</c:v>
                </c:pt>
                <c:pt idx="3314">
                  <c:v>2698.1350000000002</c:v>
                </c:pt>
                <c:pt idx="3315">
                  <c:v>2698.6170000000002</c:v>
                </c:pt>
                <c:pt idx="3316">
                  <c:v>2699.0990000000002</c:v>
                </c:pt>
                <c:pt idx="3317">
                  <c:v>2699.5810000000001</c:v>
                </c:pt>
                <c:pt idx="3318">
                  <c:v>2700.0630000000001</c:v>
                </c:pt>
                <c:pt idx="3319">
                  <c:v>2700.5450000000001</c:v>
                </c:pt>
                <c:pt idx="3320">
                  <c:v>2701.027</c:v>
                </c:pt>
                <c:pt idx="3321">
                  <c:v>2701.509</c:v>
                </c:pt>
                <c:pt idx="3322">
                  <c:v>2701.991</c:v>
                </c:pt>
                <c:pt idx="3323">
                  <c:v>2702.4740000000002</c:v>
                </c:pt>
                <c:pt idx="3324">
                  <c:v>2702.9560000000001</c:v>
                </c:pt>
                <c:pt idx="3325">
                  <c:v>2703.4380000000001</c:v>
                </c:pt>
                <c:pt idx="3326">
                  <c:v>2703.92</c:v>
                </c:pt>
                <c:pt idx="3327">
                  <c:v>2704.402</c:v>
                </c:pt>
                <c:pt idx="3328">
                  <c:v>2704.884</c:v>
                </c:pt>
                <c:pt idx="3329">
                  <c:v>2705.366</c:v>
                </c:pt>
                <c:pt idx="3330">
                  <c:v>2705.848</c:v>
                </c:pt>
                <c:pt idx="3331">
                  <c:v>2706.3310000000001</c:v>
                </c:pt>
                <c:pt idx="3332">
                  <c:v>2706.8130000000001</c:v>
                </c:pt>
                <c:pt idx="3333">
                  <c:v>2707.2950000000001</c:v>
                </c:pt>
                <c:pt idx="3334">
                  <c:v>2707.777</c:v>
                </c:pt>
                <c:pt idx="3335">
                  <c:v>2708.259</c:v>
                </c:pt>
                <c:pt idx="3336">
                  <c:v>2708.741</c:v>
                </c:pt>
                <c:pt idx="3337">
                  <c:v>2709.223</c:v>
                </c:pt>
                <c:pt idx="3338">
                  <c:v>2709.7049999999999</c:v>
                </c:pt>
                <c:pt idx="3339">
                  <c:v>2710.1880000000001</c:v>
                </c:pt>
                <c:pt idx="3340">
                  <c:v>2710.6689999999999</c:v>
                </c:pt>
                <c:pt idx="3341">
                  <c:v>2711.152</c:v>
                </c:pt>
                <c:pt idx="3342">
                  <c:v>2711.634</c:v>
                </c:pt>
                <c:pt idx="3343">
                  <c:v>2712.116</c:v>
                </c:pt>
                <c:pt idx="3344">
                  <c:v>2712.598</c:v>
                </c:pt>
                <c:pt idx="3345">
                  <c:v>2713.08</c:v>
                </c:pt>
                <c:pt idx="3346">
                  <c:v>2713.5619999999999</c:v>
                </c:pt>
                <c:pt idx="3347">
                  <c:v>2714.0439999999999</c:v>
                </c:pt>
                <c:pt idx="3348">
                  <c:v>2714.5259999999998</c:v>
                </c:pt>
                <c:pt idx="3349">
                  <c:v>2715.009</c:v>
                </c:pt>
                <c:pt idx="3350">
                  <c:v>2715.491</c:v>
                </c:pt>
                <c:pt idx="3351">
                  <c:v>2715.973</c:v>
                </c:pt>
                <c:pt idx="3352">
                  <c:v>2716.4549999999999</c:v>
                </c:pt>
                <c:pt idx="3353">
                  <c:v>2716.9369999999999</c:v>
                </c:pt>
                <c:pt idx="3354">
                  <c:v>2717.4189999999999</c:v>
                </c:pt>
                <c:pt idx="3355">
                  <c:v>2717.9009999999998</c:v>
                </c:pt>
                <c:pt idx="3356">
                  <c:v>2718.3829999999998</c:v>
                </c:pt>
                <c:pt idx="3357">
                  <c:v>2718.8649999999998</c:v>
                </c:pt>
                <c:pt idx="3358">
                  <c:v>2719.348</c:v>
                </c:pt>
                <c:pt idx="3359">
                  <c:v>2719.83</c:v>
                </c:pt>
                <c:pt idx="3360">
                  <c:v>2720.3119999999999</c:v>
                </c:pt>
                <c:pt idx="3361">
                  <c:v>2720.7939999999999</c:v>
                </c:pt>
                <c:pt idx="3362">
                  <c:v>2721.2759999999998</c:v>
                </c:pt>
                <c:pt idx="3363">
                  <c:v>2721.7579999999998</c:v>
                </c:pt>
                <c:pt idx="3364">
                  <c:v>2722.24</c:v>
                </c:pt>
                <c:pt idx="3365">
                  <c:v>2722.7220000000002</c:v>
                </c:pt>
                <c:pt idx="3366">
                  <c:v>2723.2049999999999</c:v>
                </c:pt>
                <c:pt idx="3367">
                  <c:v>2723.6869999999999</c:v>
                </c:pt>
                <c:pt idx="3368">
                  <c:v>2724.1689999999999</c:v>
                </c:pt>
                <c:pt idx="3369">
                  <c:v>2724.6509999999998</c:v>
                </c:pt>
                <c:pt idx="3370">
                  <c:v>2725.1329999999998</c:v>
                </c:pt>
                <c:pt idx="3371">
                  <c:v>2725.6149999999998</c:v>
                </c:pt>
                <c:pt idx="3372">
                  <c:v>2726.0970000000002</c:v>
                </c:pt>
                <c:pt idx="3373">
                  <c:v>2726.5790000000002</c:v>
                </c:pt>
                <c:pt idx="3374">
                  <c:v>2727.0619999999999</c:v>
                </c:pt>
                <c:pt idx="3375">
                  <c:v>2727.5439999999999</c:v>
                </c:pt>
                <c:pt idx="3376">
                  <c:v>2728.0259999999998</c:v>
                </c:pt>
                <c:pt idx="3377">
                  <c:v>2728.5079999999998</c:v>
                </c:pt>
                <c:pt idx="3378">
                  <c:v>2728.99</c:v>
                </c:pt>
                <c:pt idx="3379">
                  <c:v>2729.4720000000002</c:v>
                </c:pt>
                <c:pt idx="3380">
                  <c:v>2729.9540000000002</c:v>
                </c:pt>
                <c:pt idx="3381">
                  <c:v>2730.4360000000001</c:v>
                </c:pt>
                <c:pt idx="3382">
                  <c:v>2730.9180000000001</c:v>
                </c:pt>
                <c:pt idx="3383">
                  <c:v>2731.4009999999998</c:v>
                </c:pt>
                <c:pt idx="3384">
                  <c:v>2731.8829999999998</c:v>
                </c:pt>
                <c:pt idx="3385">
                  <c:v>2732.3649999999998</c:v>
                </c:pt>
                <c:pt idx="3386">
                  <c:v>2732.8470000000002</c:v>
                </c:pt>
                <c:pt idx="3387">
                  <c:v>2733.3290000000002</c:v>
                </c:pt>
                <c:pt idx="3388">
                  <c:v>2733.8110000000001</c:v>
                </c:pt>
                <c:pt idx="3389">
                  <c:v>2734.2930000000001</c:v>
                </c:pt>
                <c:pt idx="3390">
                  <c:v>2734.7750000000001</c:v>
                </c:pt>
                <c:pt idx="3391">
                  <c:v>2735.2579999999998</c:v>
                </c:pt>
                <c:pt idx="3392">
                  <c:v>2735.74</c:v>
                </c:pt>
                <c:pt idx="3393">
                  <c:v>2736.2220000000002</c:v>
                </c:pt>
                <c:pt idx="3394">
                  <c:v>2736.7040000000002</c:v>
                </c:pt>
                <c:pt idx="3395">
                  <c:v>2737.1860000000001</c:v>
                </c:pt>
                <c:pt idx="3396">
                  <c:v>2737.6680000000001</c:v>
                </c:pt>
                <c:pt idx="3397">
                  <c:v>2738.15</c:v>
                </c:pt>
                <c:pt idx="3398">
                  <c:v>2738.6320000000001</c:v>
                </c:pt>
                <c:pt idx="3399">
                  <c:v>2739.1149999999998</c:v>
                </c:pt>
                <c:pt idx="3400">
                  <c:v>2739.596</c:v>
                </c:pt>
                <c:pt idx="3401">
                  <c:v>2740.0790000000002</c:v>
                </c:pt>
                <c:pt idx="3402">
                  <c:v>2740.5610000000001</c:v>
                </c:pt>
                <c:pt idx="3403">
                  <c:v>2741.0430000000001</c:v>
                </c:pt>
                <c:pt idx="3404">
                  <c:v>2741.5250000000001</c:v>
                </c:pt>
                <c:pt idx="3405">
                  <c:v>2742.0070000000001</c:v>
                </c:pt>
                <c:pt idx="3406">
                  <c:v>2742.489</c:v>
                </c:pt>
                <c:pt idx="3407">
                  <c:v>2742.971</c:v>
                </c:pt>
                <c:pt idx="3408">
                  <c:v>2743.453</c:v>
                </c:pt>
                <c:pt idx="3409">
                  <c:v>2743.9360000000001</c:v>
                </c:pt>
                <c:pt idx="3410">
                  <c:v>2744.4180000000001</c:v>
                </c:pt>
                <c:pt idx="3411">
                  <c:v>2744.9</c:v>
                </c:pt>
                <c:pt idx="3412">
                  <c:v>2745.3820000000001</c:v>
                </c:pt>
                <c:pt idx="3413">
                  <c:v>2745.864</c:v>
                </c:pt>
                <c:pt idx="3414">
                  <c:v>2746.346</c:v>
                </c:pt>
                <c:pt idx="3415">
                  <c:v>2746.828</c:v>
                </c:pt>
                <c:pt idx="3416">
                  <c:v>2747.31</c:v>
                </c:pt>
                <c:pt idx="3417">
                  <c:v>2747.7919999999999</c:v>
                </c:pt>
                <c:pt idx="3418">
                  <c:v>2748.2750000000001</c:v>
                </c:pt>
                <c:pt idx="3419">
                  <c:v>2748.7570000000001</c:v>
                </c:pt>
                <c:pt idx="3420">
                  <c:v>2749.239</c:v>
                </c:pt>
                <c:pt idx="3421">
                  <c:v>2749.721</c:v>
                </c:pt>
                <c:pt idx="3422">
                  <c:v>2750.203</c:v>
                </c:pt>
                <c:pt idx="3423">
                  <c:v>2750.6849999999999</c:v>
                </c:pt>
                <c:pt idx="3424">
                  <c:v>2751.1669999999999</c:v>
                </c:pt>
                <c:pt idx="3425">
                  <c:v>2751.6489999999999</c:v>
                </c:pt>
                <c:pt idx="3426">
                  <c:v>2752.1320000000001</c:v>
                </c:pt>
                <c:pt idx="3427">
                  <c:v>2752.614</c:v>
                </c:pt>
                <c:pt idx="3428">
                  <c:v>2753.096</c:v>
                </c:pt>
                <c:pt idx="3429">
                  <c:v>2753.578</c:v>
                </c:pt>
                <c:pt idx="3430">
                  <c:v>2754.06</c:v>
                </c:pt>
                <c:pt idx="3431">
                  <c:v>2754.5419999999999</c:v>
                </c:pt>
                <c:pt idx="3432">
                  <c:v>2755.0239999999999</c:v>
                </c:pt>
                <c:pt idx="3433">
                  <c:v>2755.5059999999999</c:v>
                </c:pt>
                <c:pt idx="3434">
                  <c:v>2755.989</c:v>
                </c:pt>
                <c:pt idx="3435">
                  <c:v>2756.471</c:v>
                </c:pt>
                <c:pt idx="3436">
                  <c:v>2756.953</c:v>
                </c:pt>
                <c:pt idx="3437">
                  <c:v>2757.4349999999999</c:v>
                </c:pt>
                <c:pt idx="3438">
                  <c:v>2757.9169999999999</c:v>
                </c:pt>
                <c:pt idx="3439">
                  <c:v>2758.3989999999999</c:v>
                </c:pt>
                <c:pt idx="3440">
                  <c:v>2758.8809999999999</c:v>
                </c:pt>
                <c:pt idx="3441">
                  <c:v>2759.3629999999998</c:v>
                </c:pt>
                <c:pt idx="3442">
                  <c:v>2759.8449999999998</c:v>
                </c:pt>
                <c:pt idx="3443">
                  <c:v>2760.328</c:v>
                </c:pt>
                <c:pt idx="3444">
                  <c:v>2760.81</c:v>
                </c:pt>
                <c:pt idx="3445">
                  <c:v>2761.2919999999999</c:v>
                </c:pt>
                <c:pt idx="3446">
                  <c:v>2761.7739999999999</c:v>
                </c:pt>
                <c:pt idx="3447">
                  <c:v>2762.2559999999999</c:v>
                </c:pt>
                <c:pt idx="3448">
                  <c:v>2762.7379999999998</c:v>
                </c:pt>
                <c:pt idx="3449">
                  <c:v>2763.22</c:v>
                </c:pt>
                <c:pt idx="3450">
                  <c:v>2763.7020000000002</c:v>
                </c:pt>
                <c:pt idx="3451">
                  <c:v>2764.1849999999999</c:v>
                </c:pt>
                <c:pt idx="3452">
                  <c:v>2764.6669999999999</c:v>
                </c:pt>
                <c:pt idx="3453">
                  <c:v>2765.1489999999999</c:v>
                </c:pt>
                <c:pt idx="3454">
                  <c:v>2765.6309999999999</c:v>
                </c:pt>
                <c:pt idx="3455">
                  <c:v>2766.1129999999998</c:v>
                </c:pt>
                <c:pt idx="3456">
                  <c:v>2766.5949999999998</c:v>
                </c:pt>
                <c:pt idx="3457">
                  <c:v>2767.0770000000002</c:v>
                </c:pt>
                <c:pt idx="3458">
                  <c:v>2767.5590000000002</c:v>
                </c:pt>
                <c:pt idx="3459">
                  <c:v>2768.0419999999999</c:v>
                </c:pt>
                <c:pt idx="3460">
                  <c:v>2768.5230000000001</c:v>
                </c:pt>
                <c:pt idx="3461">
                  <c:v>2769.0059999999999</c:v>
                </c:pt>
                <c:pt idx="3462">
                  <c:v>2769.4879999999998</c:v>
                </c:pt>
                <c:pt idx="3463">
                  <c:v>2769.97</c:v>
                </c:pt>
                <c:pt idx="3464">
                  <c:v>2770.4520000000002</c:v>
                </c:pt>
                <c:pt idx="3465">
                  <c:v>2770.9340000000002</c:v>
                </c:pt>
                <c:pt idx="3466">
                  <c:v>2771.4160000000002</c:v>
                </c:pt>
                <c:pt idx="3467">
                  <c:v>2771.8980000000001</c:v>
                </c:pt>
                <c:pt idx="3468">
                  <c:v>2772.38</c:v>
                </c:pt>
                <c:pt idx="3469">
                  <c:v>2772.8629999999998</c:v>
                </c:pt>
                <c:pt idx="3470">
                  <c:v>2773.3449999999998</c:v>
                </c:pt>
                <c:pt idx="3471">
                  <c:v>2773.8270000000002</c:v>
                </c:pt>
                <c:pt idx="3472">
                  <c:v>2774.3090000000002</c:v>
                </c:pt>
                <c:pt idx="3473">
                  <c:v>2774.7910000000002</c:v>
                </c:pt>
                <c:pt idx="3474">
                  <c:v>2775.2730000000001</c:v>
                </c:pt>
                <c:pt idx="3475">
                  <c:v>2775.7550000000001</c:v>
                </c:pt>
                <c:pt idx="3476">
                  <c:v>2776.2370000000001</c:v>
                </c:pt>
                <c:pt idx="3477">
                  <c:v>2776.7190000000001</c:v>
                </c:pt>
                <c:pt idx="3478">
                  <c:v>2777.2020000000002</c:v>
                </c:pt>
                <c:pt idx="3479">
                  <c:v>2777.6840000000002</c:v>
                </c:pt>
                <c:pt idx="3480">
                  <c:v>2778.1660000000002</c:v>
                </c:pt>
                <c:pt idx="3481">
                  <c:v>2778.6480000000001</c:v>
                </c:pt>
                <c:pt idx="3482">
                  <c:v>2779.13</c:v>
                </c:pt>
                <c:pt idx="3483">
                  <c:v>2779.6120000000001</c:v>
                </c:pt>
                <c:pt idx="3484">
                  <c:v>2780.0940000000001</c:v>
                </c:pt>
                <c:pt idx="3485">
                  <c:v>2780.576</c:v>
                </c:pt>
                <c:pt idx="3486">
                  <c:v>2781.0590000000002</c:v>
                </c:pt>
                <c:pt idx="3487">
                  <c:v>2781.5410000000002</c:v>
                </c:pt>
                <c:pt idx="3488">
                  <c:v>2782.0230000000001</c:v>
                </c:pt>
                <c:pt idx="3489">
                  <c:v>2782.5050000000001</c:v>
                </c:pt>
                <c:pt idx="3490">
                  <c:v>2782.9870000000001</c:v>
                </c:pt>
                <c:pt idx="3491">
                  <c:v>2783.4690000000001</c:v>
                </c:pt>
                <c:pt idx="3492">
                  <c:v>2783.951</c:v>
                </c:pt>
                <c:pt idx="3493">
                  <c:v>2784.433</c:v>
                </c:pt>
                <c:pt idx="3494">
                  <c:v>2784.9160000000002</c:v>
                </c:pt>
                <c:pt idx="3495">
                  <c:v>2785.3980000000001</c:v>
                </c:pt>
                <c:pt idx="3496">
                  <c:v>2785.88</c:v>
                </c:pt>
                <c:pt idx="3497">
                  <c:v>2786.3620000000001</c:v>
                </c:pt>
                <c:pt idx="3498">
                  <c:v>2786.8440000000001</c:v>
                </c:pt>
                <c:pt idx="3499">
                  <c:v>2787.326</c:v>
                </c:pt>
                <c:pt idx="3500">
                  <c:v>2787.808</c:v>
                </c:pt>
                <c:pt idx="3501">
                  <c:v>2788.29</c:v>
                </c:pt>
                <c:pt idx="3502">
                  <c:v>2788.7719999999999</c:v>
                </c:pt>
                <c:pt idx="3503">
                  <c:v>2789.2550000000001</c:v>
                </c:pt>
                <c:pt idx="3504">
                  <c:v>2789.7370000000001</c:v>
                </c:pt>
                <c:pt idx="3505">
                  <c:v>2790.2190000000001</c:v>
                </c:pt>
                <c:pt idx="3506">
                  <c:v>2790.701</c:v>
                </c:pt>
                <c:pt idx="3507">
                  <c:v>2791.183</c:v>
                </c:pt>
                <c:pt idx="3508">
                  <c:v>2791.665</c:v>
                </c:pt>
                <c:pt idx="3509">
                  <c:v>2792.1469999999999</c:v>
                </c:pt>
                <c:pt idx="3510">
                  <c:v>2792.6289999999999</c:v>
                </c:pt>
                <c:pt idx="3511">
                  <c:v>2793.1120000000001</c:v>
                </c:pt>
                <c:pt idx="3512">
                  <c:v>2793.5940000000001</c:v>
                </c:pt>
                <c:pt idx="3513">
                  <c:v>2794.076</c:v>
                </c:pt>
                <c:pt idx="3514">
                  <c:v>2794.558</c:v>
                </c:pt>
                <c:pt idx="3515">
                  <c:v>2795.04</c:v>
                </c:pt>
                <c:pt idx="3516">
                  <c:v>2795.5219999999999</c:v>
                </c:pt>
                <c:pt idx="3517">
                  <c:v>2796.0039999999999</c:v>
                </c:pt>
                <c:pt idx="3518">
                  <c:v>2796.4859999999999</c:v>
                </c:pt>
                <c:pt idx="3519">
                  <c:v>2796.9690000000001</c:v>
                </c:pt>
                <c:pt idx="3520">
                  <c:v>2797.45</c:v>
                </c:pt>
                <c:pt idx="3521">
                  <c:v>2797.933</c:v>
                </c:pt>
                <c:pt idx="3522">
                  <c:v>2798.415</c:v>
                </c:pt>
                <c:pt idx="3523">
                  <c:v>2798.8969999999999</c:v>
                </c:pt>
                <c:pt idx="3524">
                  <c:v>2799.3789999999999</c:v>
                </c:pt>
                <c:pt idx="3525">
                  <c:v>2799.8609999999999</c:v>
                </c:pt>
                <c:pt idx="3526">
                  <c:v>2800.3429999999998</c:v>
                </c:pt>
                <c:pt idx="3527">
                  <c:v>2800.8249999999998</c:v>
                </c:pt>
                <c:pt idx="3528">
                  <c:v>2801.3069999999998</c:v>
                </c:pt>
                <c:pt idx="3529">
                  <c:v>2801.79</c:v>
                </c:pt>
                <c:pt idx="3530">
                  <c:v>2802.2719999999999</c:v>
                </c:pt>
                <c:pt idx="3531">
                  <c:v>2802.7539999999999</c:v>
                </c:pt>
                <c:pt idx="3532">
                  <c:v>2803.2359999999999</c:v>
                </c:pt>
                <c:pt idx="3533">
                  <c:v>2803.7179999999998</c:v>
                </c:pt>
                <c:pt idx="3534">
                  <c:v>2804.2</c:v>
                </c:pt>
                <c:pt idx="3535">
                  <c:v>2804.6819999999998</c:v>
                </c:pt>
                <c:pt idx="3536">
                  <c:v>2805.1640000000002</c:v>
                </c:pt>
                <c:pt idx="3537">
                  <c:v>2805.6460000000002</c:v>
                </c:pt>
                <c:pt idx="3538">
                  <c:v>2806.1289999999999</c:v>
                </c:pt>
                <c:pt idx="3539">
                  <c:v>2806.6109999999999</c:v>
                </c:pt>
                <c:pt idx="3540">
                  <c:v>2807.0929999999998</c:v>
                </c:pt>
                <c:pt idx="3541">
                  <c:v>2807.5749999999998</c:v>
                </c:pt>
                <c:pt idx="3542">
                  <c:v>2808.0569999999998</c:v>
                </c:pt>
                <c:pt idx="3543">
                  <c:v>2808.5390000000002</c:v>
                </c:pt>
                <c:pt idx="3544">
                  <c:v>2809.0210000000002</c:v>
                </c:pt>
                <c:pt idx="3545">
                  <c:v>2809.5030000000002</c:v>
                </c:pt>
                <c:pt idx="3546">
                  <c:v>2809.9859999999999</c:v>
                </c:pt>
                <c:pt idx="3547">
                  <c:v>2810.4679999999998</c:v>
                </c:pt>
                <c:pt idx="3548">
                  <c:v>2810.95</c:v>
                </c:pt>
                <c:pt idx="3549">
                  <c:v>2811.4319999999998</c:v>
                </c:pt>
                <c:pt idx="3550">
                  <c:v>2811.9140000000002</c:v>
                </c:pt>
                <c:pt idx="3551">
                  <c:v>2812.3960000000002</c:v>
                </c:pt>
                <c:pt idx="3552">
                  <c:v>2812.8780000000002</c:v>
                </c:pt>
                <c:pt idx="3553">
                  <c:v>2813.36</c:v>
                </c:pt>
                <c:pt idx="3554">
                  <c:v>2813.8429999999998</c:v>
                </c:pt>
                <c:pt idx="3555">
                  <c:v>2814.3249999999998</c:v>
                </c:pt>
                <c:pt idx="3556">
                  <c:v>2814.8069999999998</c:v>
                </c:pt>
                <c:pt idx="3557">
                  <c:v>2815.2890000000002</c:v>
                </c:pt>
                <c:pt idx="3558">
                  <c:v>2815.7710000000002</c:v>
                </c:pt>
                <c:pt idx="3559">
                  <c:v>2816.2530000000002</c:v>
                </c:pt>
                <c:pt idx="3560">
                  <c:v>2816.7350000000001</c:v>
                </c:pt>
                <c:pt idx="3561">
                  <c:v>2817.2170000000001</c:v>
                </c:pt>
                <c:pt idx="3562">
                  <c:v>2817.6990000000001</c:v>
                </c:pt>
                <c:pt idx="3563">
                  <c:v>2818.1819999999998</c:v>
                </c:pt>
                <c:pt idx="3564">
                  <c:v>2818.6640000000002</c:v>
                </c:pt>
                <c:pt idx="3565">
                  <c:v>2819.1460000000002</c:v>
                </c:pt>
                <c:pt idx="3566">
                  <c:v>2819.6280000000002</c:v>
                </c:pt>
                <c:pt idx="3567">
                  <c:v>2820.11</c:v>
                </c:pt>
                <c:pt idx="3568">
                  <c:v>2820.5920000000001</c:v>
                </c:pt>
                <c:pt idx="3569">
                  <c:v>2821.0740000000001</c:v>
                </c:pt>
                <c:pt idx="3570">
                  <c:v>2821.556</c:v>
                </c:pt>
                <c:pt idx="3571">
                  <c:v>2822.0390000000002</c:v>
                </c:pt>
                <c:pt idx="3572">
                  <c:v>2822.5210000000002</c:v>
                </c:pt>
                <c:pt idx="3573">
                  <c:v>2823.0030000000002</c:v>
                </c:pt>
                <c:pt idx="3574">
                  <c:v>2823.4850000000001</c:v>
                </c:pt>
                <c:pt idx="3575">
                  <c:v>2823.9670000000001</c:v>
                </c:pt>
                <c:pt idx="3576">
                  <c:v>2824.4490000000001</c:v>
                </c:pt>
                <c:pt idx="3577">
                  <c:v>2824.931</c:v>
                </c:pt>
                <c:pt idx="3578">
                  <c:v>2825.413</c:v>
                </c:pt>
                <c:pt idx="3579">
                  <c:v>2825.8960000000002</c:v>
                </c:pt>
                <c:pt idx="3580">
                  <c:v>2826.377</c:v>
                </c:pt>
                <c:pt idx="3581">
                  <c:v>2826.86</c:v>
                </c:pt>
                <c:pt idx="3582">
                  <c:v>2827.3420000000001</c:v>
                </c:pt>
                <c:pt idx="3583">
                  <c:v>2827.8240000000001</c:v>
                </c:pt>
                <c:pt idx="3584">
                  <c:v>2828.306</c:v>
                </c:pt>
                <c:pt idx="3585">
                  <c:v>2828.788</c:v>
                </c:pt>
                <c:pt idx="3586">
                  <c:v>2829.27</c:v>
                </c:pt>
                <c:pt idx="3587">
                  <c:v>2829.752</c:v>
                </c:pt>
                <c:pt idx="3588">
                  <c:v>2830.2339999999999</c:v>
                </c:pt>
                <c:pt idx="3589">
                  <c:v>2830.7170000000001</c:v>
                </c:pt>
                <c:pt idx="3590">
                  <c:v>2831.1990000000001</c:v>
                </c:pt>
                <c:pt idx="3591">
                  <c:v>2831.681</c:v>
                </c:pt>
                <c:pt idx="3592">
                  <c:v>2832.163</c:v>
                </c:pt>
                <c:pt idx="3593">
                  <c:v>2832.645</c:v>
                </c:pt>
                <c:pt idx="3594">
                  <c:v>2833.127</c:v>
                </c:pt>
                <c:pt idx="3595">
                  <c:v>2833.6089999999999</c:v>
                </c:pt>
                <c:pt idx="3596">
                  <c:v>2834.0909999999999</c:v>
                </c:pt>
                <c:pt idx="3597">
                  <c:v>2834.5729999999999</c:v>
                </c:pt>
                <c:pt idx="3598">
                  <c:v>2835.056</c:v>
                </c:pt>
                <c:pt idx="3599">
                  <c:v>2835.538</c:v>
                </c:pt>
                <c:pt idx="3600">
                  <c:v>2836.02</c:v>
                </c:pt>
                <c:pt idx="3601">
                  <c:v>2836.502</c:v>
                </c:pt>
                <c:pt idx="3602">
                  <c:v>2836.9839999999999</c:v>
                </c:pt>
                <c:pt idx="3603">
                  <c:v>2837.4659999999999</c:v>
                </c:pt>
                <c:pt idx="3604">
                  <c:v>2837.9479999999999</c:v>
                </c:pt>
                <c:pt idx="3605">
                  <c:v>2838.43</c:v>
                </c:pt>
                <c:pt idx="3606">
                  <c:v>2838.913</c:v>
                </c:pt>
                <c:pt idx="3607">
                  <c:v>2839.395</c:v>
                </c:pt>
                <c:pt idx="3608">
                  <c:v>2839.877</c:v>
                </c:pt>
                <c:pt idx="3609">
                  <c:v>2840.3589999999999</c:v>
                </c:pt>
                <c:pt idx="3610">
                  <c:v>2840.8409999999999</c:v>
                </c:pt>
                <c:pt idx="3611">
                  <c:v>2841.3229999999999</c:v>
                </c:pt>
                <c:pt idx="3612">
                  <c:v>2841.8049999999998</c:v>
                </c:pt>
                <c:pt idx="3613">
                  <c:v>2842.2869999999998</c:v>
                </c:pt>
                <c:pt idx="3614">
                  <c:v>2842.77</c:v>
                </c:pt>
                <c:pt idx="3615">
                  <c:v>2843.252</c:v>
                </c:pt>
                <c:pt idx="3616">
                  <c:v>2843.7339999999999</c:v>
                </c:pt>
                <c:pt idx="3617">
                  <c:v>2844.2159999999999</c:v>
                </c:pt>
                <c:pt idx="3618">
                  <c:v>2844.6979999999999</c:v>
                </c:pt>
                <c:pt idx="3619">
                  <c:v>2845.18</c:v>
                </c:pt>
                <c:pt idx="3620">
                  <c:v>2845.6619999999998</c:v>
                </c:pt>
                <c:pt idx="3621">
                  <c:v>2846.1439999999998</c:v>
                </c:pt>
                <c:pt idx="3622">
                  <c:v>2846.6260000000002</c:v>
                </c:pt>
                <c:pt idx="3623">
                  <c:v>2847.1089999999999</c:v>
                </c:pt>
                <c:pt idx="3624">
                  <c:v>2847.5909999999999</c:v>
                </c:pt>
                <c:pt idx="3625">
                  <c:v>2848.0729999999999</c:v>
                </c:pt>
                <c:pt idx="3626">
                  <c:v>2848.5549999999998</c:v>
                </c:pt>
                <c:pt idx="3627">
                  <c:v>2849.0369999999998</c:v>
                </c:pt>
                <c:pt idx="3628">
                  <c:v>2849.5189999999998</c:v>
                </c:pt>
                <c:pt idx="3629">
                  <c:v>2850.0010000000002</c:v>
                </c:pt>
                <c:pt idx="3630">
                  <c:v>2850.4830000000002</c:v>
                </c:pt>
                <c:pt idx="3631">
                  <c:v>2850.9659999999999</c:v>
                </c:pt>
                <c:pt idx="3632">
                  <c:v>2851.4479999999999</c:v>
                </c:pt>
                <c:pt idx="3633">
                  <c:v>2851.93</c:v>
                </c:pt>
                <c:pt idx="3634">
                  <c:v>2852.4119999999998</c:v>
                </c:pt>
                <c:pt idx="3635">
                  <c:v>2852.8939999999998</c:v>
                </c:pt>
                <c:pt idx="3636">
                  <c:v>2853.3760000000002</c:v>
                </c:pt>
                <c:pt idx="3637">
                  <c:v>2853.8580000000002</c:v>
                </c:pt>
                <c:pt idx="3638">
                  <c:v>2854.34</c:v>
                </c:pt>
                <c:pt idx="3639">
                  <c:v>2854.8229999999999</c:v>
                </c:pt>
                <c:pt idx="3640">
                  <c:v>2855.3040000000001</c:v>
                </c:pt>
                <c:pt idx="3641">
                  <c:v>2855.7869999999998</c:v>
                </c:pt>
                <c:pt idx="3642">
                  <c:v>2856.2689999999998</c:v>
                </c:pt>
                <c:pt idx="3643">
                  <c:v>2856.7510000000002</c:v>
                </c:pt>
                <c:pt idx="3644">
                  <c:v>2857.2330000000002</c:v>
                </c:pt>
                <c:pt idx="3645">
                  <c:v>2857.7150000000001</c:v>
                </c:pt>
                <c:pt idx="3646">
                  <c:v>2858.1970000000001</c:v>
                </c:pt>
                <c:pt idx="3647">
                  <c:v>2858.6790000000001</c:v>
                </c:pt>
                <c:pt idx="3648">
                  <c:v>2859.1610000000001</c:v>
                </c:pt>
                <c:pt idx="3649">
                  <c:v>2859.6439999999998</c:v>
                </c:pt>
                <c:pt idx="3650">
                  <c:v>2860.1260000000002</c:v>
                </c:pt>
                <c:pt idx="3651">
                  <c:v>2860.6080000000002</c:v>
                </c:pt>
                <c:pt idx="3652">
                  <c:v>2861.09</c:v>
                </c:pt>
                <c:pt idx="3653">
                  <c:v>2861.5720000000001</c:v>
                </c:pt>
                <c:pt idx="3654">
                  <c:v>2862.0540000000001</c:v>
                </c:pt>
                <c:pt idx="3655">
                  <c:v>2862.5360000000001</c:v>
                </c:pt>
                <c:pt idx="3656">
                  <c:v>2863.018</c:v>
                </c:pt>
                <c:pt idx="3657">
                  <c:v>2863.5</c:v>
                </c:pt>
                <c:pt idx="3658">
                  <c:v>2863.9830000000002</c:v>
                </c:pt>
                <c:pt idx="3659">
                  <c:v>2864.4650000000001</c:v>
                </c:pt>
                <c:pt idx="3660">
                  <c:v>2864.9470000000001</c:v>
                </c:pt>
                <c:pt idx="3661">
                  <c:v>2865.4290000000001</c:v>
                </c:pt>
                <c:pt idx="3662">
                  <c:v>2865.9110000000001</c:v>
                </c:pt>
                <c:pt idx="3663">
                  <c:v>2866.393</c:v>
                </c:pt>
                <c:pt idx="3664">
                  <c:v>2866.875</c:v>
                </c:pt>
                <c:pt idx="3665">
                  <c:v>2867.357</c:v>
                </c:pt>
                <c:pt idx="3666">
                  <c:v>2867.84</c:v>
                </c:pt>
                <c:pt idx="3667">
                  <c:v>2868.3220000000001</c:v>
                </c:pt>
                <c:pt idx="3668">
                  <c:v>2868.8040000000001</c:v>
                </c:pt>
                <c:pt idx="3669">
                  <c:v>2869.2860000000001</c:v>
                </c:pt>
                <c:pt idx="3670">
                  <c:v>2869.768</c:v>
                </c:pt>
                <c:pt idx="3671">
                  <c:v>2870.25</c:v>
                </c:pt>
                <c:pt idx="3672">
                  <c:v>2870.732</c:v>
                </c:pt>
                <c:pt idx="3673">
                  <c:v>2871.2139999999999</c:v>
                </c:pt>
                <c:pt idx="3674">
                  <c:v>2871.6970000000001</c:v>
                </c:pt>
                <c:pt idx="3675">
                  <c:v>2872.1790000000001</c:v>
                </c:pt>
                <c:pt idx="3676">
                  <c:v>2872.6610000000001</c:v>
                </c:pt>
                <c:pt idx="3677">
                  <c:v>2873.143</c:v>
                </c:pt>
                <c:pt idx="3678">
                  <c:v>2873.625</c:v>
                </c:pt>
                <c:pt idx="3679">
                  <c:v>2874.107</c:v>
                </c:pt>
                <c:pt idx="3680">
                  <c:v>2874.5889999999999</c:v>
                </c:pt>
                <c:pt idx="3681">
                  <c:v>2875.0709999999999</c:v>
                </c:pt>
                <c:pt idx="3682">
                  <c:v>2875.5529999999999</c:v>
                </c:pt>
                <c:pt idx="3683">
                  <c:v>2876.0360000000001</c:v>
                </c:pt>
                <c:pt idx="3684">
                  <c:v>2876.518</c:v>
                </c:pt>
                <c:pt idx="3685">
                  <c:v>2877</c:v>
                </c:pt>
                <c:pt idx="3686">
                  <c:v>2877.482</c:v>
                </c:pt>
                <c:pt idx="3687">
                  <c:v>2877.9639999999999</c:v>
                </c:pt>
                <c:pt idx="3688">
                  <c:v>2878.4459999999999</c:v>
                </c:pt>
                <c:pt idx="3689">
                  <c:v>2878.9279999999999</c:v>
                </c:pt>
                <c:pt idx="3690">
                  <c:v>2879.41</c:v>
                </c:pt>
                <c:pt idx="3691">
                  <c:v>2879.893</c:v>
                </c:pt>
                <c:pt idx="3692">
                  <c:v>2880.375</c:v>
                </c:pt>
                <c:pt idx="3693">
                  <c:v>2880.857</c:v>
                </c:pt>
                <c:pt idx="3694">
                  <c:v>2881.3389999999999</c:v>
                </c:pt>
                <c:pt idx="3695">
                  <c:v>2881.8209999999999</c:v>
                </c:pt>
                <c:pt idx="3696">
                  <c:v>2882.3029999999999</c:v>
                </c:pt>
                <c:pt idx="3697">
                  <c:v>2882.7849999999999</c:v>
                </c:pt>
                <c:pt idx="3698">
                  <c:v>2883.2669999999998</c:v>
                </c:pt>
                <c:pt idx="3699">
                  <c:v>2883.75</c:v>
                </c:pt>
                <c:pt idx="3700">
                  <c:v>2884.2310000000002</c:v>
                </c:pt>
                <c:pt idx="3701">
                  <c:v>2884.7139999999999</c:v>
                </c:pt>
                <c:pt idx="3702">
                  <c:v>2885.1959999999999</c:v>
                </c:pt>
                <c:pt idx="3703">
                  <c:v>2885.6779999999999</c:v>
                </c:pt>
                <c:pt idx="3704">
                  <c:v>2886.16</c:v>
                </c:pt>
                <c:pt idx="3705">
                  <c:v>2886.6419999999998</c:v>
                </c:pt>
                <c:pt idx="3706">
                  <c:v>2887.1239999999998</c:v>
                </c:pt>
                <c:pt idx="3707">
                  <c:v>2887.6060000000002</c:v>
                </c:pt>
                <c:pt idx="3708">
                  <c:v>2888.0880000000002</c:v>
                </c:pt>
                <c:pt idx="3709">
                  <c:v>2888.5709999999999</c:v>
                </c:pt>
                <c:pt idx="3710">
                  <c:v>2889.0529999999999</c:v>
                </c:pt>
                <c:pt idx="3711">
                  <c:v>2889.5349999999999</c:v>
                </c:pt>
                <c:pt idx="3712">
                  <c:v>2890.0169999999998</c:v>
                </c:pt>
                <c:pt idx="3713">
                  <c:v>2890.4989999999998</c:v>
                </c:pt>
                <c:pt idx="3714">
                  <c:v>2890.9810000000002</c:v>
                </c:pt>
                <c:pt idx="3715">
                  <c:v>2891.4630000000002</c:v>
                </c:pt>
                <c:pt idx="3716">
                  <c:v>2891.9450000000002</c:v>
                </c:pt>
                <c:pt idx="3717">
                  <c:v>2892.4270000000001</c:v>
                </c:pt>
                <c:pt idx="3718">
                  <c:v>2892.91</c:v>
                </c:pt>
                <c:pt idx="3719">
                  <c:v>2893.3919999999998</c:v>
                </c:pt>
                <c:pt idx="3720">
                  <c:v>2893.8739999999998</c:v>
                </c:pt>
                <c:pt idx="3721">
                  <c:v>2894.3560000000002</c:v>
                </c:pt>
                <c:pt idx="3722">
                  <c:v>2894.8380000000002</c:v>
                </c:pt>
                <c:pt idx="3723">
                  <c:v>2895.32</c:v>
                </c:pt>
                <c:pt idx="3724">
                  <c:v>2895.8020000000001</c:v>
                </c:pt>
                <c:pt idx="3725">
                  <c:v>2896.2840000000001</c:v>
                </c:pt>
                <c:pt idx="3726">
                  <c:v>2896.7669999999998</c:v>
                </c:pt>
                <c:pt idx="3727">
                  <c:v>2897.2489999999998</c:v>
                </c:pt>
                <c:pt idx="3728">
                  <c:v>2897.7310000000002</c:v>
                </c:pt>
                <c:pt idx="3729">
                  <c:v>2898.2130000000002</c:v>
                </c:pt>
                <c:pt idx="3730">
                  <c:v>2898.6950000000002</c:v>
                </c:pt>
                <c:pt idx="3731">
                  <c:v>2899.1770000000001</c:v>
                </c:pt>
                <c:pt idx="3732">
                  <c:v>2899.6590000000001</c:v>
                </c:pt>
                <c:pt idx="3733">
                  <c:v>2900.1410000000001</c:v>
                </c:pt>
                <c:pt idx="3734">
                  <c:v>2900.6239999999998</c:v>
                </c:pt>
                <c:pt idx="3735">
                  <c:v>2901.1060000000002</c:v>
                </c:pt>
                <c:pt idx="3736">
                  <c:v>2901.5880000000002</c:v>
                </c:pt>
                <c:pt idx="3737">
                  <c:v>2902.07</c:v>
                </c:pt>
                <c:pt idx="3738">
                  <c:v>2902.5520000000001</c:v>
                </c:pt>
                <c:pt idx="3739">
                  <c:v>2903.0340000000001</c:v>
                </c:pt>
                <c:pt idx="3740">
                  <c:v>2903.5160000000001</c:v>
                </c:pt>
                <c:pt idx="3741">
                  <c:v>2903.998</c:v>
                </c:pt>
                <c:pt idx="3742">
                  <c:v>2904.48</c:v>
                </c:pt>
                <c:pt idx="3743">
                  <c:v>2904.9630000000002</c:v>
                </c:pt>
                <c:pt idx="3744">
                  <c:v>2905.4450000000002</c:v>
                </c:pt>
                <c:pt idx="3745">
                  <c:v>2905.9270000000001</c:v>
                </c:pt>
                <c:pt idx="3746">
                  <c:v>2906.4090000000001</c:v>
                </c:pt>
                <c:pt idx="3747">
                  <c:v>2906.8910000000001</c:v>
                </c:pt>
                <c:pt idx="3748">
                  <c:v>2907.373</c:v>
                </c:pt>
                <c:pt idx="3749">
                  <c:v>2907.855</c:v>
                </c:pt>
                <c:pt idx="3750">
                  <c:v>2908.337</c:v>
                </c:pt>
                <c:pt idx="3751">
                  <c:v>2908.82</c:v>
                </c:pt>
                <c:pt idx="3752">
                  <c:v>2909.3020000000001</c:v>
                </c:pt>
                <c:pt idx="3753">
                  <c:v>2909.7840000000001</c:v>
                </c:pt>
                <c:pt idx="3754">
                  <c:v>2910.2660000000001</c:v>
                </c:pt>
                <c:pt idx="3755">
                  <c:v>2910.748</c:v>
                </c:pt>
                <c:pt idx="3756">
                  <c:v>2911.23</c:v>
                </c:pt>
                <c:pt idx="3757">
                  <c:v>2911.712</c:v>
                </c:pt>
                <c:pt idx="3758">
                  <c:v>2912.194</c:v>
                </c:pt>
                <c:pt idx="3759">
                  <c:v>2912.6770000000001</c:v>
                </c:pt>
                <c:pt idx="3760">
                  <c:v>2913.1579999999999</c:v>
                </c:pt>
                <c:pt idx="3761">
                  <c:v>2913.6410000000001</c:v>
                </c:pt>
                <c:pt idx="3762">
                  <c:v>2914.123</c:v>
                </c:pt>
                <c:pt idx="3763">
                  <c:v>2914.605</c:v>
                </c:pt>
                <c:pt idx="3764">
                  <c:v>2915.087</c:v>
                </c:pt>
                <c:pt idx="3765">
                  <c:v>2915.569</c:v>
                </c:pt>
                <c:pt idx="3766">
                  <c:v>2916.0509999999999</c:v>
                </c:pt>
                <c:pt idx="3767">
                  <c:v>2916.5329999999999</c:v>
                </c:pt>
                <c:pt idx="3768">
                  <c:v>2917.0149999999999</c:v>
                </c:pt>
                <c:pt idx="3769">
                  <c:v>2917.498</c:v>
                </c:pt>
                <c:pt idx="3770">
                  <c:v>2917.98</c:v>
                </c:pt>
                <c:pt idx="3771">
                  <c:v>2918.462</c:v>
                </c:pt>
                <c:pt idx="3772">
                  <c:v>2918.944</c:v>
                </c:pt>
                <c:pt idx="3773">
                  <c:v>2919.4259999999999</c:v>
                </c:pt>
                <c:pt idx="3774">
                  <c:v>2919.9079999999999</c:v>
                </c:pt>
                <c:pt idx="3775">
                  <c:v>2920.39</c:v>
                </c:pt>
                <c:pt idx="3776">
                  <c:v>2920.8719999999998</c:v>
                </c:pt>
                <c:pt idx="3777">
                  <c:v>2921.3539999999998</c:v>
                </c:pt>
                <c:pt idx="3778">
                  <c:v>2921.837</c:v>
                </c:pt>
                <c:pt idx="3779">
                  <c:v>2922.319</c:v>
                </c:pt>
                <c:pt idx="3780">
                  <c:v>2922.8009999999999</c:v>
                </c:pt>
                <c:pt idx="3781">
                  <c:v>2923.2829999999999</c:v>
                </c:pt>
                <c:pt idx="3782">
                  <c:v>2923.7649999999999</c:v>
                </c:pt>
                <c:pt idx="3783">
                  <c:v>2924.2469999999998</c:v>
                </c:pt>
                <c:pt idx="3784">
                  <c:v>2924.7289999999998</c:v>
                </c:pt>
                <c:pt idx="3785">
                  <c:v>2925.2109999999998</c:v>
                </c:pt>
                <c:pt idx="3786">
                  <c:v>2925.694</c:v>
                </c:pt>
                <c:pt idx="3787">
                  <c:v>2926.1759999999999</c:v>
                </c:pt>
                <c:pt idx="3788">
                  <c:v>2926.6579999999999</c:v>
                </c:pt>
                <c:pt idx="3789">
                  <c:v>2927.14</c:v>
                </c:pt>
                <c:pt idx="3790">
                  <c:v>2927.6219999999998</c:v>
                </c:pt>
                <c:pt idx="3791">
                  <c:v>2928.1039999999998</c:v>
                </c:pt>
                <c:pt idx="3792">
                  <c:v>2928.5859999999998</c:v>
                </c:pt>
                <c:pt idx="3793">
                  <c:v>2929.0680000000002</c:v>
                </c:pt>
                <c:pt idx="3794">
                  <c:v>2929.5509999999999</c:v>
                </c:pt>
                <c:pt idx="3795">
                  <c:v>2930.0329999999999</c:v>
                </c:pt>
                <c:pt idx="3796">
                  <c:v>2930.5149999999999</c:v>
                </c:pt>
                <c:pt idx="3797">
                  <c:v>2930.9969999999998</c:v>
                </c:pt>
                <c:pt idx="3798">
                  <c:v>2931.4789999999998</c:v>
                </c:pt>
                <c:pt idx="3799">
                  <c:v>2931.9609999999998</c:v>
                </c:pt>
                <c:pt idx="3800">
                  <c:v>2932.4430000000002</c:v>
                </c:pt>
                <c:pt idx="3801">
                  <c:v>2932.9250000000002</c:v>
                </c:pt>
                <c:pt idx="3802">
                  <c:v>2933.4070000000002</c:v>
                </c:pt>
                <c:pt idx="3803">
                  <c:v>2933.89</c:v>
                </c:pt>
                <c:pt idx="3804">
                  <c:v>2934.3719999999998</c:v>
                </c:pt>
                <c:pt idx="3805">
                  <c:v>2934.8539999999998</c:v>
                </c:pt>
                <c:pt idx="3806">
                  <c:v>2935.3359999999998</c:v>
                </c:pt>
                <c:pt idx="3807">
                  <c:v>2935.8180000000002</c:v>
                </c:pt>
                <c:pt idx="3808">
                  <c:v>2936.3</c:v>
                </c:pt>
                <c:pt idx="3809">
                  <c:v>2936.7820000000002</c:v>
                </c:pt>
                <c:pt idx="3810">
                  <c:v>2937.2640000000001</c:v>
                </c:pt>
                <c:pt idx="3811">
                  <c:v>2937.7469999999998</c:v>
                </c:pt>
                <c:pt idx="3812">
                  <c:v>2938.2289999999998</c:v>
                </c:pt>
                <c:pt idx="3813">
                  <c:v>2938.7109999999998</c:v>
                </c:pt>
                <c:pt idx="3814">
                  <c:v>2939.1930000000002</c:v>
                </c:pt>
                <c:pt idx="3815">
                  <c:v>2939.6750000000002</c:v>
                </c:pt>
                <c:pt idx="3816">
                  <c:v>2940.1570000000002</c:v>
                </c:pt>
                <c:pt idx="3817">
                  <c:v>2940.6390000000001</c:v>
                </c:pt>
                <c:pt idx="3818">
                  <c:v>2941.1210000000001</c:v>
                </c:pt>
                <c:pt idx="3819">
                  <c:v>2941.6039999999998</c:v>
                </c:pt>
                <c:pt idx="3820">
                  <c:v>2942.085</c:v>
                </c:pt>
                <c:pt idx="3821">
                  <c:v>2942.5680000000002</c:v>
                </c:pt>
                <c:pt idx="3822">
                  <c:v>2943.05</c:v>
                </c:pt>
                <c:pt idx="3823">
                  <c:v>2943.5320000000002</c:v>
                </c:pt>
                <c:pt idx="3824">
                  <c:v>2944.0140000000001</c:v>
                </c:pt>
                <c:pt idx="3825">
                  <c:v>2944.4960000000001</c:v>
                </c:pt>
                <c:pt idx="3826">
                  <c:v>2944.9780000000001</c:v>
                </c:pt>
                <c:pt idx="3827">
                  <c:v>2945.46</c:v>
                </c:pt>
                <c:pt idx="3828">
                  <c:v>2945.942</c:v>
                </c:pt>
                <c:pt idx="3829">
                  <c:v>2946.4250000000002</c:v>
                </c:pt>
                <c:pt idx="3830">
                  <c:v>2946.9070000000002</c:v>
                </c:pt>
                <c:pt idx="3831">
                  <c:v>2947.3890000000001</c:v>
                </c:pt>
                <c:pt idx="3832">
                  <c:v>2947.8710000000001</c:v>
                </c:pt>
                <c:pt idx="3833">
                  <c:v>2948.3530000000001</c:v>
                </c:pt>
                <c:pt idx="3834">
                  <c:v>2948.835</c:v>
                </c:pt>
                <c:pt idx="3835">
                  <c:v>2949.317</c:v>
                </c:pt>
                <c:pt idx="3836">
                  <c:v>2949.799</c:v>
                </c:pt>
                <c:pt idx="3837">
                  <c:v>2950.2809999999999</c:v>
                </c:pt>
                <c:pt idx="3838">
                  <c:v>2950.7640000000001</c:v>
                </c:pt>
                <c:pt idx="3839">
                  <c:v>2951.2460000000001</c:v>
                </c:pt>
                <c:pt idx="3840">
                  <c:v>2951.7280000000001</c:v>
                </c:pt>
                <c:pt idx="3841">
                  <c:v>2952.21</c:v>
                </c:pt>
                <c:pt idx="3842">
                  <c:v>2952.692</c:v>
                </c:pt>
                <c:pt idx="3843">
                  <c:v>2953.174</c:v>
                </c:pt>
                <c:pt idx="3844">
                  <c:v>2953.6559999999999</c:v>
                </c:pt>
                <c:pt idx="3845">
                  <c:v>2954.1379999999999</c:v>
                </c:pt>
                <c:pt idx="3846">
                  <c:v>2954.6210000000001</c:v>
                </c:pt>
                <c:pt idx="3847">
                  <c:v>2955.1030000000001</c:v>
                </c:pt>
                <c:pt idx="3848">
                  <c:v>2955.585</c:v>
                </c:pt>
                <c:pt idx="3849">
                  <c:v>2956.067</c:v>
                </c:pt>
                <c:pt idx="3850">
                  <c:v>2956.549</c:v>
                </c:pt>
                <c:pt idx="3851">
                  <c:v>2957.0309999999999</c:v>
                </c:pt>
                <c:pt idx="3852">
                  <c:v>2957.5129999999999</c:v>
                </c:pt>
                <c:pt idx="3853">
                  <c:v>2957.9949999999999</c:v>
                </c:pt>
                <c:pt idx="3854">
                  <c:v>2958.4780000000001</c:v>
                </c:pt>
                <c:pt idx="3855">
                  <c:v>2958.96</c:v>
                </c:pt>
                <c:pt idx="3856">
                  <c:v>2959.442</c:v>
                </c:pt>
                <c:pt idx="3857">
                  <c:v>2959.924</c:v>
                </c:pt>
                <c:pt idx="3858">
                  <c:v>2960.4059999999999</c:v>
                </c:pt>
                <c:pt idx="3859">
                  <c:v>2960.8879999999999</c:v>
                </c:pt>
                <c:pt idx="3860">
                  <c:v>2961.37</c:v>
                </c:pt>
                <c:pt idx="3861">
                  <c:v>2961.8519999999999</c:v>
                </c:pt>
                <c:pt idx="3862">
                  <c:v>2962.3339999999998</c:v>
                </c:pt>
                <c:pt idx="3863">
                  <c:v>2962.817</c:v>
                </c:pt>
                <c:pt idx="3864">
                  <c:v>2963.299</c:v>
                </c:pt>
                <c:pt idx="3865">
                  <c:v>2963.7809999999999</c:v>
                </c:pt>
                <c:pt idx="3866">
                  <c:v>2964.2629999999999</c:v>
                </c:pt>
                <c:pt idx="3867">
                  <c:v>2964.7449999999999</c:v>
                </c:pt>
                <c:pt idx="3868">
                  <c:v>2965.2269999999999</c:v>
                </c:pt>
                <c:pt idx="3869">
                  <c:v>2965.7089999999998</c:v>
                </c:pt>
                <c:pt idx="3870">
                  <c:v>2966.1909999999998</c:v>
                </c:pt>
                <c:pt idx="3871">
                  <c:v>2966.674</c:v>
                </c:pt>
                <c:pt idx="3872">
                  <c:v>2967.1559999999999</c:v>
                </c:pt>
                <c:pt idx="3873">
                  <c:v>2967.6379999999999</c:v>
                </c:pt>
                <c:pt idx="3874">
                  <c:v>2968.12</c:v>
                </c:pt>
                <c:pt idx="3875">
                  <c:v>2968.6019999999999</c:v>
                </c:pt>
                <c:pt idx="3876">
                  <c:v>2969.0839999999998</c:v>
                </c:pt>
                <c:pt idx="3877">
                  <c:v>2969.5659999999998</c:v>
                </c:pt>
                <c:pt idx="3878">
                  <c:v>2970.0479999999998</c:v>
                </c:pt>
                <c:pt idx="3879">
                  <c:v>2970.5309999999999</c:v>
                </c:pt>
                <c:pt idx="3880">
                  <c:v>2971.0120000000002</c:v>
                </c:pt>
                <c:pt idx="3881">
                  <c:v>2971.4949999999999</c:v>
                </c:pt>
                <c:pt idx="3882">
                  <c:v>2971.9769999999999</c:v>
                </c:pt>
                <c:pt idx="3883">
                  <c:v>2972.4589999999998</c:v>
                </c:pt>
                <c:pt idx="3884">
                  <c:v>2972.9409999999998</c:v>
                </c:pt>
                <c:pt idx="3885">
                  <c:v>2973.4229999999998</c:v>
                </c:pt>
                <c:pt idx="3886">
                  <c:v>2973.9050000000002</c:v>
                </c:pt>
                <c:pt idx="3887">
                  <c:v>2974.3870000000002</c:v>
                </c:pt>
                <c:pt idx="3888">
                  <c:v>2974.8690000000001</c:v>
                </c:pt>
                <c:pt idx="3889">
                  <c:v>2975.3519999999999</c:v>
                </c:pt>
                <c:pt idx="3890">
                  <c:v>2975.8339999999998</c:v>
                </c:pt>
                <c:pt idx="3891">
                  <c:v>2976.3159999999998</c:v>
                </c:pt>
                <c:pt idx="3892">
                  <c:v>2976.7979999999998</c:v>
                </c:pt>
                <c:pt idx="3893">
                  <c:v>2977.28</c:v>
                </c:pt>
                <c:pt idx="3894">
                  <c:v>2977.7620000000002</c:v>
                </c:pt>
                <c:pt idx="3895">
                  <c:v>2978.2440000000001</c:v>
                </c:pt>
                <c:pt idx="3896">
                  <c:v>2978.7260000000001</c:v>
                </c:pt>
                <c:pt idx="3897">
                  <c:v>2979.2080000000001</c:v>
                </c:pt>
                <c:pt idx="3898">
                  <c:v>2979.6909999999998</c:v>
                </c:pt>
                <c:pt idx="3899">
                  <c:v>2980.1729999999998</c:v>
                </c:pt>
                <c:pt idx="3900">
                  <c:v>2980.6550000000002</c:v>
                </c:pt>
                <c:pt idx="3901">
                  <c:v>2981.1370000000002</c:v>
                </c:pt>
                <c:pt idx="3902">
                  <c:v>2981.6190000000001</c:v>
                </c:pt>
                <c:pt idx="3903">
                  <c:v>2982.1010000000001</c:v>
                </c:pt>
                <c:pt idx="3904">
                  <c:v>2982.5830000000001</c:v>
                </c:pt>
                <c:pt idx="3905">
                  <c:v>2983.0650000000001</c:v>
                </c:pt>
                <c:pt idx="3906">
                  <c:v>2983.5479999999998</c:v>
                </c:pt>
                <c:pt idx="3907">
                  <c:v>2984.03</c:v>
                </c:pt>
                <c:pt idx="3908">
                  <c:v>2984.5120000000002</c:v>
                </c:pt>
                <c:pt idx="3909">
                  <c:v>2984.9940000000001</c:v>
                </c:pt>
                <c:pt idx="3910">
                  <c:v>2985.4760000000001</c:v>
                </c:pt>
                <c:pt idx="3911">
                  <c:v>2985.9580000000001</c:v>
                </c:pt>
                <c:pt idx="3912">
                  <c:v>2986.44</c:v>
                </c:pt>
                <c:pt idx="3913">
                  <c:v>2986.922</c:v>
                </c:pt>
                <c:pt idx="3914">
                  <c:v>2987.4050000000002</c:v>
                </c:pt>
                <c:pt idx="3915">
                  <c:v>2987.8870000000002</c:v>
                </c:pt>
                <c:pt idx="3916">
                  <c:v>2988.3690000000001</c:v>
                </c:pt>
                <c:pt idx="3917">
                  <c:v>2988.8510000000001</c:v>
                </c:pt>
                <c:pt idx="3918">
                  <c:v>2989.3330000000001</c:v>
                </c:pt>
                <c:pt idx="3919">
                  <c:v>2989.8150000000001</c:v>
                </c:pt>
                <c:pt idx="3920">
                  <c:v>2990.297</c:v>
                </c:pt>
                <c:pt idx="3921">
                  <c:v>2990.779</c:v>
                </c:pt>
                <c:pt idx="3922">
                  <c:v>2991.261</c:v>
                </c:pt>
                <c:pt idx="3923">
                  <c:v>2991.7440000000001</c:v>
                </c:pt>
                <c:pt idx="3924">
                  <c:v>2992.2260000000001</c:v>
                </c:pt>
                <c:pt idx="3925">
                  <c:v>2992.7080000000001</c:v>
                </c:pt>
                <c:pt idx="3926">
                  <c:v>2993.19</c:v>
                </c:pt>
                <c:pt idx="3927">
                  <c:v>2993.672</c:v>
                </c:pt>
                <c:pt idx="3928">
                  <c:v>2994.154</c:v>
                </c:pt>
                <c:pt idx="3929">
                  <c:v>2994.636</c:v>
                </c:pt>
                <c:pt idx="3930">
                  <c:v>2995.1179999999999</c:v>
                </c:pt>
                <c:pt idx="3931">
                  <c:v>2995.6010000000001</c:v>
                </c:pt>
                <c:pt idx="3932">
                  <c:v>2996.0830000000001</c:v>
                </c:pt>
                <c:pt idx="3933">
                  <c:v>2996.5650000000001</c:v>
                </c:pt>
                <c:pt idx="3934">
                  <c:v>2997.047</c:v>
                </c:pt>
                <c:pt idx="3935">
                  <c:v>2997.529</c:v>
                </c:pt>
                <c:pt idx="3936">
                  <c:v>2998.011</c:v>
                </c:pt>
                <c:pt idx="3937">
                  <c:v>2998.4929999999999</c:v>
                </c:pt>
                <c:pt idx="3938">
                  <c:v>2998.9749999999999</c:v>
                </c:pt>
                <c:pt idx="3939">
                  <c:v>2999.4580000000001</c:v>
                </c:pt>
                <c:pt idx="3940">
                  <c:v>2999.9389999999999</c:v>
                </c:pt>
                <c:pt idx="3941">
                  <c:v>3000.422</c:v>
                </c:pt>
              </c:numCache>
            </c:numRef>
          </c:xVal>
          <c:yVal>
            <c:numRef>
              <c:f>'MLG Trans from Ni_1'!$B$1:$B$3942</c:f>
              <c:numCache>
                <c:formatCode>0.00E+00</c:formatCode>
                <c:ptCount val="3942"/>
                <c:pt idx="0">
                  <c:v>4.3958079999999997</c:v>
                </c:pt>
                <c:pt idx="1">
                  <c:v>4.3469220000000002</c:v>
                </c:pt>
                <c:pt idx="2">
                  <c:v>4.2753389999999998</c:v>
                </c:pt>
                <c:pt idx="3">
                  <c:v>4.3147529999999996</c:v>
                </c:pt>
                <c:pt idx="4">
                  <c:v>4.4563360000000003</c:v>
                </c:pt>
                <c:pt idx="5">
                  <c:v>4.4987409999999999</c:v>
                </c:pt>
                <c:pt idx="6">
                  <c:v>4.400582</c:v>
                </c:pt>
                <c:pt idx="7">
                  <c:v>4.2784800000000001</c:v>
                </c:pt>
                <c:pt idx="8">
                  <c:v>4.1475549999999997</c:v>
                </c:pt>
                <c:pt idx="9">
                  <c:v>4.0358850000000004</c:v>
                </c:pt>
                <c:pt idx="10">
                  <c:v>3.9873449999999999</c:v>
                </c:pt>
                <c:pt idx="11">
                  <c:v>3.9949189999999999</c:v>
                </c:pt>
                <c:pt idx="12">
                  <c:v>4.0563789999999997</c:v>
                </c:pt>
                <c:pt idx="13">
                  <c:v>4.2039010000000001</c:v>
                </c:pt>
                <c:pt idx="14">
                  <c:v>4.3019530000000001</c:v>
                </c:pt>
                <c:pt idx="15">
                  <c:v>4.286734</c:v>
                </c:pt>
                <c:pt idx="16">
                  <c:v>4.2467050000000004</c:v>
                </c:pt>
                <c:pt idx="17">
                  <c:v>4.2303249999999997</c:v>
                </c:pt>
                <c:pt idx="18">
                  <c:v>4.2331799999999999</c:v>
                </c:pt>
                <c:pt idx="19">
                  <c:v>4.2167750000000002</c:v>
                </c:pt>
                <c:pt idx="20">
                  <c:v>4.1852939999999998</c:v>
                </c:pt>
                <c:pt idx="21">
                  <c:v>4.1667569999999996</c:v>
                </c:pt>
                <c:pt idx="22">
                  <c:v>4.189508</c:v>
                </c:pt>
                <c:pt idx="23">
                  <c:v>4.2156710000000004</c:v>
                </c:pt>
                <c:pt idx="24">
                  <c:v>4.2324909999999996</c:v>
                </c:pt>
                <c:pt idx="25">
                  <c:v>4.2362679999999999</c:v>
                </c:pt>
                <c:pt idx="26">
                  <c:v>4.2145809999999999</c:v>
                </c:pt>
                <c:pt idx="27">
                  <c:v>4.1591360000000002</c:v>
                </c:pt>
                <c:pt idx="28">
                  <c:v>4.1447849999999997</c:v>
                </c:pt>
                <c:pt idx="29">
                  <c:v>4.1810660000000004</c:v>
                </c:pt>
                <c:pt idx="30">
                  <c:v>4.2341379999999997</c:v>
                </c:pt>
                <c:pt idx="31">
                  <c:v>4.3062909999999999</c:v>
                </c:pt>
                <c:pt idx="32">
                  <c:v>4.3549340000000001</c:v>
                </c:pt>
                <c:pt idx="33">
                  <c:v>4.3103749999999996</c:v>
                </c:pt>
                <c:pt idx="34">
                  <c:v>4.1760429999999999</c:v>
                </c:pt>
                <c:pt idx="35">
                  <c:v>4.1234630000000001</c:v>
                </c:pt>
                <c:pt idx="36">
                  <c:v>4.1976449999999996</c:v>
                </c:pt>
                <c:pt idx="37">
                  <c:v>4.2425490000000003</c:v>
                </c:pt>
                <c:pt idx="38">
                  <c:v>4.1965839999999996</c:v>
                </c:pt>
                <c:pt idx="39">
                  <c:v>4.1257099999999998</c:v>
                </c:pt>
                <c:pt idx="40">
                  <c:v>4.1472379999999998</c:v>
                </c:pt>
                <c:pt idx="41">
                  <c:v>4.2249730000000003</c:v>
                </c:pt>
                <c:pt idx="42">
                  <c:v>4.2880649999999996</c:v>
                </c:pt>
                <c:pt idx="43">
                  <c:v>4.3101269999999996</c:v>
                </c:pt>
                <c:pt idx="44">
                  <c:v>4.3455940000000002</c:v>
                </c:pt>
                <c:pt idx="45">
                  <c:v>4.4260789999999997</c:v>
                </c:pt>
                <c:pt idx="46">
                  <c:v>4.49153</c:v>
                </c:pt>
                <c:pt idx="47">
                  <c:v>4.4966860000000004</c:v>
                </c:pt>
                <c:pt idx="48">
                  <c:v>4.4536959999999999</c:v>
                </c:pt>
                <c:pt idx="49">
                  <c:v>4.4308160000000001</c:v>
                </c:pt>
                <c:pt idx="50">
                  <c:v>4.4224420000000002</c:v>
                </c:pt>
                <c:pt idx="51">
                  <c:v>4.4001089999999996</c:v>
                </c:pt>
                <c:pt idx="52">
                  <c:v>4.2933490000000001</c:v>
                </c:pt>
                <c:pt idx="53">
                  <c:v>4.2337699999999998</c:v>
                </c:pt>
                <c:pt idx="54">
                  <c:v>4.3287209999999998</c:v>
                </c:pt>
                <c:pt idx="55">
                  <c:v>4.4745939999999997</c:v>
                </c:pt>
                <c:pt idx="56">
                  <c:v>4.5514570000000001</c:v>
                </c:pt>
                <c:pt idx="57">
                  <c:v>4.5600949999999996</c:v>
                </c:pt>
                <c:pt idx="58">
                  <c:v>4.4555040000000004</c:v>
                </c:pt>
                <c:pt idx="59">
                  <c:v>4.2246499999999996</c:v>
                </c:pt>
                <c:pt idx="60">
                  <c:v>4.0570899999999996</c:v>
                </c:pt>
                <c:pt idx="61">
                  <c:v>4.1635660000000003</c:v>
                </c:pt>
                <c:pt idx="62">
                  <c:v>4.3500740000000002</c:v>
                </c:pt>
                <c:pt idx="63">
                  <c:v>4.4893239999999999</c:v>
                </c:pt>
                <c:pt idx="64">
                  <c:v>4.566656</c:v>
                </c:pt>
                <c:pt idx="65">
                  <c:v>4.574846</c:v>
                </c:pt>
                <c:pt idx="66">
                  <c:v>4.5065470000000003</c:v>
                </c:pt>
                <c:pt idx="67">
                  <c:v>4.3926610000000004</c:v>
                </c:pt>
                <c:pt idx="68">
                  <c:v>4.2137099999999998</c:v>
                </c:pt>
                <c:pt idx="69">
                  <c:v>4.0668769999999999</c:v>
                </c:pt>
                <c:pt idx="70">
                  <c:v>4.1376869999999997</c:v>
                </c:pt>
                <c:pt idx="71">
                  <c:v>4.2944560000000003</c:v>
                </c:pt>
                <c:pt idx="72">
                  <c:v>4.3476410000000003</c:v>
                </c:pt>
                <c:pt idx="73">
                  <c:v>4.2173080000000001</c:v>
                </c:pt>
                <c:pt idx="74">
                  <c:v>4.1668029999999998</c:v>
                </c:pt>
                <c:pt idx="75">
                  <c:v>4.2317419999999997</c:v>
                </c:pt>
                <c:pt idx="76">
                  <c:v>4.3240210000000001</c:v>
                </c:pt>
                <c:pt idx="77">
                  <c:v>4.4099219999999999</c:v>
                </c:pt>
                <c:pt idx="78">
                  <c:v>4.4816099999999999</c:v>
                </c:pt>
                <c:pt idx="79">
                  <c:v>4.5085230000000003</c:v>
                </c:pt>
                <c:pt idx="80">
                  <c:v>4.5060710000000004</c:v>
                </c:pt>
                <c:pt idx="81">
                  <c:v>4.5167630000000001</c:v>
                </c:pt>
                <c:pt idx="82">
                  <c:v>4.5906310000000001</c:v>
                </c:pt>
                <c:pt idx="83">
                  <c:v>4.6298830000000004</c:v>
                </c:pt>
                <c:pt idx="84">
                  <c:v>4.6003030000000003</c:v>
                </c:pt>
                <c:pt idx="85">
                  <c:v>4.5574529999999998</c:v>
                </c:pt>
                <c:pt idx="86">
                  <c:v>4.5919590000000001</c:v>
                </c:pt>
                <c:pt idx="87">
                  <c:v>4.6697749999999996</c:v>
                </c:pt>
                <c:pt idx="88">
                  <c:v>4.5640669999999997</c:v>
                </c:pt>
                <c:pt idx="89">
                  <c:v>4.2826360000000001</c:v>
                </c:pt>
                <c:pt idx="90">
                  <c:v>4.0619519999999998</c:v>
                </c:pt>
                <c:pt idx="91">
                  <c:v>4.0369000000000002</c:v>
                </c:pt>
                <c:pt idx="92">
                  <c:v>4.1064220000000002</c:v>
                </c:pt>
                <c:pt idx="93">
                  <c:v>4.2814399999999999</c:v>
                </c:pt>
                <c:pt idx="94">
                  <c:v>4.4907659999999998</c:v>
                </c:pt>
                <c:pt idx="95">
                  <c:v>4.576416</c:v>
                </c:pt>
                <c:pt idx="96">
                  <c:v>4.5433019999999997</c:v>
                </c:pt>
                <c:pt idx="97">
                  <c:v>4.5258409999999998</c:v>
                </c:pt>
                <c:pt idx="98">
                  <c:v>4.5557920000000003</c:v>
                </c:pt>
                <c:pt idx="99">
                  <c:v>4.5575799999999997</c:v>
                </c:pt>
                <c:pt idx="100">
                  <c:v>4.4131669999999996</c:v>
                </c:pt>
                <c:pt idx="101">
                  <c:v>4.2565309999999998</c:v>
                </c:pt>
                <c:pt idx="102">
                  <c:v>4.219773</c:v>
                </c:pt>
                <c:pt idx="103">
                  <c:v>4.2958470000000002</c:v>
                </c:pt>
                <c:pt idx="104">
                  <c:v>4.3406710000000004</c:v>
                </c:pt>
                <c:pt idx="105">
                  <c:v>4.349558</c:v>
                </c:pt>
                <c:pt idx="106">
                  <c:v>4.3764130000000003</c:v>
                </c:pt>
                <c:pt idx="107">
                  <c:v>4.4575690000000003</c:v>
                </c:pt>
                <c:pt idx="108">
                  <c:v>4.5388580000000003</c:v>
                </c:pt>
                <c:pt idx="109">
                  <c:v>4.5639450000000004</c:v>
                </c:pt>
                <c:pt idx="110">
                  <c:v>4.546411</c:v>
                </c:pt>
                <c:pt idx="111">
                  <c:v>4.4934589999999996</c:v>
                </c:pt>
                <c:pt idx="112">
                  <c:v>4.3564619999999996</c:v>
                </c:pt>
                <c:pt idx="113">
                  <c:v>4.3448549999999999</c:v>
                </c:pt>
                <c:pt idx="114">
                  <c:v>4.4908390000000002</c:v>
                </c:pt>
                <c:pt idx="115">
                  <c:v>4.6404350000000001</c:v>
                </c:pt>
                <c:pt idx="116">
                  <c:v>4.6873509999999996</c:v>
                </c:pt>
                <c:pt idx="117">
                  <c:v>4.6645719999999997</c:v>
                </c:pt>
                <c:pt idx="118">
                  <c:v>4.621499</c:v>
                </c:pt>
                <c:pt idx="119">
                  <c:v>4.5552229999999998</c:v>
                </c:pt>
                <c:pt idx="120">
                  <c:v>4.4556930000000001</c:v>
                </c:pt>
                <c:pt idx="121">
                  <c:v>4.1855209999999996</c:v>
                </c:pt>
                <c:pt idx="122">
                  <c:v>4.1105010000000002</c:v>
                </c:pt>
                <c:pt idx="123">
                  <c:v>4.3367290000000001</c:v>
                </c:pt>
                <c:pt idx="124">
                  <c:v>4.6070909999999996</c:v>
                </c:pt>
                <c:pt idx="125">
                  <c:v>4.5628849999999996</c:v>
                </c:pt>
                <c:pt idx="126">
                  <c:v>4.3521239999999999</c:v>
                </c:pt>
                <c:pt idx="127">
                  <c:v>4.3411439999999999</c:v>
                </c:pt>
                <c:pt idx="128">
                  <c:v>4.541506</c:v>
                </c:pt>
                <c:pt idx="129">
                  <c:v>4.6835069999999996</c:v>
                </c:pt>
                <c:pt idx="130">
                  <c:v>4.6031570000000004</c:v>
                </c:pt>
                <c:pt idx="131">
                  <c:v>4.5163840000000004</c:v>
                </c:pt>
                <c:pt idx="132">
                  <c:v>4.4721669999999998</c:v>
                </c:pt>
                <c:pt idx="133">
                  <c:v>4.4680859999999996</c:v>
                </c:pt>
                <c:pt idx="134">
                  <c:v>4.5291199999999998</c:v>
                </c:pt>
                <c:pt idx="135">
                  <c:v>4.6275190000000004</c:v>
                </c:pt>
                <c:pt idx="136">
                  <c:v>4.6494220000000004</c:v>
                </c:pt>
                <c:pt idx="137">
                  <c:v>4.5560159999999996</c:v>
                </c:pt>
                <c:pt idx="138">
                  <c:v>4.4748299999999999</c:v>
                </c:pt>
                <c:pt idx="139">
                  <c:v>4.5142949999999997</c:v>
                </c:pt>
                <c:pt idx="140">
                  <c:v>4.5344369999999996</c:v>
                </c:pt>
                <c:pt idx="141">
                  <c:v>4.4239670000000002</c:v>
                </c:pt>
                <c:pt idx="142">
                  <c:v>4.2316149999999997</c:v>
                </c:pt>
                <c:pt idx="143">
                  <c:v>4.2663289999999998</c:v>
                </c:pt>
                <c:pt idx="144">
                  <c:v>4.491053</c:v>
                </c:pt>
                <c:pt idx="145">
                  <c:v>4.6360960000000002</c:v>
                </c:pt>
                <c:pt idx="146">
                  <c:v>4.5599460000000001</c:v>
                </c:pt>
                <c:pt idx="147">
                  <c:v>4.439921</c:v>
                </c:pt>
                <c:pt idx="148">
                  <c:v>4.3444269999999996</c:v>
                </c:pt>
                <c:pt idx="149">
                  <c:v>4.2850960000000002</c:v>
                </c:pt>
                <c:pt idx="150">
                  <c:v>4.2722100000000003</c:v>
                </c:pt>
                <c:pt idx="151">
                  <c:v>4.3092430000000004</c:v>
                </c:pt>
                <c:pt idx="152">
                  <c:v>4.3669640000000003</c:v>
                </c:pt>
                <c:pt idx="153">
                  <c:v>4.4445790000000001</c:v>
                </c:pt>
                <c:pt idx="154">
                  <c:v>4.4753590000000001</c:v>
                </c:pt>
                <c:pt idx="155">
                  <c:v>4.3568829999999998</c:v>
                </c:pt>
                <c:pt idx="156">
                  <c:v>4.2349959999999998</c:v>
                </c:pt>
                <c:pt idx="157">
                  <c:v>4.2444269999999999</c:v>
                </c:pt>
                <c:pt idx="158">
                  <c:v>4.3147849999999996</c:v>
                </c:pt>
                <c:pt idx="159">
                  <c:v>4.2843799999999996</c:v>
                </c:pt>
                <c:pt idx="160">
                  <c:v>4.1115469999999998</c:v>
                </c:pt>
                <c:pt idx="161">
                  <c:v>4.0846159999999996</c:v>
                </c:pt>
                <c:pt idx="162">
                  <c:v>4.2416739999999997</c:v>
                </c:pt>
                <c:pt idx="163">
                  <c:v>4.3984990000000002</c:v>
                </c:pt>
                <c:pt idx="164">
                  <c:v>4.3486479999999998</c:v>
                </c:pt>
                <c:pt idx="165">
                  <c:v>4.2639250000000004</c:v>
                </c:pt>
                <c:pt idx="166">
                  <c:v>4.3386849999999999</c:v>
                </c:pt>
                <c:pt idx="167">
                  <c:v>4.539085</c:v>
                </c:pt>
                <c:pt idx="168">
                  <c:v>4.604349</c:v>
                </c:pt>
                <c:pt idx="169">
                  <c:v>4.4846979999999999</c:v>
                </c:pt>
                <c:pt idx="170">
                  <c:v>4.4135989999999996</c:v>
                </c:pt>
                <c:pt idx="171">
                  <c:v>4.4420700000000002</c:v>
                </c:pt>
                <c:pt idx="172">
                  <c:v>4.5104040000000003</c:v>
                </c:pt>
                <c:pt idx="173">
                  <c:v>4.5808770000000001</c:v>
                </c:pt>
                <c:pt idx="174">
                  <c:v>4.6314989999999998</c:v>
                </c:pt>
                <c:pt idx="175">
                  <c:v>4.6375999999999999</c:v>
                </c:pt>
                <c:pt idx="176">
                  <c:v>4.5936680000000001</c:v>
                </c:pt>
                <c:pt idx="177">
                  <c:v>4.4794790000000004</c:v>
                </c:pt>
                <c:pt idx="178">
                  <c:v>4.2367619999999997</c:v>
                </c:pt>
                <c:pt idx="179">
                  <c:v>4.1258020000000002</c:v>
                </c:pt>
                <c:pt idx="180">
                  <c:v>4.2878230000000004</c:v>
                </c:pt>
                <c:pt idx="181">
                  <c:v>4.539053</c:v>
                </c:pt>
                <c:pt idx="182">
                  <c:v>4.595542</c:v>
                </c:pt>
                <c:pt idx="183">
                  <c:v>4.545166</c:v>
                </c:pt>
                <c:pt idx="184">
                  <c:v>4.5398180000000004</c:v>
                </c:pt>
                <c:pt idx="185">
                  <c:v>4.655189</c:v>
                </c:pt>
                <c:pt idx="186">
                  <c:v>4.6683560000000002</c:v>
                </c:pt>
                <c:pt idx="187">
                  <c:v>4.5342469999999997</c:v>
                </c:pt>
                <c:pt idx="188">
                  <c:v>4.3931399999999998</c:v>
                </c:pt>
                <c:pt idx="189">
                  <c:v>4.3203740000000002</c:v>
                </c:pt>
                <c:pt idx="190">
                  <c:v>4.3017200000000004</c:v>
                </c:pt>
                <c:pt idx="191">
                  <c:v>4.3199730000000001</c:v>
                </c:pt>
                <c:pt idx="192">
                  <c:v>4.3673690000000001</c:v>
                </c:pt>
                <c:pt idx="193">
                  <c:v>4.4243959999999998</c:v>
                </c:pt>
                <c:pt idx="194">
                  <c:v>4.5131199999999998</c:v>
                </c:pt>
                <c:pt idx="195">
                  <c:v>4.5646110000000002</c:v>
                </c:pt>
                <c:pt idx="196">
                  <c:v>4.5631320000000004</c:v>
                </c:pt>
                <c:pt idx="197">
                  <c:v>4.5502589999999996</c:v>
                </c:pt>
                <c:pt idx="198">
                  <c:v>4.5571679999999999</c:v>
                </c:pt>
                <c:pt idx="199">
                  <c:v>4.5815149999999996</c:v>
                </c:pt>
                <c:pt idx="200">
                  <c:v>4.641616</c:v>
                </c:pt>
                <c:pt idx="201">
                  <c:v>4.7202169999999999</c:v>
                </c:pt>
                <c:pt idx="202">
                  <c:v>4.7399040000000001</c:v>
                </c:pt>
                <c:pt idx="203">
                  <c:v>4.5979429999999999</c:v>
                </c:pt>
                <c:pt idx="204">
                  <c:v>4.4958419999999997</c:v>
                </c:pt>
                <c:pt idx="205">
                  <c:v>4.4730819999999998</c:v>
                </c:pt>
                <c:pt idx="206">
                  <c:v>4.4884690000000003</c:v>
                </c:pt>
                <c:pt idx="207">
                  <c:v>4.4768480000000004</c:v>
                </c:pt>
                <c:pt idx="208">
                  <c:v>4.4630960000000002</c:v>
                </c:pt>
                <c:pt idx="209">
                  <c:v>4.5520649999999998</c:v>
                </c:pt>
                <c:pt idx="210">
                  <c:v>4.740767</c:v>
                </c:pt>
                <c:pt idx="211">
                  <c:v>4.8401519999999998</c:v>
                </c:pt>
                <c:pt idx="212">
                  <c:v>4.6311349999999996</c:v>
                </c:pt>
                <c:pt idx="213">
                  <c:v>4.5112379999999996</c:v>
                </c:pt>
                <c:pt idx="214">
                  <c:v>4.6445080000000001</c:v>
                </c:pt>
                <c:pt idx="215">
                  <c:v>4.8592240000000002</c:v>
                </c:pt>
                <c:pt idx="216">
                  <c:v>4.774362</c:v>
                </c:pt>
                <c:pt idx="217">
                  <c:v>4.4961250000000001</c:v>
                </c:pt>
                <c:pt idx="218">
                  <c:v>4.3734130000000002</c:v>
                </c:pt>
                <c:pt idx="219">
                  <c:v>4.4828650000000003</c:v>
                </c:pt>
                <c:pt idx="220">
                  <c:v>4.5850650000000002</c:v>
                </c:pt>
                <c:pt idx="221">
                  <c:v>4.5885699999999998</c:v>
                </c:pt>
                <c:pt idx="222">
                  <c:v>4.540921</c:v>
                </c:pt>
                <c:pt idx="223">
                  <c:v>4.4310790000000004</c:v>
                </c:pt>
                <c:pt idx="224">
                  <c:v>4.3041309999999999</c:v>
                </c:pt>
                <c:pt idx="225">
                  <c:v>4.300173</c:v>
                </c:pt>
                <c:pt idx="226">
                  <c:v>4.3942870000000003</c:v>
                </c:pt>
                <c:pt idx="227">
                  <c:v>4.5038159999999996</c:v>
                </c:pt>
                <c:pt idx="228">
                  <c:v>4.6139390000000002</c:v>
                </c:pt>
                <c:pt idx="229">
                  <c:v>4.705444</c:v>
                </c:pt>
                <c:pt idx="230">
                  <c:v>4.7629080000000004</c:v>
                </c:pt>
                <c:pt idx="231">
                  <c:v>4.8069350000000002</c:v>
                </c:pt>
                <c:pt idx="232">
                  <c:v>4.8667069999999999</c:v>
                </c:pt>
                <c:pt idx="233">
                  <c:v>4.9210190000000003</c:v>
                </c:pt>
                <c:pt idx="234">
                  <c:v>4.819547</c:v>
                </c:pt>
                <c:pt idx="235">
                  <c:v>4.6024320000000003</c:v>
                </c:pt>
                <c:pt idx="236">
                  <c:v>4.4524910000000002</c:v>
                </c:pt>
                <c:pt idx="237">
                  <c:v>4.473617</c:v>
                </c:pt>
                <c:pt idx="238">
                  <c:v>4.5293479999999997</c:v>
                </c:pt>
                <c:pt idx="239">
                  <c:v>4.6168509999999996</c:v>
                </c:pt>
                <c:pt idx="240">
                  <c:v>4.6741809999999999</c:v>
                </c:pt>
                <c:pt idx="241">
                  <c:v>4.6152319999999998</c:v>
                </c:pt>
                <c:pt idx="242">
                  <c:v>4.4637349999999998</c:v>
                </c:pt>
                <c:pt idx="243">
                  <c:v>4.5132370000000002</c:v>
                </c:pt>
                <c:pt idx="244">
                  <c:v>4.7247329999999996</c:v>
                </c:pt>
                <c:pt idx="245">
                  <c:v>4.8520459999999996</c:v>
                </c:pt>
                <c:pt idx="246">
                  <c:v>4.6298060000000003</c:v>
                </c:pt>
                <c:pt idx="247">
                  <c:v>4.4630780000000003</c:v>
                </c:pt>
                <c:pt idx="248">
                  <c:v>4.5346979999999997</c:v>
                </c:pt>
                <c:pt idx="249">
                  <c:v>4.6922540000000001</c:v>
                </c:pt>
                <c:pt idx="250">
                  <c:v>4.7866200000000001</c:v>
                </c:pt>
                <c:pt idx="251">
                  <c:v>4.8194509999999999</c:v>
                </c:pt>
                <c:pt idx="252">
                  <c:v>4.7881879999999999</c:v>
                </c:pt>
                <c:pt idx="253">
                  <c:v>4.6979800000000003</c:v>
                </c:pt>
                <c:pt idx="254">
                  <c:v>4.6097900000000003</c:v>
                </c:pt>
                <c:pt idx="255">
                  <c:v>4.5389660000000003</c:v>
                </c:pt>
                <c:pt idx="256">
                  <c:v>4.5040100000000001</c:v>
                </c:pt>
                <c:pt idx="257">
                  <c:v>4.5422029999999998</c:v>
                </c:pt>
                <c:pt idx="258">
                  <c:v>4.592727</c:v>
                </c:pt>
                <c:pt idx="259">
                  <c:v>4.5253389999999998</c:v>
                </c:pt>
                <c:pt idx="260">
                  <c:v>4.3712780000000002</c:v>
                </c:pt>
                <c:pt idx="261">
                  <c:v>4.3476020000000002</c:v>
                </c:pt>
                <c:pt idx="262">
                  <c:v>4.4786710000000003</c:v>
                </c:pt>
                <c:pt idx="263">
                  <c:v>4.6156079999999999</c:v>
                </c:pt>
                <c:pt idx="264">
                  <c:v>4.7072599999999998</c:v>
                </c:pt>
                <c:pt idx="265">
                  <c:v>4.740545</c:v>
                </c:pt>
                <c:pt idx="266">
                  <c:v>4.6879939999999998</c:v>
                </c:pt>
                <c:pt idx="267">
                  <c:v>4.595828</c:v>
                </c:pt>
                <c:pt idx="268">
                  <c:v>4.5875760000000003</c:v>
                </c:pt>
                <c:pt idx="269">
                  <c:v>4.6411129999999998</c:v>
                </c:pt>
                <c:pt idx="270">
                  <c:v>4.6235819999999999</c:v>
                </c:pt>
                <c:pt idx="271">
                  <c:v>4.4980409999999997</c:v>
                </c:pt>
                <c:pt idx="272">
                  <c:v>4.4123580000000002</c:v>
                </c:pt>
                <c:pt idx="273">
                  <c:v>4.4798660000000003</c:v>
                </c:pt>
                <c:pt idx="274">
                  <c:v>4.5758289999999997</c:v>
                </c:pt>
                <c:pt idx="275">
                  <c:v>4.6476870000000003</c:v>
                </c:pt>
                <c:pt idx="276">
                  <c:v>4.6955200000000001</c:v>
                </c:pt>
                <c:pt idx="277">
                  <c:v>4.7174860000000001</c:v>
                </c:pt>
                <c:pt idx="278">
                  <c:v>4.7148060000000003</c:v>
                </c:pt>
                <c:pt idx="279">
                  <c:v>4.6946120000000002</c:v>
                </c:pt>
                <c:pt idx="280">
                  <c:v>4.6624020000000002</c:v>
                </c:pt>
                <c:pt idx="281">
                  <c:v>4.5994409999999997</c:v>
                </c:pt>
                <c:pt idx="282">
                  <c:v>4.3862120000000004</c:v>
                </c:pt>
                <c:pt idx="283">
                  <c:v>4.2645099999999996</c:v>
                </c:pt>
                <c:pt idx="284">
                  <c:v>4.4156709999999997</c:v>
                </c:pt>
                <c:pt idx="285">
                  <c:v>4.7494079999999999</c:v>
                </c:pt>
                <c:pt idx="286">
                  <c:v>4.8386399999999998</c:v>
                </c:pt>
                <c:pt idx="287">
                  <c:v>4.7401520000000001</c:v>
                </c:pt>
                <c:pt idx="288">
                  <c:v>4.6788249999999998</c:v>
                </c:pt>
                <c:pt idx="289">
                  <c:v>4.7649359999999996</c:v>
                </c:pt>
                <c:pt idx="290">
                  <c:v>4.8354780000000002</c:v>
                </c:pt>
                <c:pt idx="291">
                  <c:v>4.8210850000000001</c:v>
                </c:pt>
                <c:pt idx="292">
                  <c:v>4.7792779999999997</c:v>
                </c:pt>
                <c:pt idx="293">
                  <c:v>4.7487560000000002</c:v>
                </c:pt>
                <c:pt idx="294">
                  <c:v>4.7188020000000002</c:v>
                </c:pt>
                <c:pt idx="295">
                  <c:v>4.6003590000000001</c:v>
                </c:pt>
                <c:pt idx="296">
                  <c:v>4.4249960000000002</c:v>
                </c:pt>
                <c:pt idx="297">
                  <c:v>4.3249199999999997</c:v>
                </c:pt>
                <c:pt idx="298">
                  <c:v>4.4211200000000002</c:v>
                </c:pt>
                <c:pt idx="299">
                  <c:v>4.5059579999999997</c:v>
                </c:pt>
                <c:pt idx="300">
                  <c:v>4.5207879999999996</c:v>
                </c:pt>
                <c:pt idx="301">
                  <c:v>4.5214689999999997</c:v>
                </c:pt>
                <c:pt idx="302">
                  <c:v>4.5575780000000004</c:v>
                </c:pt>
                <c:pt idx="303">
                  <c:v>4.6179759999999996</c:v>
                </c:pt>
                <c:pt idx="304">
                  <c:v>4.6838249999999997</c:v>
                </c:pt>
                <c:pt idx="305">
                  <c:v>4.7374499999999999</c:v>
                </c:pt>
                <c:pt idx="306">
                  <c:v>4.7023000000000001</c:v>
                </c:pt>
                <c:pt idx="307">
                  <c:v>4.3948410000000004</c:v>
                </c:pt>
                <c:pt idx="308">
                  <c:v>4.2120170000000003</c:v>
                </c:pt>
                <c:pt idx="309">
                  <c:v>4.2571300000000001</c:v>
                </c:pt>
                <c:pt idx="310">
                  <c:v>4.382288</c:v>
                </c:pt>
                <c:pt idx="311">
                  <c:v>4.4745759999999999</c:v>
                </c:pt>
                <c:pt idx="312">
                  <c:v>4.5149609999999996</c:v>
                </c:pt>
                <c:pt idx="313">
                  <c:v>4.3745900000000004</c:v>
                </c:pt>
                <c:pt idx="314">
                  <c:v>4.0992459999999999</c:v>
                </c:pt>
                <c:pt idx="315">
                  <c:v>3.975158</c:v>
                </c:pt>
                <c:pt idx="316">
                  <c:v>4.2888950000000001</c:v>
                </c:pt>
                <c:pt idx="317">
                  <c:v>4.5212909999999997</c:v>
                </c:pt>
                <c:pt idx="318">
                  <c:v>4.5750010000000003</c:v>
                </c:pt>
                <c:pt idx="319">
                  <c:v>4.5473710000000001</c:v>
                </c:pt>
                <c:pt idx="320">
                  <c:v>4.5631649999999997</c:v>
                </c:pt>
                <c:pt idx="321">
                  <c:v>4.5889990000000003</c:v>
                </c:pt>
                <c:pt idx="322">
                  <c:v>4.5165899999999999</c:v>
                </c:pt>
                <c:pt idx="323">
                  <c:v>4.357221</c:v>
                </c:pt>
                <c:pt idx="324">
                  <c:v>4.2927470000000003</c:v>
                </c:pt>
                <c:pt idx="325">
                  <c:v>4.4761649999999999</c:v>
                </c:pt>
                <c:pt idx="326">
                  <c:v>4.5893569999999997</c:v>
                </c:pt>
                <c:pt idx="327">
                  <c:v>4.551488</c:v>
                </c:pt>
                <c:pt idx="328">
                  <c:v>4.4820950000000002</c:v>
                </c:pt>
                <c:pt idx="329">
                  <c:v>4.5745969999999998</c:v>
                </c:pt>
                <c:pt idx="330">
                  <c:v>4.7352850000000002</c:v>
                </c:pt>
                <c:pt idx="331">
                  <c:v>4.798921</c:v>
                </c:pt>
                <c:pt idx="332">
                  <c:v>4.7510050000000001</c:v>
                </c:pt>
                <c:pt idx="333">
                  <c:v>4.7407089999999998</c:v>
                </c:pt>
                <c:pt idx="334">
                  <c:v>4.8431119999999996</c:v>
                </c:pt>
                <c:pt idx="335">
                  <c:v>4.8489329999999997</c:v>
                </c:pt>
                <c:pt idx="336">
                  <c:v>4.6760080000000004</c:v>
                </c:pt>
                <c:pt idx="337">
                  <c:v>4.4680559999999998</c:v>
                </c:pt>
                <c:pt idx="338">
                  <c:v>4.4242780000000002</c:v>
                </c:pt>
                <c:pt idx="339">
                  <c:v>4.4720009999999997</c:v>
                </c:pt>
                <c:pt idx="340">
                  <c:v>4.5175619999999999</c:v>
                </c:pt>
                <c:pt idx="341">
                  <c:v>4.5487469999999997</c:v>
                </c:pt>
                <c:pt idx="342">
                  <c:v>4.5680160000000001</c:v>
                </c:pt>
                <c:pt idx="343">
                  <c:v>4.5621660000000004</c:v>
                </c:pt>
                <c:pt idx="344">
                  <c:v>4.6011369999999996</c:v>
                </c:pt>
                <c:pt idx="345">
                  <c:v>4.7260980000000004</c:v>
                </c:pt>
                <c:pt idx="346">
                  <c:v>4.8491559999999998</c:v>
                </c:pt>
                <c:pt idx="347">
                  <c:v>4.854819</c:v>
                </c:pt>
                <c:pt idx="348">
                  <c:v>4.7926419999999998</c:v>
                </c:pt>
                <c:pt idx="349">
                  <c:v>4.7127150000000002</c:v>
                </c:pt>
                <c:pt idx="350">
                  <c:v>4.618627</c:v>
                </c:pt>
                <c:pt idx="351">
                  <c:v>4.5479609999999999</c:v>
                </c:pt>
                <c:pt idx="352">
                  <c:v>4.5008910000000002</c:v>
                </c:pt>
                <c:pt idx="353">
                  <c:v>4.486199</c:v>
                </c:pt>
                <c:pt idx="354">
                  <c:v>4.5173040000000002</c:v>
                </c:pt>
                <c:pt idx="355">
                  <c:v>4.558319</c:v>
                </c:pt>
                <c:pt idx="356">
                  <c:v>4.5832119999999996</c:v>
                </c:pt>
                <c:pt idx="357">
                  <c:v>4.5880429999999999</c:v>
                </c:pt>
                <c:pt idx="358">
                  <c:v>4.5417160000000001</c:v>
                </c:pt>
                <c:pt idx="359">
                  <c:v>4.4402369999999998</c:v>
                </c:pt>
                <c:pt idx="360">
                  <c:v>4.4957229999999999</c:v>
                </c:pt>
                <c:pt idx="361">
                  <c:v>4.7152120000000002</c:v>
                </c:pt>
                <c:pt idx="362">
                  <c:v>4.8754600000000003</c:v>
                </c:pt>
                <c:pt idx="363">
                  <c:v>4.8770030000000002</c:v>
                </c:pt>
                <c:pt idx="364">
                  <c:v>4.8047029999999999</c:v>
                </c:pt>
                <c:pt idx="365">
                  <c:v>4.6540730000000003</c:v>
                </c:pt>
                <c:pt idx="366">
                  <c:v>4.519425</c:v>
                </c:pt>
                <c:pt idx="367">
                  <c:v>4.5205000000000002</c:v>
                </c:pt>
                <c:pt idx="368">
                  <c:v>4.6550159999999998</c:v>
                </c:pt>
                <c:pt idx="369">
                  <c:v>4.6369059999999998</c:v>
                </c:pt>
                <c:pt idx="370">
                  <c:v>4.4815800000000001</c:v>
                </c:pt>
                <c:pt idx="371">
                  <c:v>4.4038009999999996</c:v>
                </c:pt>
                <c:pt idx="372">
                  <c:v>4.5750339999999996</c:v>
                </c:pt>
                <c:pt idx="373">
                  <c:v>4.7283429999999997</c:v>
                </c:pt>
                <c:pt idx="374">
                  <c:v>4.6704939999999997</c:v>
                </c:pt>
                <c:pt idx="375">
                  <c:v>4.555669</c:v>
                </c:pt>
                <c:pt idx="376">
                  <c:v>4.500305</c:v>
                </c:pt>
                <c:pt idx="377">
                  <c:v>4.5051730000000001</c:v>
                </c:pt>
                <c:pt idx="378">
                  <c:v>4.6452119999999999</c:v>
                </c:pt>
                <c:pt idx="379">
                  <c:v>4.8813579999999996</c:v>
                </c:pt>
                <c:pt idx="380">
                  <c:v>4.9922019999999998</c:v>
                </c:pt>
                <c:pt idx="381">
                  <c:v>4.7437800000000001</c:v>
                </c:pt>
                <c:pt idx="382">
                  <c:v>4.5305210000000002</c:v>
                </c:pt>
                <c:pt idx="383">
                  <c:v>4.4641469999999996</c:v>
                </c:pt>
                <c:pt idx="384">
                  <c:v>4.4918069999999997</c:v>
                </c:pt>
                <c:pt idx="385">
                  <c:v>4.6383799999999997</c:v>
                </c:pt>
                <c:pt idx="386">
                  <c:v>4.8507559999999996</c:v>
                </c:pt>
                <c:pt idx="387">
                  <c:v>4.8129049999999998</c:v>
                </c:pt>
                <c:pt idx="388">
                  <c:v>4.5868440000000001</c:v>
                </c:pt>
                <c:pt idx="389">
                  <c:v>4.4247730000000001</c:v>
                </c:pt>
                <c:pt idx="390">
                  <c:v>4.4834849999999999</c:v>
                </c:pt>
                <c:pt idx="391">
                  <c:v>4.5449900000000003</c:v>
                </c:pt>
                <c:pt idx="392">
                  <c:v>4.5713340000000002</c:v>
                </c:pt>
                <c:pt idx="393">
                  <c:v>4.6011470000000001</c:v>
                </c:pt>
                <c:pt idx="394">
                  <c:v>4.7189249999999996</c:v>
                </c:pt>
                <c:pt idx="395">
                  <c:v>4.8452609999999998</c:v>
                </c:pt>
                <c:pt idx="396">
                  <c:v>4.7261509999999998</c:v>
                </c:pt>
                <c:pt idx="397">
                  <c:v>4.4445100000000002</c:v>
                </c:pt>
                <c:pt idx="398">
                  <c:v>4.2911599999999996</c:v>
                </c:pt>
                <c:pt idx="399">
                  <c:v>4.4906160000000002</c:v>
                </c:pt>
                <c:pt idx="400">
                  <c:v>4.5992300000000004</c:v>
                </c:pt>
                <c:pt idx="401">
                  <c:v>4.581277</c:v>
                </c:pt>
                <c:pt idx="402">
                  <c:v>4.5114359999999998</c:v>
                </c:pt>
                <c:pt idx="403">
                  <c:v>4.4276340000000003</c:v>
                </c:pt>
                <c:pt idx="404">
                  <c:v>4.353618</c:v>
                </c:pt>
                <c:pt idx="405">
                  <c:v>4.3006019999999996</c:v>
                </c:pt>
                <c:pt idx="406">
                  <c:v>4.2842710000000004</c:v>
                </c:pt>
                <c:pt idx="407">
                  <c:v>4.3733079999999998</c:v>
                </c:pt>
                <c:pt idx="408">
                  <c:v>4.6306830000000003</c:v>
                </c:pt>
                <c:pt idx="409">
                  <c:v>4.7847720000000002</c:v>
                </c:pt>
                <c:pt idx="410">
                  <c:v>4.8114270000000001</c:v>
                </c:pt>
                <c:pt idx="411">
                  <c:v>4.7621339999999996</c:v>
                </c:pt>
                <c:pt idx="412">
                  <c:v>4.6425510000000001</c:v>
                </c:pt>
                <c:pt idx="413">
                  <c:v>4.5034010000000002</c:v>
                </c:pt>
                <c:pt idx="414">
                  <c:v>4.3343439999999998</c:v>
                </c:pt>
                <c:pt idx="415">
                  <c:v>4.1988240000000001</c:v>
                </c:pt>
                <c:pt idx="416">
                  <c:v>4.2700760000000004</c:v>
                </c:pt>
                <c:pt idx="417">
                  <c:v>4.5879630000000002</c:v>
                </c:pt>
                <c:pt idx="418">
                  <c:v>4.7286250000000001</c:v>
                </c:pt>
                <c:pt idx="419">
                  <c:v>4.6516599999999997</c:v>
                </c:pt>
                <c:pt idx="420">
                  <c:v>4.5856839999999996</c:v>
                </c:pt>
                <c:pt idx="421">
                  <c:v>4.7776399999999999</c:v>
                </c:pt>
                <c:pt idx="422">
                  <c:v>4.9565299999999999</c:v>
                </c:pt>
                <c:pt idx="423">
                  <c:v>4.9162129999999999</c:v>
                </c:pt>
                <c:pt idx="424">
                  <c:v>4.7678450000000003</c:v>
                </c:pt>
                <c:pt idx="425">
                  <c:v>4.6767719999999997</c:v>
                </c:pt>
                <c:pt idx="426">
                  <c:v>4.6399229999999996</c:v>
                </c:pt>
                <c:pt idx="427">
                  <c:v>4.6237380000000003</c:v>
                </c:pt>
                <c:pt idx="428">
                  <c:v>4.6243270000000001</c:v>
                </c:pt>
                <c:pt idx="429">
                  <c:v>4.6201299999999996</c:v>
                </c:pt>
                <c:pt idx="430">
                  <c:v>4.5788359999999999</c:v>
                </c:pt>
                <c:pt idx="431">
                  <c:v>4.5600259999999997</c:v>
                </c:pt>
                <c:pt idx="432">
                  <c:v>4.6063720000000004</c:v>
                </c:pt>
                <c:pt idx="433">
                  <c:v>4.6546979999999998</c:v>
                </c:pt>
                <c:pt idx="434">
                  <c:v>4.5532870000000001</c:v>
                </c:pt>
                <c:pt idx="435">
                  <c:v>4.3801589999999999</c:v>
                </c:pt>
                <c:pt idx="436">
                  <c:v>4.4078660000000003</c:v>
                </c:pt>
                <c:pt idx="437">
                  <c:v>4.6434090000000001</c:v>
                </c:pt>
                <c:pt idx="438">
                  <c:v>4.818028</c:v>
                </c:pt>
                <c:pt idx="439">
                  <c:v>4.7811779999999997</c:v>
                </c:pt>
                <c:pt idx="440">
                  <c:v>4.7512699999999999</c:v>
                </c:pt>
                <c:pt idx="441">
                  <c:v>4.7694729999999996</c:v>
                </c:pt>
                <c:pt idx="442">
                  <c:v>4.7971909999999998</c:v>
                </c:pt>
                <c:pt idx="443">
                  <c:v>4.7936329999999998</c:v>
                </c:pt>
                <c:pt idx="444">
                  <c:v>4.7587989999999998</c:v>
                </c:pt>
                <c:pt idx="445">
                  <c:v>4.6661429999999999</c:v>
                </c:pt>
                <c:pt idx="446">
                  <c:v>4.5256429999999996</c:v>
                </c:pt>
                <c:pt idx="447">
                  <c:v>4.4750009999999998</c:v>
                </c:pt>
                <c:pt idx="448">
                  <c:v>4.5659229999999997</c:v>
                </c:pt>
                <c:pt idx="449">
                  <c:v>4.5974329999999997</c:v>
                </c:pt>
                <c:pt idx="450">
                  <c:v>4.5231649999999997</c:v>
                </c:pt>
                <c:pt idx="451">
                  <c:v>4.4306910000000004</c:v>
                </c:pt>
                <c:pt idx="452">
                  <c:v>4.3807749999999999</c:v>
                </c:pt>
                <c:pt idx="453">
                  <c:v>4.3874639999999996</c:v>
                </c:pt>
                <c:pt idx="454">
                  <c:v>4.5224149999999996</c:v>
                </c:pt>
                <c:pt idx="455">
                  <c:v>4.7374000000000001</c:v>
                </c:pt>
                <c:pt idx="456">
                  <c:v>4.757174</c:v>
                </c:pt>
                <c:pt idx="457">
                  <c:v>4.5641480000000003</c:v>
                </c:pt>
                <c:pt idx="458">
                  <c:v>4.4952170000000002</c:v>
                </c:pt>
                <c:pt idx="459">
                  <c:v>4.6248870000000002</c:v>
                </c:pt>
                <c:pt idx="460">
                  <c:v>4.719824</c:v>
                </c:pt>
                <c:pt idx="461">
                  <c:v>4.4854750000000001</c:v>
                </c:pt>
                <c:pt idx="462">
                  <c:v>4.270168</c:v>
                </c:pt>
                <c:pt idx="463">
                  <c:v>4.3489750000000003</c:v>
                </c:pt>
                <c:pt idx="464">
                  <c:v>4.5765900000000004</c:v>
                </c:pt>
                <c:pt idx="465">
                  <c:v>4.6025510000000001</c:v>
                </c:pt>
                <c:pt idx="466">
                  <c:v>4.4591659999999997</c:v>
                </c:pt>
                <c:pt idx="467">
                  <c:v>4.3104620000000002</c:v>
                </c:pt>
                <c:pt idx="468">
                  <c:v>4.1793800000000001</c:v>
                </c:pt>
                <c:pt idx="469">
                  <c:v>4.1246369999999999</c:v>
                </c:pt>
                <c:pt idx="470">
                  <c:v>4.2402949999999997</c:v>
                </c:pt>
                <c:pt idx="471">
                  <c:v>4.3597919999999997</c:v>
                </c:pt>
                <c:pt idx="472">
                  <c:v>4.4291879999999999</c:v>
                </c:pt>
                <c:pt idx="473">
                  <c:v>4.4717560000000001</c:v>
                </c:pt>
                <c:pt idx="474">
                  <c:v>4.5305939999999998</c:v>
                </c:pt>
                <c:pt idx="475">
                  <c:v>4.5927819999999997</c:v>
                </c:pt>
                <c:pt idx="476">
                  <c:v>4.6282730000000001</c:v>
                </c:pt>
                <c:pt idx="477">
                  <c:v>4.6331239999999996</c:v>
                </c:pt>
                <c:pt idx="478">
                  <c:v>4.6340019999999997</c:v>
                </c:pt>
                <c:pt idx="479">
                  <c:v>4.6323259999999999</c:v>
                </c:pt>
                <c:pt idx="480">
                  <c:v>4.6329770000000003</c:v>
                </c:pt>
                <c:pt idx="481">
                  <c:v>4.6319270000000001</c:v>
                </c:pt>
                <c:pt idx="482">
                  <c:v>4.649457</c:v>
                </c:pt>
                <c:pt idx="483">
                  <c:v>4.7843900000000001</c:v>
                </c:pt>
                <c:pt idx="484">
                  <c:v>4.9040889999999999</c:v>
                </c:pt>
                <c:pt idx="485">
                  <c:v>4.79</c:v>
                </c:pt>
                <c:pt idx="486">
                  <c:v>4.4516200000000001</c:v>
                </c:pt>
                <c:pt idx="487">
                  <c:v>4.345434</c:v>
                </c:pt>
                <c:pt idx="488">
                  <c:v>4.4951439999999998</c:v>
                </c:pt>
                <c:pt idx="489">
                  <c:v>4.6397259999999996</c:v>
                </c:pt>
                <c:pt idx="490">
                  <c:v>4.7225200000000003</c:v>
                </c:pt>
                <c:pt idx="491">
                  <c:v>4.7979969999999996</c:v>
                </c:pt>
                <c:pt idx="492">
                  <c:v>4.9950619999999999</c:v>
                </c:pt>
                <c:pt idx="493">
                  <c:v>5.1228619999999996</c:v>
                </c:pt>
                <c:pt idx="494">
                  <c:v>4.980766</c:v>
                </c:pt>
                <c:pt idx="495">
                  <c:v>4.6843310000000002</c:v>
                </c:pt>
                <c:pt idx="496">
                  <c:v>4.5435530000000002</c:v>
                </c:pt>
                <c:pt idx="497">
                  <c:v>4.5354979999999996</c:v>
                </c:pt>
                <c:pt idx="498">
                  <c:v>4.4862599999999997</c:v>
                </c:pt>
                <c:pt idx="499">
                  <c:v>4.3563939999999999</c:v>
                </c:pt>
                <c:pt idx="500">
                  <c:v>4.3132630000000001</c:v>
                </c:pt>
                <c:pt idx="501">
                  <c:v>4.5388349999999997</c:v>
                </c:pt>
                <c:pt idx="502">
                  <c:v>4.7480440000000002</c:v>
                </c:pt>
                <c:pt idx="503">
                  <c:v>4.8483419999999997</c:v>
                </c:pt>
                <c:pt idx="504">
                  <c:v>4.8780549999999998</c:v>
                </c:pt>
                <c:pt idx="505">
                  <c:v>4.8991490000000004</c:v>
                </c:pt>
                <c:pt idx="506">
                  <c:v>4.9064940000000004</c:v>
                </c:pt>
                <c:pt idx="507">
                  <c:v>4.8703240000000001</c:v>
                </c:pt>
                <c:pt idx="508">
                  <c:v>4.7855720000000002</c:v>
                </c:pt>
                <c:pt idx="509">
                  <c:v>4.7812869999999998</c:v>
                </c:pt>
                <c:pt idx="510">
                  <c:v>4.9170939999999996</c:v>
                </c:pt>
                <c:pt idx="511">
                  <c:v>4.9973669999999997</c:v>
                </c:pt>
                <c:pt idx="512">
                  <c:v>4.9640339999999998</c:v>
                </c:pt>
                <c:pt idx="513">
                  <c:v>4.8972069999999999</c:v>
                </c:pt>
                <c:pt idx="514">
                  <c:v>4.884398</c:v>
                </c:pt>
                <c:pt idx="515">
                  <c:v>4.8987379999999998</c:v>
                </c:pt>
                <c:pt idx="516">
                  <c:v>4.9185319999999999</c:v>
                </c:pt>
                <c:pt idx="517">
                  <c:v>4.9388100000000001</c:v>
                </c:pt>
                <c:pt idx="518">
                  <c:v>4.9601030000000002</c:v>
                </c:pt>
                <c:pt idx="519">
                  <c:v>4.9868860000000002</c:v>
                </c:pt>
                <c:pt idx="520">
                  <c:v>4.8843769999999997</c:v>
                </c:pt>
                <c:pt idx="521">
                  <c:v>4.6007449999999999</c:v>
                </c:pt>
                <c:pt idx="522">
                  <c:v>4.4051309999999999</c:v>
                </c:pt>
                <c:pt idx="523">
                  <c:v>4.6120580000000002</c:v>
                </c:pt>
                <c:pt idx="524">
                  <c:v>4.8574900000000003</c:v>
                </c:pt>
                <c:pt idx="525">
                  <c:v>4.9512219999999996</c:v>
                </c:pt>
                <c:pt idx="526">
                  <c:v>4.9282620000000001</c:v>
                </c:pt>
                <c:pt idx="527">
                  <c:v>4.83744</c:v>
                </c:pt>
                <c:pt idx="528">
                  <c:v>4.7007380000000003</c:v>
                </c:pt>
                <c:pt idx="529">
                  <c:v>4.5882839999999998</c:v>
                </c:pt>
                <c:pt idx="530">
                  <c:v>4.5101690000000003</c:v>
                </c:pt>
                <c:pt idx="531">
                  <c:v>4.5170680000000001</c:v>
                </c:pt>
                <c:pt idx="532">
                  <c:v>4.6933400000000001</c:v>
                </c:pt>
                <c:pt idx="533">
                  <c:v>4.8803089999999996</c:v>
                </c:pt>
                <c:pt idx="534">
                  <c:v>5.0685750000000001</c:v>
                </c:pt>
                <c:pt idx="535">
                  <c:v>5.1971860000000003</c:v>
                </c:pt>
                <c:pt idx="536">
                  <c:v>5.1409960000000003</c:v>
                </c:pt>
                <c:pt idx="537">
                  <c:v>4.9887949999999996</c:v>
                </c:pt>
                <c:pt idx="538">
                  <c:v>4.8469249999999997</c:v>
                </c:pt>
                <c:pt idx="539">
                  <c:v>4.7349439999999996</c:v>
                </c:pt>
                <c:pt idx="540">
                  <c:v>4.7039770000000001</c:v>
                </c:pt>
                <c:pt idx="541">
                  <c:v>4.7697320000000003</c:v>
                </c:pt>
                <c:pt idx="542">
                  <c:v>4.8415280000000003</c:v>
                </c:pt>
                <c:pt idx="543">
                  <c:v>4.90801</c:v>
                </c:pt>
                <c:pt idx="544">
                  <c:v>4.9448939999999997</c:v>
                </c:pt>
                <c:pt idx="545">
                  <c:v>4.9277540000000002</c:v>
                </c:pt>
                <c:pt idx="546">
                  <c:v>4.8733779999999998</c:v>
                </c:pt>
                <c:pt idx="547">
                  <c:v>4.7623569999999997</c:v>
                </c:pt>
                <c:pt idx="548">
                  <c:v>4.6352479999999998</c:v>
                </c:pt>
                <c:pt idx="549">
                  <c:v>4.580565</c:v>
                </c:pt>
                <c:pt idx="550">
                  <c:v>4.5938929999999996</c:v>
                </c:pt>
                <c:pt idx="551">
                  <c:v>4.6569969999999996</c:v>
                </c:pt>
                <c:pt idx="552">
                  <c:v>4.7664939999999998</c:v>
                </c:pt>
                <c:pt idx="553">
                  <c:v>4.8246159999999998</c:v>
                </c:pt>
                <c:pt idx="554">
                  <c:v>4.6380220000000003</c:v>
                </c:pt>
                <c:pt idx="555">
                  <c:v>4.6041410000000003</c:v>
                </c:pt>
                <c:pt idx="556">
                  <c:v>4.9027510000000003</c:v>
                </c:pt>
                <c:pt idx="557">
                  <c:v>5.2667320000000002</c:v>
                </c:pt>
                <c:pt idx="558">
                  <c:v>5.2922529999999997</c:v>
                </c:pt>
                <c:pt idx="559">
                  <c:v>5.1236110000000004</c:v>
                </c:pt>
                <c:pt idx="560">
                  <c:v>5.0130840000000001</c:v>
                </c:pt>
                <c:pt idx="561">
                  <c:v>4.9781219999999999</c:v>
                </c:pt>
                <c:pt idx="562">
                  <c:v>4.987616</c:v>
                </c:pt>
                <c:pt idx="563">
                  <c:v>5.0525159999999998</c:v>
                </c:pt>
                <c:pt idx="564">
                  <c:v>5.1076680000000003</c:v>
                </c:pt>
                <c:pt idx="565">
                  <c:v>5.1521530000000002</c:v>
                </c:pt>
                <c:pt idx="566">
                  <c:v>5.138039</c:v>
                </c:pt>
                <c:pt idx="567">
                  <c:v>4.9259729999999999</c:v>
                </c:pt>
                <c:pt idx="568">
                  <c:v>4.7206099999999998</c:v>
                </c:pt>
                <c:pt idx="569">
                  <c:v>4.7393720000000004</c:v>
                </c:pt>
                <c:pt idx="570">
                  <c:v>4.8949069999999999</c:v>
                </c:pt>
                <c:pt idx="571">
                  <c:v>4.9849379999999996</c:v>
                </c:pt>
                <c:pt idx="572">
                  <c:v>5.0133159999999997</c:v>
                </c:pt>
                <c:pt idx="573">
                  <c:v>5.0700519999999996</c:v>
                </c:pt>
                <c:pt idx="574">
                  <c:v>5.1591269999999998</c:v>
                </c:pt>
                <c:pt idx="575">
                  <c:v>5.209784</c:v>
                </c:pt>
                <c:pt idx="576">
                  <c:v>5.161797</c:v>
                </c:pt>
                <c:pt idx="577">
                  <c:v>5.0861679999999998</c:v>
                </c:pt>
                <c:pt idx="578">
                  <c:v>4.987724</c:v>
                </c:pt>
                <c:pt idx="579">
                  <c:v>4.901192</c:v>
                </c:pt>
                <c:pt idx="580">
                  <c:v>4.8598270000000001</c:v>
                </c:pt>
                <c:pt idx="581">
                  <c:v>4.8639599999999996</c:v>
                </c:pt>
                <c:pt idx="582">
                  <c:v>4.9553479999999999</c:v>
                </c:pt>
                <c:pt idx="583">
                  <c:v>5.1014949999999999</c:v>
                </c:pt>
                <c:pt idx="584">
                  <c:v>5.1377550000000003</c:v>
                </c:pt>
                <c:pt idx="585">
                  <c:v>4.9604670000000004</c:v>
                </c:pt>
                <c:pt idx="586">
                  <c:v>4.9101319999999999</c:v>
                </c:pt>
                <c:pt idx="587">
                  <c:v>5.0321109999999996</c:v>
                </c:pt>
                <c:pt idx="588">
                  <c:v>5.137956</c:v>
                </c:pt>
                <c:pt idx="589">
                  <c:v>5.0083970000000004</c:v>
                </c:pt>
                <c:pt idx="590">
                  <c:v>4.8504670000000001</c:v>
                </c:pt>
                <c:pt idx="591">
                  <c:v>4.8401569999999996</c:v>
                </c:pt>
                <c:pt idx="592">
                  <c:v>4.9271039999999999</c:v>
                </c:pt>
                <c:pt idx="593">
                  <c:v>5.0346149999999996</c:v>
                </c:pt>
                <c:pt idx="594">
                  <c:v>5.1605970000000001</c:v>
                </c:pt>
                <c:pt idx="595">
                  <c:v>5.1993410000000004</c:v>
                </c:pt>
                <c:pt idx="596">
                  <c:v>5.156072</c:v>
                </c:pt>
                <c:pt idx="597">
                  <c:v>5.1066539999999998</c:v>
                </c:pt>
                <c:pt idx="598">
                  <c:v>5.0579989999999997</c:v>
                </c:pt>
                <c:pt idx="599">
                  <c:v>5.0664680000000004</c:v>
                </c:pt>
                <c:pt idx="600">
                  <c:v>5.1818629999999999</c:v>
                </c:pt>
                <c:pt idx="601">
                  <c:v>5.2777469999999997</c:v>
                </c:pt>
                <c:pt idx="602">
                  <c:v>5.1891870000000004</c:v>
                </c:pt>
                <c:pt idx="603">
                  <c:v>5.0275270000000001</c:v>
                </c:pt>
                <c:pt idx="604">
                  <c:v>5.0375529999999999</c:v>
                </c:pt>
                <c:pt idx="605">
                  <c:v>5.16683</c:v>
                </c:pt>
                <c:pt idx="606">
                  <c:v>5.2711209999999999</c:v>
                </c:pt>
                <c:pt idx="607">
                  <c:v>5.3656139999999999</c:v>
                </c:pt>
                <c:pt idx="608">
                  <c:v>5.2866499999999998</c:v>
                </c:pt>
                <c:pt idx="609">
                  <c:v>5.0107249999999999</c:v>
                </c:pt>
                <c:pt idx="610">
                  <c:v>4.7999340000000004</c:v>
                </c:pt>
                <c:pt idx="611">
                  <c:v>4.910088</c:v>
                </c:pt>
                <c:pt idx="612">
                  <c:v>5.0488960000000001</c:v>
                </c:pt>
                <c:pt idx="613">
                  <c:v>4.912941</c:v>
                </c:pt>
                <c:pt idx="614">
                  <c:v>4.755808</c:v>
                </c:pt>
                <c:pt idx="615">
                  <c:v>4.8827670000000003</c:v>
                </c:pt>
                <c:pt idx="616">
                  <c:v>5.2533899999999996</c:v>
                </c:pt>
                <c:pt idx="617">
                  <c:v>5.398263</c:v>
                </c:pt>
                <c:pt idx="618">
                  <c:v>5.3570589999999996</c:v>
                </c:pt>
                <c:pt idx="619">
                  <c:v>5.2971560000000002</c:v>
                </c:pt>
                <c:pt idx="620">
                  <c:v>5.2634889999999999</c:v>
                </c:pt>
                <c:pt idx="621">
                  <c:v>5.2674880000000002</c:v>
                </c:pt>
                <c:pt idx="622">
                  <c:v>5.3453739999999996</c:v>
                </c:pt>
                <c:pt idx="623">
                  <c:v>5.3656610000000002</c:v>
                </c:pt>
                <c:pt idx="624">
                  <c:v>5.1992849999999997</c:v>
                </c:pt>
                <c:pt idx="625">
                  <c:v>4.9868800000000002</c:v>
                </c:pt>
                <c:pt idx="626">
                  <c:v>5.0050210000000002</c:v>
                </c:pt>
                <c:pt idx="627">
                  <c:v>5.1208619999999998</c:v>
                </c:pt>
                <c:pt idx="628">
                  <c:v>5.0984040000000004</c:v>
                </c:pt>
                <c:pt idx="629">
                  <c:v>4.8975499999999998</c:v>
                </c:pt>
                <c:pt idx="630">
                  <c:v>4.8145680000000004</c:v>
                </c:pt>
                <c:pt idx="631">
                  <c:v>4.8483900000000002</c:v>
                </c:pt>
                <c:pt idx="632">
                  <c:v>4.9432809999999998</c:v>
                </c:pt>
                <c:pt idx="633">
                  <c:v>5.1106020000000001</c:v>
                </c:pt>
                <c:pt idx="634">
                  <c:v>5.2445709999999996</c:v>
                </c:pt>
                <c:pt idx="635">
                  <c:v>5.2609659999999998</c:v>
                </c:pt>
                <c:pt idx="636">
                  <c:v>5.2314379999999998</c:v>
                </c:pt>
                <c:pt idx="637">
                  <c:v>5.1918949999999997</c:v>
                </c:pt>
                <c:pt idx="638">
                  <c:v>5.1472519999999999</c:v>
                </c:pt>
                <c:pt idx="639">
                  <c:v>5.1011860000000002</c:v>
                </c:pt>
                <c:pt idx="640">
                  <c:v>5.0633999999999997</c:v>
                </c:pt>
                <c:pt idx="641">
                  <c:v>5.0669180000000003</c:v>
                </c:pt>
                <c:pt idx="642">
                  <c:v>5.1343120000000004</c:v>
                </c:pt>
                <c:pt idx="643">
                  <c:v>5.131793</c:v>
                </c:pt>
                <c:pt idx="644">
                  <c:v>5.0126280000000003</c:v>
                </c:pt>
                <c:pt idx="645">
                  <c:v>4.9766269999999997</c:v>
                </c:pt>
                <c:pt idx="646">
                  <c:v>5.1170429999999998</c:v>
                </c:pt>
                <c:pt idx="647">
                  <c:v>5.2856110000000003</c:v>
                </c:pt>
                <c:pt idx="648">
                  <c:v>5.3243869999999998</c:v>
                </c:pt>
                <c:pt idx="649">
                  <c:v>5.2993490000000003</c:v>
                </c:pt>
                <c:pt idx="650">
                  <c:v>5.2516679999999996</c:v>
                </c:pt>
                <c:pt idx="651">
                  <c:v>5.1984839999999997</c:v>
                </c:pt>
                <c:pt idx="652">
                  <c:v>5.1991149999999999</c:v>
                </c:pt>
                <c:pt idx="653">
                  <c:v>5.244211</c:v>
                </c:pt>
                <c:pt idx="654">
                  <c:v>5.2775590000000001</c:v>
                </c:pt>
                <c:pt idx="655">
                  <c:v>5.2908090000000003</c:v>
                </c:pt>
                <c:pt idx="656">
                  <c:v>5.258337</c:v>
                </c:pt>
                <c:pt idx="657">
                  <c:v>5.143338</c:v>
                </c:pt>
                <c:pt idx="658">
                  <c:v>4.9931010000000002</c:v>
                </c:pt>
                <c:pt idx="659">
                  <c:v>4.7669540000000001</c:v>
                </c:pt>
                <c:pt idx="660">
                  <c:v>4.6221769999999998</c:v>
                </c:pt>
                <c:pt idx="661">
                  <c:v>4.9249049999999999</c:v>
                </c:pt>
                <c:pt idx="662">
                  <c:v>5.3662460000000003</c:v>
                </c:pt>
                <c:pt idx="663">
                  <c:v>5.4862919999999997</c:v>
                </c:pt>
                <c:pt idx="664">
                  <c:v>5.2986019999999998</c:v>
                </c:pt>
                <c:pt idx="665">
                  <c:v>5.2258699999999996</c:v>
                </c:pt>
                <c:pt idx="666">
                  <c:v>5.2880570000000002</c:v>
                </c:pt>
                <c:pt idx="667">
                  <c:v>5.3681340000000004</c:v>
                </c:pt>
                <c:pt idx="668">
                  <c:v>5.4535549999999997</c:v>
                </c:pt>
                <c:pt idx="669">
                  <c:v>5.468807</c:v>
                </c:pt>
                <c:pt idx="670">
                  <c:v>5.2524920000000002</c:v>
                </c:pt>
                <c:pt idx="671">
                  <c:v>5.0874490000000003</c:v>
                </c:pt>
                <c:pt idx="672">
                  <c:v>5.1273980000000003</c:v>
                </c:pt>
                <c:pt idx="673">
                  <c:v>5.2480630000000001</c:v>
                </c:pt>
                <c:pt idx="674">
                  <c:v>5.296062</c:v>
                </c:pt>
                <c:pt idx="675">
                  <c:v>5.2886689999999996</c:v>
                </c:pt>
                <c:pt idx="676">
                  <c:v>5.2382220000000004</c:v>
                </c:pt>
                <c:pt idx="677">
                  <c:v>5.1672739999999999</c:v>
                </c:pt>
                <c:pt idx="678">
                  <c:v>5.1842860000000002</c:v>
                </c:pt>
                <c:pt idx="679">
                  <c:v>5.3479789999999996</c:v>
                </c:pt>
                <c:pt idx="680">
                  <c:v>5.5252189999999999</c:v>
                </c:pt>
                <c:pt idx="681">
                  <c:v>5.7200420000000003</c:v>
                </c:pt>
                <c:pt idx="682">
                  <c:v>5.7939220000000002</c:v>
                </c:pt>
                <c:pt idx="683">
                  <c:v>5.4897729999999996</c:v>
                </c:pt>
                <c:pt idx="684">
                  <c:v>5.1744680000000001</c:v>
                </c:pt>
                <c:pt idx="685">
                  <c:v>5.1614360000000001</c:v>
                </c:pt>
                <c:pt idx="686">
                  <c:v>5.2842330000000004</c:v>
                </c:pt>
                <c:pt idx="687">
                  <c:v>5.318797</c:v>
                </c:pt>
                <c:pt idx="688">
                  <c:v>5.282826</c:v>
                </c:pt>
                <c:pt idx="689">
                  <c:v>5.3677760000000001</c:v>
                </c:pt>
                <c:pt idx="690">
                  <c:v>5.5408470000000003</c:v>
                </c:pt>
                <c:pt idx="691">
                  <c:v>5.6525509999999999</c:v>
                </c:pt>
                <c:pt idx="692">
                  <c:v>5.6037869999999996</c:v>
                </c:pt>
                <c:pt idx="693">
                  <c:v>5.5449310000000001</c:v>
                </c:pt>
                <c:pt idx="694">
                  <c:v>5.4859010000000001</c:v>
                </c:pt>
                <c:pt idx="695">
                  <c:v>5.4259490000000001</c:v>
                </c:pt>
                <c:pt idx="696">
                  <c:v>5.3402640000000003</c:v>
                </c:pt>
                <c:pt idx="697">
                  <c:v>5.2804890000000002</c:v>
                </c:pt>
                <c:pt idx="698">
                  <c:v>5.3473059999999997</c:v>
                </c:pt>
                <c:pt idx="699">
                  <c:v>5.4569830000000001</c:v>
                </c:pt>
                <c:pt idx="700">
                  <c:v>5.4815899999999997</c:v>
                </c:pt>
                <c:pt idx="701">
                  <c:v>5.4208540000000003</c:v>
                </c:pt>
                <c:pt idx="702">
                  <c:v>5.443543</c:v>
                </c:pt>
                <c:pt idx="703">
                  <c:v>5.530907</c:v>
                </c:pt>
                <c:pt idx="704">
                  <c:v>5.5507749999999998</c:v>
                </c:pt>
                <c:pt idx="705">
                  <c:v>5.4118370000000002</c:v>
                </c:pt>
                <c:pt idx="706">
                  <c:v>5.3279579999999997</c:v>
                </c:pt>
                <c:pt idx="707">
                  <c:v>5.4068839999999998</c:v>
                </c:pt>
                <c:pt idx="708">
                  <c:v>5.4794099999999997</c:v>
                </c:pt>
                <c:pt idx="709">
                  <c:v>5.4537449999999996</c:v>
                </c:pt>
                <c:pt idx="710">
                  <c:v>5.4069399999999996</c:v>
                </c:pt>
                <c:pt idx="711">
                  <c:v>5.4794419999999997</c:v>
                </c:pt>
                <c:pt idx="712">
                  <c:v>5.6101749999999999</c:v>
                </c:pt>
                <c:pt idx="713">
                  <c:v>5.729819</c:v>
                </c:pt>
                <c:pt idx="714">
                  <c:v>5.8280919999999998</c:v>
                </c:pt>
                <c:pt idx="715">
                  <c:v>5.8380270000000003</c:v>
                </c:pt>
                <c:pt idx="716">
                  <c:v>5.7602580000000003</c:v>
                </c:pt>
                <c:pt idx="717">
                  <c:v>5.6812279999999999</c:v>
                </c:pt>
                <c:pt idx="718">
                  <c:v>5.6249609999999999</c:v>
                </c:pt>
                <c:pt idx="719">
                  <c:v>5.5602669999999996</c:v>
                </c:pt>
                <c:pt idx="720">
                  <c:v>5.4876899999999997</c:v>
                </c:pt>
                <c:pt idx="721">
                  <c:v>5.3673700000000002</c:v>
                </c:pt>
                <c:pt idx="722">
                  <c:v>5.1488339999999999</c:v>
                </c:pt>
                <c:pt idx="723">
                  <c:v>4.935003</c:v>
                </c:pt>
                <c:pt idx="724">
                  <c:v>4.9121829999999997</c:v>
                </c:pt>
                <c:pt idx="725">
                  <c:v>5.014418</c:v>
                </c:pt>
                <c:pt idx="726">
                  <c:v>5.1710479999999999</c:v>
                </c:pt>
                <c:pt idx="727">
                  <c:v>5.3574570000000001</c:v>
                </c:pt>
                <c:pt idx="728">
                  <c:v>5.459473</c:v>
                </c:pt>
                <c:pt idx="729">
                  <c:v>5.4685959999999998</c:v>
                </c:pt>
                <c:pt idx="730">
                  <c:v>5.4173249999999999</c:v>
                </c:pt>
                <c:pt idx="731">
                  <c:v>5.3042400000000001</c:v>
                </c:pt>
                <c:pt idx="732">
                  <c:v>5.2437100000000001</c:v>
                </c:pt>
                <c:pt idx="733">
                  <c:v>5.4139980000000003</c:v>
                </c:pt>
                <c:pt idx="734">
                  <c:v>5.5335330000000003</c:v>
                </c:pt>
                <c:pt idx="735">
                  <c:v>5.4356220000000004</c:v>
                </c:pt>
                <c:pt idx="736">
                  <c:v>5.2844300000000004</c:v>
                </c:pt>
                <c:pt idx="737">
                  <c:v>5.2908369999999998</c:v>
                </c:pt>
                <c:pt idx="738">
                  <c:v>5.4046580000000004</c:v>
                </c:pt>
                <c:pt idx="739">
                  <c:v>5.545051</c:v>
                </c:pt>
                <c:pt idx="740">
                  <c:v>5.6813830000000003</c:v>
                </c:pt>
                <c:pt idx="741">
                  <c:v>5.7034989999999999</c:v>
                </c:pt>
                <c:pt idx="742">
                  <c:v>5.5420600000000002</c:v>
                </c:pt>
                <c:pt idx="743">
                  <c:v>5.4540160000000002</c:v>
                </c:pt>
                <c:pt idx="744">
                  <c:v>5.451187</c:v>
                </c:pt>
                <c:pt idx="745">
                  <c:v>5.4847130000000002</c:v>
                </c:pt>
                <c:pt idx="746">
                  <c:v>5.5602080000000003</c:v>
                </c:pt>
                <c:pt idx="747">
                  <c:v>5.614681</c:v>
                </c:pt>
                <c:pt idx="748">
                  <c:v>5.5574700000000004</c:v>
                </c:pt>
                <c:pt idx="749">
                  <c:v>5.5147570000000004</c:v>
                </c:pt>
                <c:pt idx="750">
                  <c:v>5.6282759999999996</c:v>
                </c:pt>
                <c:pt idx="751">
                  <c:v>5.8296029999999996</c:v>
                </c:pt>
                <c:pt idx="752">
                  <c:v>5.8568709999999999</c:v>
                </c:pt>
                <c:pt idx="753">
                  <c:v>5.763566</c:v>
                </c:pt>
                <c:pt idx="754">
                  <c:v>5.6774750000000003</c:v>
                </c:pt>
                <c:pt idx="755">
                  <c:v>5.6122670000000001</c:v>
                </c:pt>
                <c:pt idx="756">
                  <c:v>5.6434129999999998</c:v>
                </c:pt>
                <c:pt idx="757">
                  <c:v>5.7882499999999997</c:v>
                </c:pt>
                <c:pt idx="758">
                  <c:v>5.8790490000000002</c:v>
                </c:pt>
                <c:pt idx="759">
                  <c:v>5.8227089999999997</c:v>
                </c:pt>
                <c:pt idx="760">
                  <c:v>5.7387680000000003</c:v>
                </c:pt>
                <c:pt idx="761">
                  <c:v>5.6843570000000003</c:v>
                </c:pt>
                <c:pt idx="762">
                  <c:v>5.6924349999999997</c:v>
                </c:pt>
                <c:pt idx="763">
                  <c:v>5.8154529999999998</c:v>
                </c:pt>
                <c:pt idx="764">
                  <c:v>5.9842750000000002</c:v>
                </c:pt>
                <c:pt idx="765">
                  <c:v>5.9635109999999996</c:v>
                </c:pt>
                <c:pt idx="766">
                  <c:v>5.8217290000000004</c:v>
                </c:pt>
                <c:pt idx="767">
                  <c:v>5.7061130000000002</c:v>
                </c:pt>
                <c:pt idx="768">
                  <c:v>5.6412649999999998</c:v>
                </c:pt>
                <c:pt idx="769">
                  <c:v>5.6643340000000002</c:v>
                </c:pt>
                <c:pt idx="770">
                  <c:v>5.7913680000000003</c:v>
                </c:pt>
                <c:pt idx="771">
                  <c:v>5.91099</c:v>
                </c:pt>
                <c:pt idx="772">
                  <c:v>5.9951679999999996</c:v>
                </c:pt>
                <c:pt idx="773">
                  <c:v>6.0703100000000001</c:v>
                </c:pt>
                <c:pt idx="774">
                  <c:v>6.2071350000000001</c:v>
                </c:pt>
                <c:pt idx="775">
                  <c:v>6.2849329999999997</c:v>
                </c:pt>
                <c:pt idx="776">
                  <c:v>6.1916250000000002</c:v>
                </c:pt>
                <c:pt idx="777">
                  <c:v>6.0352410000000001</c:v>
                </c:pt>
                <c:pt idx="778">
                  <c:v>5.9990100000000002</c:v>
                </c:pt>
                <c:pt idx="779">
                  <c:v>6.0506970000000004</c:v>
                </c:pt>
                <c:pt idx="780">
                  <c:v>6.110004</c:v>
                </c:pt>
                <c:pt idx="781">
                  <c:v>6.169556</c:v>
                </c:pt>
                <c:pt idx="782">
                  <c:v>6.2334059999999996</c:v>
                </c:pt>
                <c:pt idx="783">
                  <c:v>6.3271369999999996</c:v>
                </c:pt>
                <c:pt idx="784">
                  <c:v>6.3423259999999999</c:v>
                </c:pt>
                <c:pt idx="785">
                  <c:v>6.2654949999999996</c:v>
                </c:pt>
                <c:pt idx="786">
                  <c:v>6.1656649999999997</c:v>
                </c:pt>
                <c:pt idx="787">
                  <c:v>6.0223560000000003</c:v>
                </c:pt>
                <c:pt idx="788">
                  <c:v>5.9579800000000001</c:v>
                </c:pt>
                <c:pt idx="789">
                  <c:v>6.1271430000000002</c:v>
                </c:pt>
                <c:pt idx="790">
                  <c:v>6.3526860000000003</c:v>
                </c:pt>
                <c:pt idx="791">
                  <c:v>6.4786710000000003</c:v>
                </c:pt>
                <c:pt idx="792">
                  <c:v>6.5274900000000002</c:v>
                </c:pt>
                <c:pt idx="793">
                  <c:v>6.5775090000000001</c:v>
                </c:pt>
                <c:pt idx="794">
                  <c:v>6.6121569999999998</c:v>
                </c:pt>
                <c:pt idx="795">
                  <c:v>6.576765</c:v>
                </c:pt>
                <c:pt idx="796">
                  <c:v>6.4007949999999996</c:v>
                </c:pt>
                <c:pt idx="797">
                  <c:v>6.3184990000000001</c:v>
                </c:pt>
                <c:pt idx="798">
                  <c:v>6.3326479999999998</c:v>
                </c:pt>
                <c:pt idx="799">
                  <c:v>6.4105220000000003</c:v>
                </c:pt>
                <c:pt idx="800">
                  <c:v>6.5586929999999999</c:v>
                </c:pt>
                <c:pt idx="801">
                  <c:v>6.7190310000000002</c:v>
                </c:pt>
                <c:pt idx="802">
                  <c:v>6.892722</c:v>
                </c:pt>
                <c:pt idx="803">
                  <c:v>7.0192100000000002</c:v>
                </c:pt>
                <c:pt idx="804">
                  <c:v>7.057893</c:v>
                </c:pt>
                <c:pt idx="805">
                  <c:v>7.0300140000000004</c:v>
                </c:pt>
                <c:pt idx="806">
                  <c:v>6.9477549999999999</c:v>
                </c:pt>
                <c:pt idx="807">
                  <c:v>6.8588550000000001</c:v>
                </c:pt>
                <c:pt idx="808">
                  <c:v>6.8728550000000004</c:v>
                </c:pt>
                <c:pt idx="809">
                  <c:v>7.0186489999999999</c:v>
                </c:pt>
                <c:pt idx="810">
                  <c:v>7.0752269999999999</c:v>
                </c:pt>
                <c:pt idx="811">
                  <c:v>7.0287889999999997</c:v>
                </c:pt>
                <c:pt idx="812">
                  <c:v>7.0094329999999996</c:v>
                </c:pt>
                <c:pt idx="813">
                  <c:v>7.0450350000000004</c:v>
                </c:pt>
                <c:pt idx="814">
                  <c:v>7.1354540000000002</c:v>
                </c:pt>
                <c:pt idx="815">
                  <c:v>7.3678100000000004</c:v>
                </c:pt>
                <c:pt idx="816">
                  <c:v>7.5353640000000004</c:v>
                </c:pt>
                <c:pt idx="817">
                  <c:v>7.5257019999999999</c:v>
                </c:pt>
                <c:pt idx="818">
                  <c:v>7.4681870000000004</c:v>
                </c:pt>
                <c:pt idx="819">
                  <c:v>7.5921659999999997</c:v>
                </c:pt>
                <c:pt idx="820">
                  <c:v>7.7827809999999999</c:v>
                </c:pt>
                <c:pt idx="821">
                  <c:v>7.8221590000000001</c:v>
                </c:pt>
                <c:pt idx="822">
                  <c:v>7.7451309999999998</c:v>
                </c:pt>
                <c:pt idx="823">
                  <c:v>7.7895570000000003</c:v>
                </c:pt>
                <c:pt idx="824">
                  <c:v>7.9935700000000001</c:v>
                </c:pt>
                <c:pt idx="825">
                  <c:v>8.0160309999999999</c:v>
                </c:pt>
                <c:pt idx="826">
                  <c:v>7.839658</c:v>
                </c:pt>
                <c:pt idx="827">
                  <c:v>7.6514139999999999</c:v>
                </c:pt>
                <c:pt idx="828">
                  <c:v>7.4762579999999996</c:v>
                </c:pt>
                <c:pt idx="829">
                  <c:v>7.4620110000000004</c:v>
                </c:pt>
                <c:pt idx="830">
                  <c:v>7.7406449999999998</c:v>
                </c:pt>
                <c:pt idx="831">
                  <c:v>7.9630470000000004</c:v>
                </c:pt>
                <c:pt idx="832">
                  <c:v>7.7501660000000001</c:v>
                </c:pt>
                <c:pt idx="833">
                  <c:v>7.3728569999999998</c:v>
                </c:pt>
                <c:pt idx="834">
                  <c:v>7.2604819999999997</c:v>
                </c:pt>
                <c:pt idx="835">
                  <c:v>7.3095549999999996</c:v>
                </c:pt>
                <c:pt idx="836">
                  <c:v>7.3448500000000001</c:v>
                </c:pt>
                <c:pt idx="837">
                  <c:v>7.3531789999999999</c:v>
                </c:pt>
                <c:pt idx="838">
                  <c:v>7.4539169999999997</c:v>
                </c:pt>
                <c:pt idx="839">
                  <c:v>7.6270480000000003</c:v>
                </c:pt>
                <c:pt idx="840">
                  <c:v>7.7421369999999996</c:v>
                </c:pt>
                <c:pt idx="841">
                  <c:v>7.733479</c:v>
                </c:pt>
                <c:pt idx="842">
                  <c:v>7.7321010000000001</c:v>
                </c:pt>
                <c:pt idx="843">
                  <c:v>7.7802300000000004</c:v>
                </c:pt>
                <c:pt idx="844">
                  <c:v>7.8167629999999999</c:v>
                </c:pt>
                <c:pt idx="845">
                  <c:v>7.8134180000000004</c:v>
                </c:pt>
                <c:pt idx="846">
                  <c:v>7.8013539999999999</c:v>
                </c:pt>
                <c:pt idx="847">
                  <c:v>7.793145</c:v>
                </c:pt>
                <c:pt idx="848">
                  <c:v>7.8200310000000002</c:v>
                </c:pt>
                <c:pt idx="849">
                  <c:v>7.9744440000000001</c:v>
                </c:pt>
                <c:pt idx="850">
                  <c:v>8.1745970000000003</c:v>
                </c:pt>
                <c:pt idx="851">
                  <c:v>8.1285679999999996</c:v>
                </c:pt>
                <c:pt idx="852">
                  <c:v>7.9134399999999996</c:v>
                </c:pt>
                <c:pt idx="853">
                  <c:v>7.8919940000000004</c:v>
                </c:pt>
                <c:pt idx="854">
                  <c:v>8.0988389999999999</c:v>
                </c:pt>
                <c:pt idx="855">
                  <c:v>8.2330860000000001</c:v>
                </c:pt>
                <c:pt idx="856">
                  <c:v>8.1783599999999996</c:v>
                </c:pt>
                <c:pt idx="857">
                  <c:v>8.1263850000000009</c:v>
                </c:pt>
                <c:pt idx="858">
                  <c:v>8.091996</c:v>
                </c:pt>
                <c:pt idx="859">
                  <c:v>8.1324950000000005</c:v>
                </c:pt>
                <c:pt idx="860">
                  <c:v>8.3993979999999997</c:v>
                </c:pt>
                <c:pt idx="861">
                  <c:v>8.6506609999999995</c:v>
                </c:pt>
                <c:pt idx="862">
                  <c:v>8.6694010000000006</c:v>
                </c:pt>
                <c:pt idx="863">
                  <c:v>8.6080760000000005</c:v>
                </c:pt>
                <c:pt idx="864">
                  <c:v>8.6190449999999998</c:v>
                </c:pt>
                <c:pt idx="865">
                  <c:v>8.6813880000000001</c:v>
                </c:pt>
                <c:pt idx="866">
                  <c:v>8.7189289999999993</c:v>
                </c:pt>
                <c:pt idx="867">
                  <c:v>8.7435349999999996</c:v>
                </c:pt>
                <c:pt idx="868">
                  <c:v>8.7955880000000004</c:v>
                </c:pt>
                <c:pt idx="869">
                  <c:v>8.9043880000000009</c:v>
                </c:pt>
                <c:pt idx="870">
                  <c:v>8.9600489999999997</c:v>
                </c:pt>
                <c:pt idx="871">
                  <c:v>8.9608460000000001</c:v>
                </c:pt>
                <c:pt idx="872">
                  <c:v>8.9773370000000003</c:v>
                </c:pt>
                <c:pt idx="873">
                  <c:v>9.0543790000000008</c:v>
                </c:pt>
                <c:pt idx="874">
                  <c:v>9.1232749999999996</c:v>
                </c:pt>
                <c:pt idx="875">
                  <c:v>9.0756619999999995</c:v>
                </c:pt>
                <c:pt idx="876">
                  <c:v>9.1076339999999991</c:v>
                </c:pt>
                <c:pt idx="877">
                  <c:v>9.3660870000000003</c:v>
                </c:pt>
                <c:pt idx="878">
                  <c:v>9.6788819999999998</c:v>
                </c:pt>
                <c:pt idx="879">
                  <c:v>9.724793</c:v>
                </c:pt>
                <c:pt idx="880">
                  <c:v>9.6081500000000002</c:v>
                </c:pt>
                <c:pt idx="881">
                  <c:v>9.4172580000000004</c:v>
                </c:pt>
                <c:pt idx="882">
                  <c:v>9.1940120000000007</c:v>
                </c:pt>
                <c:pt idx="883">
                  <c:v>9.1537900000000008</c:v>
                </c:pt>
                <c:pt idx="884">
                  <c:v>9.2856880000000004</c:v>
                </c:pt>
                <c:pt idx="885">
                  <c:v>9.4151810000000005</c:v>
                </c:pt>
                <c:pt idx="886">
                  <c:v>9.5132100000000008</c:v>
                </c:pt>
                <c:pt idx="887">
                  <c:v>9.6635589999999993</c:v>
                </c:pt>
                <c:pt idx="888">
                  <c:v>9.9831090000000007</c:v>
                </c:pt>
                <c:pt idx="889">
                  <c:v>10.24391</c:v>
                </c:pt>
                <c:pt idx="890">
                  <c:v>10.418200000000001</c:v>
                </c:pt>
                <c:pt idx="891">
                  <c:v>10.495939999999999</c:v>
                </c:pt>
                <c:pt idx="892">
                  <c:v>10.365740000000001</c:v>
                </c:pt>
                <c:pt idx="893">
                  <c:v>10.2323</c:v>
                </c:pt>
                <c:pt idx="894">
                  <c:v>10.3134</c:v>
                </c:pt>
                <c:pt idx="895">
                  <c:v>10.501010000000001</c:v>
                </c:pt>
                <c:pt idx="896">
                  <c:v>10.662459999999999</c:v>
                </c:pt>
                <c:pt idx="897">
                  <c:v>10.78969</c:v>
                </c:pt>
                <c:pt idx="898">
                  <c:v>10.7003</c:v>
                </c:pt>
                <c:pt idx="899">
                  <c:v>10.50854</c:v>
                </c:pt>
                <c:pt idx="900">
                  <c:v>10.596880000000001</c:v>
                </c:pt>
                <c:pt idx="901">
                  <c:v>11.32673</c:v>
                </c:pt>
                <c:pt idx="902">
                  <c:v>11.670249999999999</c:v>
                </c:pt>
                <c:pt idx="903">
                  <c:v>11.59618</c:v>
                </c:pt>
                <c:pt idx="904">
                  <c:v>11.62</c:v>
                </c:pt>
                <c:pt idx="905">
                  <c:v>12.07498</c:v>
                </c:pt>
                <c:pt idx="906">
                  <c:v>12.47354</c:v>
                </c:pt>
                <c:pt idx="907">
                  <c:v>12.27101</c:v>
                </c:pt>
                <c:pt idx="908">
                  <c:v>12.0678</c:v>
                </c:pt>
                <c:pt idx="909">
                  <c:v>12.21332</c:v>
                </c:pt>
                <c:pt idx="910">
                  <c:v>12.550269999999999</c:v>
                </c:pt>
                <c:pt idx="911">
                  <c:v>12.652139999999999</c:v>
                </c:pt>
                <c:pt idx="912">
                  <c:v>12.64799</c:v>
                </c:pt>
                <c:pt idx="913">
                  <c:v>12.729850000000001</c:v>
                </c:pt>
                <c:pt idx="914">
                  <c:v>12.94327</c:v>
                </c:pt>
                <c:pt idx="915">
                  <c:v>13.232279999999999</c:v>
                </c:pt>
                <c:pt idx="916">
                  <c:v>13.56649</c:v>
                </c:pt>
                <c:pt idx="917">
                  <c:v>13.67174</c:v>
                </c:pt>
                <c:pt idx="918">
                  <c:v>13.548819999999999</c:v>
                </c:pt>
                <c:pt idx="919">
                  <c:v>13.577629999999999</c:v>
                </c:pt>
                <c:pt idx="920">
                  <c:v>14.0648</c:v>
                </c:pt>
                <c:pt idx="921">
                  <c:v>14.45351</c:v>
                </c:pt>
                <c:pt idx="922">
                  <c:v>14.650460000000001</c:v>
                </c:pt>
                <c:pt idx="923">
                  <c:v>14.84042</c:v>
                </c:pt>
                <c:pt idx="924">
                  <c:v>15.17883</c:v>
                </c:pt>
                <c:pt idx="925">
                  <c:v>15.536440000000001</c:v>
                </c:pt>
                <c:pt idx="926">
                  <c:v>15.817489999999999</c:v>
                </c:pt>
                <c:pt idx="927">
                  <c:v>16.039539999999999</c:v>
                </c:pt>
                <c:pt idx="928">
                  <c:v>16.18638</c:v>
                </c:pt>
                <c:pt idx="929">
                  <c:v>16.290710000000001</c:v>
                </c:pt>
                <c:pt idx="930">
                  <c:v>16.493169999999999</c:v>
                </c:pt>
                <c:pt idx="931">
                  <c:v>16.800139999999999</c:v>
                </c:pt>
                <c:pt idx="932">
                  <c:v>17.24118</c:v>
                </c:pt>
                <c:pt idx="933">
                  <c:v>17.85435</c:v>
                </c:pt>
                <c:pt idx="934">
                  <c:v>18.362780000000001</c:v>
                </c:pt>
                <c:pt idx="935">
                  <c:v>18.79111</c:v>
                </c:pt>
                <c:pt idx="936">
                  <c:v>19.19905</c:v>
                </c:pt>
                <c:pt idx="937">
                  <c:v>19.50196</c:v>
                </c:pt>
                <c:pt idx="938">
                  <c:v>19.85604</c:v>
                </c:pt>
                <c:pt idx="939">
                  <c:v>20.4237</c:v>
                </c:pt>
                <c:pt idx="940">
                  <c:v>21.067029999999999</c:v>
                </c:pt>
                <c:pt idx="941">
                  <c:v>21.758880000000001</c:v>
                </c:pt>
                <c:pt idx="942">
                  <c:v>22.471679999999999</c:v>
                </c:pt>
                <c:pt idx="943">
                  <c:v>23.106539999999999</c:v>
                </c:pt>
                <c:pt idx="944">
                  <c:v>23.672370000000001</c:v>
                </c:pt>
                <c:pt idx="945">
                  <c:v>24.312380000000001</c:v>
                </c:pt>
                <c:pt idx="946">
                  <c:v>25.05668</c:v>
                </c:pt>
                <c:pt idx="947">
                  <c:v>25.662320000000001</c:v>
                </c:pt>
                <c:pt idx="948">
                  <c:v>26.100539999999999</c:v>
                </c:pt>
                <c:pt idx="949">
                  <c:v>26.836390000000002</c:v>
                </c:pt>
                <c:pt idx="950">
                  <c:v>27.92418</c:v>
                </c:pt>
                <c:pt idx="951">
                  <c:v>28.99222</c:v>
                </c:pt>
                <c:pt idx="952">
                  <c:v>29.78135</c:v>
                </c:pt>
                <c:pt idx="953">
                  <c:v>30.669219999999999</c:v>
                </c:pt>
                <c:pt idx="954">
                  <c:v>31.748419999999999</c:v>
                </c:pt>
                <c:pt idx="955">
                  <c:v>33.00309</c:v>
                </c:pt>
                <c:pt idx="956">
                  <c:v>34.263199999999998</c:v>
                </c:pt>
                <c:pt idx="957">
                  <c:v>35.297319999999999</c:v>
                </c:pt>
                <c:pt idx="958">
                  <c:v>36.538069999999998</c:v>
                </c:pt>
                <c:pt idx="959">
                  <c:v>38.238199999999999</c:v>
                </c:pt>
                <c:pt idx="960">
                  <c:v>40.317489999999999</c:v>
                </c:pt>
                <c:pt idx="961">
                  <c:v>42.358420000000002</c:v>
                </c:pt>
                <c:pt idx="962">
                  <c:v>44.193579999999997</c:v>
                </c:pt>
                <c:pt idx="963">
                  <c:v>46.15314</c:v>
                </c:pt>
                <c:pt idx="964">
                  <c:v>48.467410000000001</c:v>
                </c:pt>
                <c:pt idx="965">
                  <c:v>50.896470000000001</c:v>
                </c:pt>
                <c:pt idx="966">
                  <c:v>53.486510000000003</c:v>
                </c:pt>
                <c:pt idx="967">
                  <c:v>56.421259999999997</c:v>
                </c:pt>
                <c:pt idx="968">
                  <c:v>59.515340000000002</c:v>
                </c:pt>
                <c:pt idx="969">
                  <c:v>62.61759</c:v>
                </c:pt>
                <c:pt idx="970">
                  <c:v>66.044160000000005</c:v>
                </c:pt>
                <c:pt idx="971">
                  <c:v>69.665279999999996</c:v>
                </c:pt>
                <c:pt idx="972">
                  <c:v>73.562150000000003</c:v>
                </c:pt>
                <c:pt idx="973">
                  <c:v>77.8626</c:v>
                </c:pt>
                <c:pt idx="974">
                  <c:v>82.287859999999995</c:v>
                </c:pt>
                <c:pt idx="975">
                  <c:v>86.768799999999999</c:v>
                </c:pt>
                <c:pt idx="976">
                  <c:v>91.542490000000001</c:v>
                </c:pt>
                <c:pt idx="977">
                  <c:v>96.691829999999996</c:v>
                </c:pt>
                <c:pt idx="978">
                  <c:v>102.2396</c:v>
                </c:pt>
                <c:pt idx="979">
                  <c:v>108.6507</c:v>
                </c:pt>
                <c:pt idx="980">
                  <c:v>115.6275</c:v>
                </c:pt>
                <c:pt idx="981">
                  <c:v>122.5964</c:v>
                </c:pt>
                <c:pt idx="982">
                  <c:v>129.61080000000001</c:v>
                </c:pt>
                <c:pt idx="983">
                  <c:v>136.62629999999999</c:v>
                </c:pt>
                <c:pt idx="984">
                  <c:v>143.82490000000001</c:v>
                </c:pt>
                <c:pt idx="985">
                  <c:v>151.04</c:v>
                </c:pt>
                <c:pt idx="986">
                  <c:v>158.26130000000001</c:v>
                </c:pt>
                <c:pt idx="987">
                  <c:v>165.69280000000001</c:v>
                </c:pt>
                <c:pt idx="988">
                  <c:v>173.5026</c:v>
                </c:pt>
                <c:pt idx="989">
                  <c:v>180.57769999999999</c:v>
                </c:pt>
                <c:pt idx="990">
                  <c:v>186.30160000000001</c:v>
                </c:pt>
                <c:pt idx="991">
                  <c:v>192.04810000000001</c:v>
                </c:pt>
                <c:pt idx="992">
                  <c:v>198.45949999999999</c:v>
                </c:pt>
                <c:pt idx="993">
                  <c:v>204.66540000000001</c:v>
                </c:pt>
                <c:pt idx="994">
                  <c:v>209.9091</c:v>
                </c:pt>
                <c:pt idx="995">
                  <c:v>214.0711</c:v>
                </c:pt>
                <c:pt idx="996">
                  <c:v>216.92949999999999</c:v>
                </c:pt>
                <c:pt idx="997">
                  <c:v>218.57159999999999</c:v>
                </c:pt>
                <c:pt idx="998">
                  <c:v>219.72470000000001</c:v>
                </c:pt>
                <c:pt idx="999">
                  <c:v>220.18440000000001</c:v>
                </c:pt>
                <c:pt idx="1000">
                  <c:v>218.76910000000001</c:v>
                </c:pt>
                <c:pt idx="1001">
                  <c:v>214.90719999999999</c:v>
                </c:pt>
                <c:pt idx="1002">
                  <c:v>209.94239999999999</c:v>
                </c:pt>
                <c:pt idx="1003">
                  <c:v>204.29259999999999</c:v>
                </c:pt>
                <c:pt idx="1004">
                  <c:v>198.11879999999999</c:v>
                </c:pt>
                <c:pt idx="1005">
                  <c:v>191.36510000000001</c:v>
                </c:pt>
                <c:pt idx="1006">
                  <c:v>183.8347</c:v>
                </c:pt>
                <c:pt idx="1007">
                  <c:v>175.37450000000001</c:v>
                </c:pt>
                <c:pt idx="1008">
                  <c:v>166.6096</c:v>
                </c:pt>
                <c:pt idx="1009">
                  <c:v>157.8143</c:v>
                </c:pt>
                <c:pt idx="1010">
                  <c:v>149.04939999999999</c:v>
                </c:pt>
                <c:pt idx="1011">
                  <c:v>140.7979</c:v>
                </c:pt>
                <c:pt idx="1012">
                  <c:v>133.30600000000001</c:v>
                </c:pt>
                <c:pt idx="1013">
                  <c:v>125.6936</c:v>
                </c:pt>
                <c:pt idx="1014">
                  <c:v>117.6683</c:v>
                </c:pt>
                <c:pt idx="1015">
                  <c:v>109.8921</c:v>
                </c:pt>
                <c:pt idx="1016">
                  <c:v>102.5108</c:v>
                </c:pt>
                <c:pt idx="1017">
                  <c:v>95.525559999999999</c:v>
                </c:pt>
                <c:pt idx="1018">
                  <c:v>89.460359999999994</c:v>
                </c:pt>
                <c:pt idx="1019">
                  <c:v>84.217330000000004</c:v>
                </c:pt>
                <c:pt idx="1020">
                  <c:v>79.52319</c:v>
                </c:pt>
                <c:pt idx="1021">
                  <c:v>75.31617</c:v>
                </c:pt>
                <c:pt idx="1022">
                  <c:v>71.131029999999996</c:v>
                </c:pt>
                <c:pt idx="1023">
                  <c:v>66.905429999999996</c:v>
                </c:pt>
                <c:pt idx="1024">
                  <c:v>63.085410000000003</c:v>
                </c:pt>
                <c:pt idx="1025">
                  <c:v>60.183160000000001</c:v>
                </c:pt>
                <c:pt idx="1026">
                  <c:v>57.343000000000004</c:v>
                </c:pt>
                <c:pt idx="1027">
                  <c:v>54.0366</c:v>
                </c:pt>
                <c:pt idx="1028">
                  <c:v>50.747880000000002</c:v>
                </c:pt>
                <c:pt idx="1029">
                  <c:v>48.459910000000001</c:v>
                </c:pt>
                <c:pt idx="1030">
                  <c:v>46.752000000000002</c:v>
                </c:pt>
                <c:pt idx="1031">
                  <c:v>44.616970000000002</c:v>
                </c:pt>
                <c:pt idx="1032">
                  <c:v>41.814309999999999</c:v>
                </c:pt>
                <c:pt idx="1033">
                  <c:v>39.633429999999997</c:v>
                </c:pt>
                <c:pt idx="1034">
                  <c:v>38.240479999999998</c:v>
                </c:pt>
                <c:pt idx="1035">
                  <c:v>36.938879999999997</c:v>
                </c:pt>
                <c:pt idx="1036">
                  <c:v>35.522689999999997</c:v>
                </c:pt>
                <c:pt idx="1037">
                  <c:v>34.083460000000002</c:v>
                </c:pt>
                <c:pt idx="1038">
                  <c:v>32.574910000000003</c:v>
                </c:pt>
                <c:pt idx="1039">
                  <c:v>31.218</c:v>
                </c:pt>
                <c:pt idx="1040">
                  <c:v>30.280650000000001</c:v>
                </c:pt>
                <c:pt idx="1041">
                  <c:v>29.63776</c:v>
                </c:pt>
                <c:pt idx="1042">
                  <c:v>28.671690000000002</c:v>
                </c:pt>
                <c:pt idx="1043">
                  <c:v>27.479320000000001</c:v>
                </c:pt>
                <c:pt idx="1044">
                  <c:v>26.467860000000002</c:v>
                </c:pt>
                <c:pt idx="1045">
                  <c:v>25.935860000000002</c:v>
                </c:pt>
                <c:pt idx="1046">
                  <c:v>25.073340000000002</c:v>
                </c:pt>
                <c:pt idx="1047">
                  <c:v>23.784929999999999</c:v>
                </c:pt>
                <c:pt idx="1048">
                  <c:v>22.5913</c:v>
                </c:pt>
                <c:pt idx="1049">
                  <c:v>22.02403</c:v>
                </c:pt>
                <c:pt idx="1050">
                  <c:v>21.615189999999998</c:v>
                </c:pt>
                <c:pt idx="1051">
                  <c:v>21.05237</c:v>
                </c:pt>
                <c:pt idx="1052">
                  <c:v>20.449000000000002</c:v>
                </c:pt>
                <c:pt idx="1053">
                  <c:v>20.070119999999999</c:v>
                </c:pt>
                <c:pt idx="1054">
                  <c:v>19.81137</c:v>
                </c:pt>
                <c:pt idx="1055">
                  <c:v>19.29158</c:v>
                </c:pt>
                <c:pt idx="1056">
                  <c:v>18.429469999999998</c:v>
                </c:pt>
                <c:pt idx="1057">
                  <c:v>17.82582</c:v>
                </c:pt>
                <c:pt idx="1058">
                  <c:v>17.59205</c:v>
                </c:pt>
                <c:pt idx="1059">
                  <c:v>17.367010000000001</c:v>
                </c:pt>
                <c:pt idx="1060">
                  <c:v>17.044119999999999</c:v>
                </c:pt>
                <c:pt idx="1061">
                  <c:v>16.67144</c:v>
                </c:pt>
                <c:pt idx="1062">
                  <c:v>16.256160000000001</c:v>
                </c:pt>
                <c:pt idx="1063">
                  <c:v>15.83487</c:v>
                </c:pt>
                <c:pt idx="1064">
                  <c:v>15.415480000000001</c:v>
                </c:pt>
                <c:pt idx="1065">
                  <c:v>15.018509999999999</c:v>
                </c:pt>
                <c:pt idx="1066">
                  <c:v>14.79636</c:v>
                </c:pt>
                <c:pt idx="1067">
                  <c:v>14.685790000000001</c:v>
                </c:pt>
                <c:pt idx="1068">
                  <c:v>14.47606</c:v>
                </c:pt>
                <c:pt idx="1069">
                  <c:v>13.98612</c:v>
                </c:pt>
                <c:pt idx="1070">
                  <c:v>13.6303</c:v>
                </c:pt>
                <c:pt idx="1071">
                  <c:v>13.422269999999999</c:v>
                </c:pt>
                <c:pt idx="1072">
                  <c:v>13.30256</c:v>
                </c:pt>
                <c:pt idx="1073">
                  <c:v>13.37224</c:v>
                </c:pt>
                <c:pt idx="1074">
                  <c:v>13.35355</c:v>
                </c:pt>
                <c:pt idx="1075">
                  <c:v>12.94243</c:v>
                </c:pt>
                <c:pt idx="1076">
                  <c:v>12.42712</c:v>
                </c:pt>
                <c:pt idx="1077">
                  <c:v>12.22702</c:v>
                </c:pt>
                <c:pt idx="1078">
                  <c:v>12.25309</c:v>
                </c:pt>
                <c:pt idx="1079">
                  <c:v>12.315060000000001</c:v>
                </c:pt>
                <c:pt idx="1080">
                  <c:v>12.386670000000001</c:v>
                </c:pt>
                <c:pt idx="1081">
                  <c:v>12.18596</c:v>
                </c:pt>
                <c:pt idx="1082">
                  <c:v>11.62824</c:v>
                </c:pt>
                <c:pt idx="1083">
                  <c:v>11.14846</c:v>
                </c:pt>
                <c:pt idx="1084">
                  <c:v>10.8432</c:v>
                </c:pt>
                <c:pt idx="1085">
                  <c:v>10.69816</c:v>
                </c:pt>
                <c:pt idx="1086">
                  <c:v>10.84784</c:v>
                </c:pt>
                <c:pt idx="1087">
                  <c:v>11.011900000000001</c:v>
                </c:pt>
                <c:pt idx="1088">
                  <c:v>11.01</c:v>
                </c:pt>
                <c:pt idx="1089">
                  <c:v>10.87093</c:v>
                </c:pt>
                <c:pt idx="1090">
                  <c:v>10.64021</c:v>
                </c:pt>
                <c:pt idx="1091">
                  <c:v>10.356170000000001</c:v>
                </c:pt>
                <c:pt idx="1092">
                  <c:v>10.123810000000001</c:v>
                </c:pt>
                <c:pt idx="1093">
                  <c:v>10.00497</c:v>
                </c:pt>
                <c:pt idx="1094">
                  <c:v>9.7935999999999996</c:v>
                </c:pt>
                <c:pt idx="1095">
                  <c:v>9.4709369999999993</c:v>
                </c:pt>
                <c:pt idx="1096">
                  <c:v>9.2516049999999996</c:v>
                </c:pt>
                <c:pt idx="1097">
                  <c:v>9.3432659999999998</c:v>
                </c:pt>
                <c:pt idx="1098">
                  <c:v>9.478154</c:v>
                </c:pt>
                <c:pt idx="1099">
                  <c:v>9.5585380000000004</c:v>
                </c:pt>
                <c:pt idx="1100">
                  <c:v>9.5728360000000006</c:v>
                </c:pt>
                <c:pt idx="1101">
                  <c:v>9.4526690000000002</c:v>
                </c:pt>
                <c:pt idx="1102">
                  <c:v>9.273142</c:v>
                </c:pt>
                <c:pt idx="1103">
                  <c:v>9.2613380000000003</c:v>
                </c:pt>
                <c:pt idx="1104">
                  <c:v>9.3760410000000007</c:v>
                </c:pt>
                <c:pt idx="1105">
                  <c:v>9.2499520000000004</c:v>
                </c:pt>
                <c:pt idx="1106">
                  <c:v>8.7999159999999996</c:v>
                </c:pt>
                <c:pt idx="1107">
                  <c:v>8.6147810000000007</c:v>
                </c:pt>
                <c:pt idx="1108">
                  <c:v>8.8188499999999994</c:v>
                </c:pt>
                <c:pt idx="1109">
                  <c:v>8.9848730000000003</c:v>
                </c:pt>
                <c:pt idx="1110">
                  <c:v>8.7453579999999995</c:v>
                </c:pt>
                <c:pt idx="1111">
                  <c:v>8.4720720000000007</c:v>
                </c:pt>
                <c:pt idx="1112">
                  <c:v>8.318778</c:v>
                </c:pt>
                <c:pt idx="1113">
                  <c:v>8.236917</c:v>
                </c:pt>
                <c:pt idx="1114">
                  <c:v>8.1578730000000004</c:v>
                </c:pt>
                <c:pt idx="1115">
                  <c:v>8.0782729999999994</c:v>
                </c:pt>
                <c:pt idx="1116">
                  <c:v>7.9652029999999998</c:v>
                </c:pt>
                <c:pt idx="1117">
                  <c:v>7.8060450000000001</c:v>
                </c:pt>
                <c:pt idx="1118">
                  <c:v>7.8759670000000002</c:v>
                </c:pt>
                <c:pt idx="1119">
                  <c:v>8.1622420000000009</c:v>
                </c:pt>
                <c:pt idx="1120">
                  <c:v>8.3586919999999996</c:v>
                </c:pt>
                <c:pt idx="1121">
                  <c:v>8.3189729999999997</c:v>
                </c:pt>
                <c:pt idx="1122">
                  <c:v>8.1936440000000008</c:v>
                </c:pt>
                <c:pt idx="1123">
                  <c:v>8.0066550000000003</c:v>
                </c:pt>
                <c:pt idx="1124">
                  <c:v>7.7982860000000001</c:v>
                </c:pt>
                <c:pt idx="1125">
                  <c:v>7.4923909999999996</c:v>
                </c:pt>
                <c:pt idx="1126">
                  <c:v>7.2580309999999999</c:v>
                </c:pt>
                <c:pt idx="1127">
                  <c:v>7.4894299999999996</c:v>
                </c:pt>
                <c:pt idx="1128">
                  <c:v>7.9424159999999997</c:v>
                </c:pt>
                <c:pt idx="1129">
                  <c:v>8.032</c:v>
                </c:pt>
                <c:pt idx="1130">
                  <c:v>7.743805</c:v>
                </c:pt>
                <c:pt idx="1131">
                  <c:v>7.5408160000000004</c:v>
                </c:pt>
                <c:pt idx="1132">
                  <c:v>7.4470010000000002</c:v>
                </c:pt>
                <c:pt idx="1133">
                  <c:v>7.4181540000000004</c:v>
                </c:pt>
                <c:pt idx="1134">
                  <c:v>7.5102060000000002</c:v>
                </c:pt>
                <c:pt idx="1135">
                  <c:v>7.5393590000000001</c:v>
                </c:pt>
                <c:pt idx="1136">
                  <c:v>7.4540040000000003</c:v>
                </c:pt>
                <c:pt idx="1137">
                  <c:v>7.3644660000000002</c:v>
                </c:pt>
                <c:pt idx="1138">
                  <c:v>7.4289750000000003</c:v>
                </c:pt>
                <c:pt idx="1139">
                  <c:v>7.5270469999999996</c:v>
                </c:pt>
                <c:pt idx="1140">
                  <c:v>7.5218100000000003</c:v>
                </c:pt>
                <c:pt idx="1141">
                  <c:v>7.450005</c:v>
                </c:pt>
                <c:pt idx="1142">
                  <c:v>7.4340419999999998</c:v>
                </c:pt>
                <c:pt idx="1143">
                  <c:v>7.4491709999999998</c:v>
                </c:pt>
                <c:pt idx="1144">
                  <c:v>7.383845</c:v>
                </c:pt>
                <c:pt idx="1145">
                  <c:v>7.1904810000000001</c:v>
                </c:pt>
                <c:pt idx="1146">
                  <c:v>7.0413540000000001</c:v>
                </c:pt>
                <c:pt idx="1147">
                  <c:v>6.9551429999999996</c:v>
                </c:pt>
                <c:pt idx="1148">
                  <c:v>6.9224019999999999</c:v>
                </c:pt>
                <c:pt idx="1149">
                  <c:v>6.9685600000000001</c:v>
                </c:pt>
                <c:pt idx="1150">
                  <c:v>7.0101089999999999</c:v>
                </c:pt>
                <c:pt idx="1151">
                  <c:v>6.9452949999999998</c:v>
                </c:pt>
                <c:pt idx="1152">
                  <c:v>6.8635260000000002</c:v>
                </c:pt>
                <c:pt idx="1153">
                  <c:v>6.8619469999999998</c:v>
                </c:pt>
                <c:pt idx="1154">
                  <c:v>6.9079860000000002</c:v>
                </c:pt>
                <c:pt idx="1155">
                  <c:v>6.8487520000000002</c:v>
                </c:pt>
                <c:pt idx="1156">
                  <c:v>6.7171339999999997</c:v>
                </c:pt>
                <c:pt idx="1157">
                  <c:v>6.609807</c:v>
                </c:pt>
                <c:pt idx="1158">
                  <c:v>6.4962920000000004</c:v>
                </c:pt>
                <c:pt idx="1159">
                  <c:v>6.6124260000000001</c:v>
                </c:pt>
                <c:pt idx="1160">
                  <c:v>6.9840960000000001</c:v>
                </c:pt>
                <c:pt idx="1161">
                  <c:v>7.237438</c:v>
                </c:pt>
                <c:pt idx="1162">
                  <c:v>6.9699299999999997</c:v>
                </c:pt>
                <c:pt idx="1163">
                  <c:v>6.7200439999999997</c:v>
                </c:pt>
                <c:pt idx="1164">
                  <c:v>6.7022389999999996</c:v>
                </c:pt>
                <c:pt idx="1165">
                  <c:v>6.7976799999999997</c:v>
                </c:pt>
                <c:pt idx="1166">
                  <c:v>6.9499500000000003</c:v>
                </c:pt>
                <c:pt idx="1167">
                  <c:v>7.0692750000000002</c:v>
                </c:pt>
                <c:pt idx="1168">
                  <c:v>6.9748130000000002</c:v>
                </c:pt>
                <c:pt idx="1169">
                  <c:v>6.687074</c:v>
                </c:pt>
                <c:pt idx="1170">
                  <c:v>6.4328630000000002</c:v>
                </c:pt>
                <c:pt idx="1171">
                  <c:v>6.2159610000000001</c:v>
                </c:pt>
                <c:pt idx="1172">
                  <c:v>6.2197250000000004</c:v>
                </c:pt>
                <c:pt idx="1173">
                  <c:v>6.5095090000000004</c:v>
                </c:pt>
                <c:pt idx="1174">
                  <c:v>6.7164619999999999</c:v>
                </c:pt>
                <c:pt idx="1175">
                  <c:v>6.5745100000000001</c:v>
                </c:pt>
                <c:pt idx="1176">
                  <c:v>6.4650819999999998</c:v>
                </c:pt>
                <c:pt idx="1177">
                  <c:v>6.5173459999999999</c:v>
                </c:pt>
                <c:pt idx="1178">
                  <c:v>6.6100750000000001</c:v>
                </c:pt>
                <c:pt idx="1179">
                  <c:v>6.5465949999999999</c:v>
                </c:pt>
                <c:pt idx="1180">
                  <c:v>6.4603409999999997</c:v>
                </c:pt>
                <c:pt idx="1181">
                  <c:v>6.5286670000000004</c:v>
                </c:pt>
                <c:pt idx="1182">
                  <c:v>6.7161590000000002</c:v>
                </c:pt>
                <c:pt idx="1183">
                  <c:v>6.7671460000000003</c:v>
                </c:pt>
                <c:pt idx="1184">
                  <c:v>6.7062809999999997</c:v>
                </c:pt>
                <c:pt idx="1185">
                  <c:v>6.6229300000000002</c:v>
                </c:pt>
                <c:pt idx="1186">
                  <c:v>6.5200120000000004</c:v>
                </c:pt>
                <c:pt idx="1187">
                  <c:v>6.4641409999999997</c:v>
                </c:pt>
                <c:pt idx="1188">
                  <c:v>6.4625760000000003</c:v>
                </c:pt>
                <c:pt idx="1189">
                  <c:v>6.477436</c:v>
                </c:pt>
                <c:pt idx="1190">
                  <c:v>6.5487609999999998</c:v>
                </c:pt>
                <c:pt idx="1191">
                  <c:v>6.5557270000000001</c:v>
                </c:pt>
                <c:pt idx="1192">
                  <c:v>6.3019350000000003</c:v>
                </c:pt>
                <c:pt idx="1193">
                  <c:v>6.0424670000000003</c:v>
                </c:pt>
                <c:pt idx="1194">
                  <c:v>6.0413110000000003</c:v>
                </c:pt>
                <c:pt idx="1195">
                  <c:v>6.2048319999999997</c:v>
                </c:pt>
                <c:pt idx="1196">
                  <c:v>6.3161209999999999</c:v>
                </c:pt>
                <c:pt idx="1197">
                  <c:v>6.3673609999999998</c:v>
                </c:pt>
                <c:pt idx="1198">
                  <c:v>6.353002</c:v>
                </c:pt>
                <c:pt idx="1199">
                  <c:v>6.2651300000000001</c:v>
                </c:pt>
                <c:pt idx="1200">
                  <c:v>6.200215</c:v>
                </c:pt>
                <c:pt idx="1201">
                  <c:v>6.165724</c:v>
                </c:pt>
                <c:pt idx="1202">
                  <c:v>6.1555600000000004</c:v>
                </c:pt>
                <c:pt idx="1203">
                  <c:v>6.2023419999999998</c:v>
                </c:pt>
                <c:pt idx="1204">
                  <c:v>6.2116150000000001</c:v>
                </c:pt>
                <c:pt idx="1205">
                  <c:v>6.1285069999999999</c:v>
                </c:pt>
                <c:pt idx="1206">
                  <c:v>6.0697729999999996</c:v>
                </c:pt>
                <c:pt idx="1207">
                  <c:v>6.2820609999999997</c:v>
                </c:pt>
                <c:pt idx="1208">
                  <c:v>6.536467</c:v>
                </c:pt>
                <c:pt idx="1209">
                  <c:v>6.4936160000000003</c:v>
                </c:pt>
                <c:pt idx="1210">
                  <c:v>6.2508879999999998</c:v>
                </c:pt>
                <c:pt idx="1211">
                  <c:v>6.2212199999999998</c:v>
                </c:pt>
                <c:pt idx="1212">
                  <c:v>6.3548520000000002</c:v>
                </c:pt>
                <c:pt idx="1213">
                  <c:v>6.3978130000000002</c:v>
                </c:pt>
                <c:pt idx="1214">
                  <c:v>6.2775720000000002</c:v>
                </c:pt>
                <c:pt idx="1215">
                  <c:v>6.1970130000000001</c:v>
                </c:pt>
                <c:pt idx="1216">
                  <c:v>6.1815519999999999</c:v>
                </c:pt>
                <c:pt idx="1217">
                  <c:v>6.2197279999999999</c:v>
                </c:pt>
                <c:pt idx="1218">
                  <c:v>6.3521429999999999</c:v>
                </c:pt>
                <c:pt idx="1219">
                  <c:v>6.4329429999999999</c:v>
                </c:pt>
                <c:pt idx="1220">
                  <c:v>6.238594</c:v>
                </c:pt>
                <c:pt idx="1221">
                  <c:v>6.0414560000000002</c:v>
                </c:pt>
                <c:pt idx="1222">
                  <c:v>6.0625770000000001</c:v>
                </c:pt>
                <c:pt idx="1223">
                  <c:v>6.2178139999999997</c:v>
                </c:pt>
                <c:pt idx="1224">
                  <c:v>6.2868750000000002</c:v>
                </c:pt>
                <c:pt idx="1225">
                  <c:v>6.2861310000000001</c:v>
                </c:pt>
                <c:pt idx="1226">
                  <c:v>6.2369279999999998</c:v>
                </c:pt>
                <c:pt idx="1227">
                  <c:v>6.1170109999999998</c:v>
                </c:pt>
                <c:pt idx="1228">
                  <c:v>6.1232660000000001</c:v>
                </c:pt>
                <c:pt idx="1229">
                  <c:v>6.2488950000000001</c:v>
                </c:pt>
                <c:pt idx="1230">
                  <c:v>6.3458389999999998</c:v>
                </c:pt>
                <c:pt idx="1231">
                  <c:v>6.2967300000000002</c:v>
                </c:pt>
                <c:pt idx="1232">
                  <c:v>6.2577590000000001</c:v>
                </c:pt>
                <c:pt idx="1233">
                  <c:v>6.246518</c:v>
                </c:pt>
                <c:pt idx="1234">
                  <c:v>6.2862090000000004</c:v>
                </c:pt>
                <c:pt idx="1235">
                  <c:v>6.5085220000000001</c:v>
                </c:pt>
                <c:pt idx="1236">
                  <c:v>6.6942680000000001</c:v>
                </c:pt>
                <c:pt idx="1237">
                  <c:v>6.5004379999999999</c:v>
                </c:pt>
                <c:pt idx="1238">
                  <c:v>6.137702</c:v>
                </c:pt>
                <c:pt idx="1239">
                  <c:v>6.0102479999999998</c:v>
                </c:pt>
                <c:pt idx="1240">
                  <c:v>6.078131</c:v>
                </c:pt>
                <c:pt idx="1241">
                  <c:v>6.1640430000000004</c:v>
                </c:pt>
                <c:pt idx="1242">
                  <c:v>6.2491820000000002</c:v>
                </c:pt>
                <c:pt idx="1243">
                  <c:v>6.267334</c:v>
                </c:pt>
                <c:pt idx="1244">
                  <c:v>6.1703429999999999</c:v>
                </c:pt>
                <c:pt idx="1245">
                  <c:v>6.1686490000000003</c:v>
                </c:pt>
                <c:pt idx="1246">
                  <c:v>6.3074669999999999</c:v>
                </c:pt>
                <c:pt idx="1247">
                  <c:v>6.4273389999999999</c:v>
                </c:pt>
                <c:pt idx="1248">
                  <c:v>6.3795140000000004</c:v>
                </c:pt>
                <c:pt idx="1249">
                  <c:v>6.3005849999999999</c:v>
                </c:pt>
                <c:pt idx="1250">
                  <c:v>6.2392580000000004</c:v>
                </c:pt>
                <c:pt idx="1251">
                  <c:v>6.2039229999999996</c:v>
                </c:pt>
                <c:pt idx="1252">
                  <c:v>6.2076770000000003</c:v>
                </c:pt>
                <c:pt idx="1253">
                  <c:v>6.2462520000000001</c:v>
                </c:pt>
                <c:pt idx="1254">
                  <c:v>6.3436579999999996</c:v>
                </c:pt>
                <c:pt idx="1255">
                  <c:v>6.4800630000000004</c:v>
                </c:pt>
                <c:pt idx="1256">
                  <c:v>6.4895940000000003</c:v>
                </c:pt>
                <c:pt idx="1257">
                  <c:v>6.3929070000000001</c:v>
                </c:pt>
                <c:pt idx="1258">
                  <c:v>6.3396229999999996</c:v>
                </c:pt>
                <c:pt idx="1259">
                  <c:v>6.387067</c:v>
                </c:pt>
                <c:pt idx="1260">
                  <c:v>6.3824909999999999</c:v>
                </c:pt>
                <c:pt idx="1261">
                  <c:v>6.2822170000000002</c:v>
                </c:pt>
                <c:pt idx="1262">
                  <c:v>6.2098570000000004</c:v>
                </c:pt>
                <c:pt idx="1263">
                  <c:v>6.2423229999999998</c:v>
                </c:pt>
                <c:pt idx="1264">
                  <c:v>6.2672319999999999</c:v>
                </c:pt>
                <c:pt idx="1265">
                  <c:v>6.1240230000000002</c:v>
                </c:pt>
                <c:pt idx="1266">
                  <c:v>5.9859119999999999</c:v>
                </c:pt>
                <c:pt idx="1267">
                  <c:v>6.0077489999999996</c:v>
                </c:pt>
                <c:pt idx="1268">
                  <c:v>6.1285470000000002</c:v>
                </c:pt>
                <c:pt idx="1269">
                  <c:v>6.1834949999999997</c:v>
                </c:pt>
                <c:pt idx="1270">
                  <c:v>6.1814349999999996</c:v>
                </c:pt>
                <c:pt idx="1271">
                  <c:v>6.132034</c:v>
                </c:pt>
                <c:pt idx="1272">
                  <c:v>6.0321350000000002</c:v>
                </c:pt>
                <c:pt idx="1273">
                  <c:v>5.9189870000000004</c:v>
                </c:pt>
                <c:pt idx="1274">
                  <c:v>5.7990919999999999</c:v>
                </c:pt>
                <c:pt idx="1275">
                  <c:v>5.7655310000000002</c:v>
                </c:pt>
                <c:pt idx="1276">
                  <c:v>5.9488370000000002</c:v>
                </c:pt>
                <c:pt idx="1277">
                  <c:v>6.1061629999999996</c:v>
                </c:pt>
                <c:pt idx="1278">
                  <c:v>6.2181490000000004</c:v>
                </c:pt>
                <c:pt idx="1279">
                  <c:v>6.2487510000000004</c:v>
                </c:pt>
                <c:pt idx="1280">
                  <c:v>6.0679069999999999</c:v>
                </c:pt>
                <c:pt idx="1281">
                  <c:v>5.8927139999999998</c:v>
                </c:pt>
                <c:pt idx="1282">
                  <c:v>5.9867030000000003</c:v>
                </c:pt>
                <c:pt idx="1283">
                  <c:v>6.1715260000000001</c:v>
                </c:pt>
                <c:pt idx="1284">
                  <c:v>6.2046469999999996</c:v>
                </c:pt>
                <c:pt idx="1285">
                  <c:v>6.1279820000000003</c:v>
                </c:pt>
                <c:pt idx="1286">
                  <c:v>6.0438689999999999</c:v>
                </c:pt>
                <c:pt idx="1287">
                  <c:v>5.9704610000000002</c:v>
                </c:pt>
                <c:pt idx="1288">
                  <c:v>5.9931679999999998</c:v>
                </c:pt>
                <c:pt idx="1289">
                  <c:v>6.1424890000000003</c:v>
                </c:pt>
                <c:pt idx="1290">
                  <c:v>6.1484610000000002</c:v>
                </c:pt>
                <c:pt idx="1291">
                  <c:v>5.9738759999999997</c:v>
                </c:pt>
                <c:pt idx="1292">
                  <c:v>5.8603610000000002</c:v>
                </c:pt>
                <c:pt idx="1293">
                  <c:v>6.0821909999999999</c:v>
                </c:pt>
                <c:pt idx="1294">
                  <c:v>6.1797890000000004</c:v>
                </c:pt>
                <c:pt idx="1295">
                  <c:v>5.9949459999999997</c:v>
                </c:pt>
                <c:pt idx="1296">
                  <c:v>5.7844309999999997</c:v>
                </c:pt>
                <c:pt idx="1297">
                  <c:v>5.9064300000000003</c:v>
                </c:pt>
                <c:pt idx="1298">
                  <c:v>6.1253919999999997</c:v>
                </c:pt>
                <c:pt idx="1299">
                  <c:v>6.2297539999999998</c:v>
                </c:pt>
                <c:pt idx="1300">
                  <c:v>6.2379230000000003</c:v>
                </c:pt>
                <c:pt idx="1301">
                  <c:v>6.1301579999999998</c:v>
                </c:pt>
                <c:pt idx="1302">
                  <c:v>5.9759739999999999</c:v>
                </c:pt>
                <c:pt idx="1303">
                  <c:v>5.9927970000000004</c:v>
                </c:pt>
                <c:pt idx="1304">
                  <c:v>6.2288079999999999</c:v>
                </c:pt>
                <c:pt idx="1305">
                  <c:v>6.3542829999999997</c:v>
                </c:pt>
                <c:pt idx="1306">
                  <c:v>6.346819</c:v>
                </c:pt>
                <c:pt idx="1307">
                  <c:v>6.3644350000000003</c:v>
                </c:pt>
                <c:pt idx="1308">
                  <c:v>6.4694089999999997</c:v>
                </c:pt>
                <c:pt idx="1309">
                  <c:v>6.5228760000000001</c:v>
                </c:pt>
                <c:pt idx="1310">
                  <c:v>6.3768339999999997</c:v>
                </c:pt>
                <c:pt idx="1311">
                  <c:v>6.2828819999999999</c:v>
                </c:pt>
                <c:pt idx="1312">
                  <c:v>6.3692229999999999</c:v>
                </c:pt>
                <c:pt idx="1313">
                  <c:v>6.4948629999999996</c:v>
                </c:pt>
                <c:pt idx="1314">
                  <c:v>6.4210289999999999</c:v>
                </c:pt>
                <c:pt idx="1315">
                  <c:v>6.32233</c:v>
                </c:pt>
                <c:pt idx="1316">
                  <c:v>6.4178509999999998</c:v>
                </c:pt>
                <c:pt idx="1317">
                  <c:v>6.6491400000000001</c:v>
                </c:pt>
                <c:pt idx="1318">
                  <c:v>6.7345420000000003</c:v>
                </c:pt>
                <c:pt idx="1319">
                  <c:v>6.7059540000000002</c:v>
                </c:pt>
                <c:pt idx="1320">
                  <c:v>6.6359310000000002</c:v>
                </c:pt>
                <c:pt idx="1321">
                  <c:v>6.4968690000000002</c:v>
                </c:pt>
                <c:pt idx="1322">
                  <c:v>6.5279429999999996</c:v>
                </c:pt>
                <c:pt idx="1323">
                  <c:v>6.7314249999999998</c:v>
                </c:pt>
                <c:pt idx="1324">
                  <c:v>6.8940210000000004</c:v>
                </c:pt>
                <c:pt idx="1325">
                  <c:v>6.9045439999999996</c:v>
                </c:pt>
                <c:pt idx="1326">
                  <c:v>6.8570650000000004</c:v>
                </c:pt>
                <c:pt idx="1327">
                  <c:v>6.7289919999999999</c:v>
                </c:pt>
                <c:pt idx="1328">
                  <c:v>6.6747430000000003</c:v>
                </c:pt>
                <c:pt idx="1329">
                  <c:v>6.902488</c:v>
                </c:pt>
                <c:pt idx="1330">
                  <c:v>7.1630859999999998</c:v>
                </c:pt>
                <c:pt idx="1331">
                  <c:v>7.1171559999999996</c:v>
                </c:pt>
                <c:pt idx="1332">
                  <c:v>6.9668530000000004</c:v>
                </c:pt>
                <c:pt idx="1333">
                  <c:v>6.9941690000000003</c:v>
                </c:pt>
                <c:pt idx="1334">
                  <c:v>7.1521369999999997</c:v>
                </c:pt>
                <c:pt idx="1335">
                  <c:v>7.2433329999999998</c:v>
                </c:pt>
                <c:pt idx="1336">
                  <c:v>7.2680030000000002</c:v>
                </c:pt>
                <c:pt idx="1337">
                  <c:v>7.2222939999999998</c:v>
                </c:pt>
                <c:pt idx="1338">
                  <c:v>7.0797670000000004</c:v>
                </c:pt>
                <c:pt idx="1339">
                  <c:v>7.0278419999999997</c:v>
                </c:pt>
                <c:pt idx="1340">
                  <c:v>7.0733189999999997</c:v>
                </c:pt>
                <c:pt idx="1341">
                  <c:v>7.128387</c:v>
                </c:pt>
                <c:pt idx="1342">
                  <c:v>7.144552</c:v>
                </c:pt>
                <c:pt idx="1343">
                  <c:v>7.162191</c:v>
                </c:pt>
                <c:pt idx="1344">
                  <c:v>7.1891660000000002</c:v>
                </c:pt>
                <c:pt idx="1345">
                  <c:v>7.2201789999999999</c:v>
                </c:pt>
                <c:pt idx="1346">
                  <c:v>7.273199</c:v>
                </c:pt>
                <c:pt idx="1347">
                  <c:v>7.3052539999999997</c:v>
                </c:pt>
                <c:pt idx="1348">
                  <c:v>7.287884</c:v>
                </c:pt>
                <c:pt idx="1349">
                  <c:v>7.2133799999999999</c:v>
                </c:pt>
                <c:pt idx="1350">
                  <c:v>6.9611689999999999</c:v>
                </c:pt>
                <c:pt idx="1351">
                  <c:v>6.6734939999999998</c:v>
                </c:pt>
                <c:pt idx="1352">
                  <c:v>6.8110439999999999</c:v>
                </c:pt>
                <c:pt idx="1353">
                  <c:v>7.2938150000000004</c:v>
                </c:pt>
                <c:pt idx="1354">
                  <c:v>7.3544239999999999</c:v>
                </c:pt>
                <c:pt idx="1355">
                  <c:v>6.9515469999999997</c:v>
                </c:pt>
                <c:pt idx="1356">
                  <c:v>6.8299459999999996</c:v>
                </c:pt>
                <c:pt idx="1357">
                  <c:v>7.0871550000000001</c:v>
                </c:pt>
                <c:pt idx="1358">
                  <c:v>7.2910459999999997</c:v>
                </c:pt>
                <c:pt idx="1359">
                  <c:v>7.2092359999999998</c:v>
                </c:pt>
                <c:pt idx="1360">
                  <c:v>7.1345200000000002</c:v>
                </c:pt>
                <c:pt idx="1361">
                  <c:v>7.120482</c:v>
                </c:pt>
                <c:pt idx="1362">
                  <c:v>7.1178429999999997</c:v>
                </c:pt>
                <c:pt idx="1363">
                  <c:v>7.0616130000000004</c:v>
                </c:pt>
                <c:pt idx="1364">
                  <c:v>7.0245899999999999</c:v>
                </c:pt>
                <c:pt idx="1365">
                  <c:v>7.0859269999999999</c:v>
                </c:pt>
                <c:pt idx="1366">
                  <c:v>7.1430749999999996</c:v>
                </c:pt>
                <c:pt idx="1367">
                  <c:v>6.9401679999999999</c:v>
                </c:pt>
                <c:pt idx="1368">
                  <c:v>6.6381420000000002</c:v>
                </c:pt>
                <c:pt idx="1369">
                  <c:v>6.5236640000000001</c:v>
                </c:pt>
                <c:pt idx="1370">
                  <c:v>6.585134</c:v>
                </c:pt>
                <c:pt idx="1371">
                  <c:v>6.5850429999999998</c:v>
                </c:pt>
                <c:pt idx="1372">
                  <c:v>6.5303560000000003</c:v>
                </c:pt>
                <c:pt idx="1373">
                  <c:v>6.4578160000000002</c:v>
                </c:pt>
                <c:pt idx="1374">
                  <c:v>6.3714389999999996</c:v>
                </c:pt>
                <c:pt idx="1375">
                  <c:v>6.29054</c:v>
                </c:pt>
                <c:pt idx="1376">
                  <c:v>6.2005520000000001</c:v>
                </c:pt>
                <c:pt idx="1377">
                  <c:v>6.2024229999999996</c:v>
                </c:pt>
                <c:pt idx="1378">
                  <c:v>6.3585520000000004</c:v>
                </c:pt>
                <c:pt idx="1379">
                  <c:v>6.500254</c:v>
                </c:pt>
                <c:pt idx="1380">
                  <c:v>6.4430880000000004</c:v>
                </c:pt>
                <c:pt idx="1381">
                  <c:v>6.4209769999999997</c:v>
                </c:pt>
                <c:pt idx="1382">
                  <c:v>6.5690439999999999</c:v>
                </c:pt>
                <c:pt idx="1383">
                  <c:v>6.7639329999999998</c:v>
                </c:pt>
                <c:pt idx="1384">
                  <c:v>6.7808390000000003</c:v>
                </c:pt>
                <c:pt idx="1385">
                  <c:v>6.7493610000000004</c:v>
                </c:pt>
                <c:pt idx="1386">
                  <c:v>6.8960160000000004</c:v>
                </c:pt>
                <c:pt idx="1387">
                  <c:v>7.130433</c:v>
                </c:pt>
                <c:pt idx="1388">
                  <c:v>6.8600180000000002</c:v>
                </c:pt>
                <c:pt idx="1389">
                  <c:v>6.2722230000000003</c:v>
                </c:pt>
                <c:pt idx="1390">
                  <c:v>5.9239899999999999</c:v>
                </c:pt>
                <c:pt idx="1391">
                  <c:v>6.0017800000000001</c:v>
                </c:pt>
                <c:pt idx="1392">
                  <c:v>6.142976</c:v>
                </c:pt>
                <c:pt idx="1393">
                  <c:v>6.3480350000000003</c:v>
                </c:pt>
                <c:pt idx="1394">
                  <c:v>6.505096</c:v>
                </c:pt>
                <c:pt idx="1395">
                  <c:v>6.5536820000000002</c:v>
                </c:pt>
                <c:pt idx="1396">
                  <c:v>6.5938739999999996</c:v>
                </c:pt>
                <c:pt idx="1397">
                  <c:v>6.6799860000000004</c:v>
                </c:pt>
                <c:pt idx="1398">
                  <c:v>6.702744</c:v>
                </c:pt>
                <c:pt idx="1399">
                  <c:v>6.593502</c:v>
                </c:pt>
                <c:pt idx="1400">
                  <c:v>6.4147080000000001</c:v>
                </c:pt>
                <c:pt idx="1401">
                  <c:v>6.1074440000000001</c:v>
                </c:pt>
                <c:pt idx="1402">
                  <c:v>5.8904269999999999</c:v>
                </c:pt>
                <c:pt idx="1403">
                  <c:v>5.9876639999999997</c:v>
                </c:pt>
                <c:pt idx="1404">
                  <c:v>6.2871259999999998</c:v>
                </c:pt>
                <c:pt idx="1405">
                  <c:v>6.5470579999999998</c:v>
                </c:pt>
                <c:pt idx="1406">
                  <c:v>6.7296129999999996</c:v>
                </c:pt>
                <c:pt idx="1407">
                  <c:v>6.7072050000000001</c:v>
                </c:pt>
                <c:pt idx="1408">
                  <c:v>6.4754399999999999</c:v>
                </c:pt>
                <c:pt idx="1409">
                  <c:v>6.3986830000000001</c:v>
                </c:pt>
                <c:pt idx="1410">
                  <c:v>6.4469390000000004</c:v>
                </c:pt>
                <c:pt idx="1411">
                  <c:v>6.4465159999999999</c:v>
                </c:pt>
                <c:pt idx="1412">
                  <c:v>6.2362479999999998</c:v>
                </c:pt>
                <c:pt idx="1413">
                  <c:v>6.1755129999999996</c:v>
                </c:pt>
                <c:pt idx="1414">
                  <c:v>6.2869359999999999</c:v>
                </c:pt>
                <c:pt idx="1415">
                  <c:v>6.4172640000000003</c:v>
                </c:pt>
                <c:pt idx="1416">
                  <c:v>6.5222049999999996</c:v>
                </c:pt>
                <c:pt idx="1417">
                  <c:v>6.547803</c:v>
                </c:pt>
                <c:pt idx="1418">
                  <c:v>6.4353990000000003</c:v>
                </c:pt>
                <c:pt idx="1419">
                  <c:v>6.3153309999999996</c:v>
                </c:pt>
                <c:pt idx="1420">
                  <c:v>6.2898120000000004</c:v>
                </c:pt>
                <c:pt idx="1421">
                  <c:v>6.3072590000000002</c:v>
                </c:pt>
                <c:pt idx="1422">
                  <c:v>6.3095759999999999</c:v>
                </c:pt>
                <c:pt idx="1423">
                  <c:v>6.3102119999999999</c:v>
                </c:pt>
                <c:pt idx="1424">
                  <c:v>6.3479720000000004</c:v>
                </c:pt>
                <c:pt idx="1425">
                  <c:v>6.3994540000000004</c:v>
                </c:pt>
                <c:pt idx="1426">
                  <c:v>6.3272519999999997</c:v>
                </c:pt>
                <c:pt idx="1427">
                  <c:v>6.1718529999999996</c:v>
                </c:pt>
                <c:pt idx="1428">
                  <c:v>6.0857469999999996</c:v>
                </c:pt>
                <c:pt idx="1429">
                  <c:v>6.0801530000000001</c:v>
                </c:pt>
                <c:pt idx="1430">
                  <c:v>6.1497120000000001</c:v>
                </c:pt>
                <c:pt idx="1431">
                  <c:v>6.2865840000000004</c:v>
                </c:pt>
                <c:pt idx="1432">
                  <c:v>6.3881199999999998</c:v>
                </c:pt>
                <c:pt idx="1433">
                  <c:v>6.3375839999999997</c:v>
                </c:pt>
                <c:pt idx="1434">
                  <c:v>6.3784010000000002</c:v>
                </c:pt>
                <c:pt idx="1435">
                  <c:v>6.5548080000000004</c:v>
                </c:pt>
                <c:pt idx="1436">
                  <c:v>6.6789389999999997</c:v>
                </c:pt>
                <c:pt idx="1437">
                  <c:v>6.5500790000000002</c:v>
                </c:pt>
                <c:pt idx="1438">
                  <c:v>6.4004700000000003</c:v>
                </c:pt>
                <c:pt idx="1439">
                  <c:v>6.3555359999999999</c:v>
                </c:pt>
                <c:pt idx="1440">
                  <c:v>6.3344319999999996</c:v>
                </c:pt>
                <c:pt idx="1441">
                  <c:v>6.254861</c:v>
                </c:pt>
                <c:pt idx="1442">
                  <c:v>6.1545139999999998</c:v>
                </c:pt>
                <c:pt idx="1443">
                  <c:v>6.0665789999999999</c:v>
                </c:pt>
                <c:pt idx="1444">
                  <c:v>6.0090950000000003</c:v>
                </c:pt>
                <c:pt idx="1445">
                  <c:v>6.0309840000000001</c:v>
                </c:pt>
                <c:pt idx="1446">
                  <c:v>6.1064679999999996</c:v>
                </c:pt>
                <c:pt idx="1447">
                  <c:v>6.0545049999999998</c:v>
                </c:pt>
                <c:pt idx="1448">
                  <c:v>5.9191549999999999</c:v>
                </c:pt>
                <c:pt idx="1449">
                  <c:v>6.0334260000000004</c:v>
                </c:pt>
                <c:pt idx="1450">
                  <c:v>6.4919739999999999</c:v>
                </c:pt>
                <c:pt idx="1451">
                  <c:v>6.5944370000000001</c:v>
                </c:pt>
                <c:pt idx="1452">
                  <c:v>6.306343</c:v>
                </c:pt>
                <c:pt idx="1453">
                  <c:v>6.0195169999999996</c:v>
                </c:pt>
                <c:pt idx="1454">
                  <c:v>5.8760789999999998</c:v>
                </c:pt>
                <c:pt idx="1455">
                  <c:v>5.9187839999999996</c:v>
                </c:pt>
                <c:pt idx="1456">
                  <c:v>6.1929069999999999</c:v>
                </c:pt>
                <c:pt idx="1457">
                  <c:v>6.4256169999999999</c:v>
                </c:pt>
                <c:pt idx="1458">
                  <c:v>6.2897509999999999</c:v>
                </c:pt>
                <c:pt idx="1459">
                  <c:v>6.1623010000000003</c:v>
                </c:pt>
                <c:pt idx="1460">
                  <c:v>6.2870980000000003</c:v>
                </c:pt>
                <c:pt idx="1461">
                  <c:v>6.4433590000000001</c:v>
                </c:pt>
                <c:pt idx="1462">
                  <c:v>6.3002339999999997</c:v>
                </c:pt>
                <c:pt idx="1463">
                  <c:v>6.0825250000000004</c:v>
                </c:pt>
                <c:pt idx="1464">
                  <c:v>6.1405649999999996</c:v>
                </c:pt>
                <c:pt idx="1465">
                  <c:v>6.3387450000000003</c:v>
                </c:pt>
                <c:pt idx="1466">
                  <c:v>6.3431930000000003</c:v>
                </c:pt>
                <c:pt idx="1467">
                  <c:v>6.2002360000000003</c:v>
                </c:pt>
                <c:pt idx="1468">
                  <c:v>6.0815460000000003</c:v>
                </c:pt>
                <c:pt idx="1469">
                  <c:v>6.0022200000000003</c:v>
                </c:pt>
                <c:pt idx="1470">
                  <c:v>5.9715720000000001</c:v>
                </c:pt>
                <c:pt idx="1471">
                  <c:v>5.9924730000000004</c:v>
                </c:pt>
                <c:pt idx="1472">
                  <c:v>5.9819459999999998</c:v>
                </c:pt>
                <c:pt idx="1473">
                  <c:v>5.9337689999999998</c:v>
                </c:pt>
                <c:pt idx="1474">
                  <c:v>5.9295970000000002</c:v>
                </c:pt>
                <c:pt idx="1475">
                  <c:v>6.0806789999999999</c:v>
                </c:pt>
                <c:pt idx="1476">
                  <c:v>6.1392470000000001</c:v>
                </c:pt>
                <c:pt idx="1477">
                  <c:v>6.0607049999999996</c:v>
                </c:pt>
                <c:pt idx="1478">
                  <c:v>5.9797140000000004</c:v>
                </c:pt>
                <c:pt idx="1479">
                  <c:v>6.0549679999999997</c:v>
                </c:pt>
                <c:pt idx="1480">
                  <c:v>6.0884270000000003</c:v>
                </c:pt>
                <c:pt idx="1481">
                  <c:v>5.9498600000000001</c:v>
                </c:pt>
                <c:pt idx="1482">
                  <c:v>5.8294569999999997</c:v>
                </c:pt>
                <c:pt idx="1483">
                  <c:v>6.040915</c:v>
                </c:pt>
                <c:pt idx="1484">
                  <c:v>6.3346</c:v>
                </c:pt>
                <c:pt idx="1485">
                  <c:v>6.3723919999999996</c:v>
                </c:pt>
                <c:pt idx="1486">
                  <c:v>6.2934919999999996</c:v>
                </c:pt>
                <c:pt idx="1487">
                  <c:v>6.4366029999999999</c:v>
                </c:pt>
                <c:pt idx="1488">
                  <c:v>6.6731800000000003</c:v>
                </c:pt>
                <c:pt idx="1489">
                  <c:v>6.5665990000000001</c:v>
                </c:pt>
                <c:pt idx="1490">
                  <c:v>6.1622170000000001</c:v>
                </c:pt>
                <c:pt idx="1491">
                  <c:v>5.9362199999999996</c:v>
                </c:pt>
                <c:pt idx="1492">
                  <c:v>5.9048930000000004</c:v>
                </c:pt>
                <c:pt idx="1493">
                  <c:v>6.0152520000000003</c:v>
                </c:pt>
                <c:pt idx="1494">
                  <c:v>6.2521329999999997</c:v>
                </c:pt>
                <c:pt idx="1495">
                  <c:v>6.3904800000000002</c:v>
                </c:pt>
                <c:pt idx="1496">
                  <c:v>6.3103400000000001</c:v>
                </c:pt>
                <c:pt idx="1497">
                  <c:v>6.2599710000000002</c:v>
                </c:pt>
                <c:pt idx="1498">
                  <c:v>6.2741569999999998</c:v>
                </c:pt>
                <c:pt idx="1499">
                  <c:v>6.2790239999999997</c:v>
                </c:pt>
                <c:pt idx="1500">
                  <c:v>6.2365250000000003</c:v>
                </c:pt>
                <c:pt idx="1501">
                  <c:v>6.1246700000000001</c:v>
                </c:pt>
                <c:pt idx="1502">
                  <c:v>5.890212</c:v>
                </c:pt>
                <c:pt idx="1503">
                  <c:v>5.7388649999999997</c:v>
                </c:pt>
                <c:pt idx="1504">
                  <c:v>6.024025</c:v>
                </c:pt>
                <c:pt idx="1505">
                  <c:v>6.3718310000000002</c:v>
                </c:pt>
                <c:pt idx="1506">
                  <c:v>6.4653309999999999</c:v>
                </c:pt>
                <c:pt idx="1507">
                  <c:v>6.4033829999999998</c:v>
                </c:pt>
                <c:pt idx="1508">
                  <c:v>6.2450960000000002</c:v>
                </c:pt>
                <c:pt idx="1509">
                  <c:v>6.0696919999999999</c:v>
                </c:pt>
                <c:pt idx="1510">
                  <c:v>6.0485259999999998</c:v>
                </c:pt>
                <c:pt idx="1511">
                  <c:v>6.1547609999999997</c:v>
                </c:pt>
                <c:pt idx="1512">
                  <c:v>6.2168279999999996</c:v>
                </c:pt>
                <c:pt idx="1513">
                  <c:v>6.239166</c:v>
                </c:pt>
                <c:pt idx="1514">
                  <c:v>6.2444629999999997</c:v>
                </c:pt>
                <c:pt idx="1515">
                  <c:v>6.2376690000000004</c:v>
                </c:pt>
                <c:pt idx="1516">
                  <c:v>6.2705299999999999</c:v>
                </c:pt>
                <c:pt idx="1517">
                  <c:v>6.3818039999999998</c:v>
                </c:pt>
                <c:pt idx="1518">
                  <c:v>6.2929029999999999</c:v>
                </c:pt>
                <c:pt idx="1519">
                  <c:v>5.9712630000000004</c:v>
                </c:pt>
                <c:pt idx="1520">
                  <c:v>5.6952350000000003</c:v>
                </c:pt>
                <c:pt idx="1521">
                  <c:v>5.6143159999999996</c:v>
                </c:pt>
                <c:pt idx="1522">
                  <c:v>5.6380020000000002</c:v>
                </c:pt>
                <c:pt idx="1523">
                  <c:v>5.775074</c:v>
                </c:pt>
                <c:pt idx="1524">
                  <c:v>5.9024720000000004</c:v>
                </c:pt>
                <c:pt idx="1525">
                  <c:v>5.8995639999999998</c:v>
                </c:pt>
                <c:pt idx="1526">
                  <c:v>5.8715729999999997</c:v>
                </c:pt>
                <c:pt idx="1527">
                  <c:v>5.8742450000000002</c:v>
                </c:pt>
                <c:pt idx="1528">
                  <c:v>5.87249</c:v>
                </c:pt>
                <c:pt idx="1529">
                  <c:v>5.8274860000000004</c:v>
                </c:pt>
                <c:pt idx="1530">
                  <c:v>5.7500619999999998</c:v>
                </c:pt>
                <c:pt idx="1531">
                  <c:v>5.5948409999999997</c:v>
                </c:pt>
                <c:pt idx="1532">
                  <c:v>5.4537630000000004</c:v>
                </c:pt>
                <c:pt idx="1533">
                  <c:v>5.509925</c:v>
                </c:pt>
                <c:pt idx="1534">
                  <c:v>5.6921869999999997</c:v>
                </c:pt>
                <c:pt idx="1535">
                  <c:v>5.8311789999999997</c:v>
                </c:pt>
                <c:pt idx="1536">
                  <c:v>5.9124780000000001</c:v>
                </c:pt>
                <c:pt idx="1537">
                  <c:v>5.9368189999999998</c:v>
                </c:pt>
                <c:pt idx="1538">
                  <c:v>5.9079119999999996</c:v>
                </c:pt>
                <c:pt idx="1539">
                  <c:v>5.8897550000000001</c:v>
                </c:pt>
                <c:pt idx="1540">
                  <c:v>5.8835699999999997</c:v>
                </c:pt>
                <c:pt idx="1541">
                  <c:v>5.8403309999999999</c:v>
                </c:pt>
                <c:pt idx="1542">
                  <c:v>5.6990930000000004</c:v>
                </c:pt>
                <c:pt idx="1543">
                  <c:v>5.7239579999999997</c:v>
                </c:pt>
                <c:pt idx="1544">
                  <c:v>5.9421470000000003</c:v>
                </c:pt>
                <c:pt idx="1545">
                  <c:v>6.1622079999999997</c:v>
                </c:pt>
                <c:pt idx="1546">
                  <c:v>6.3378740000000002</c:v>
                </c:pt>
                <c:pt idx="1547">
                  <c:v>6.3460979999999996</c:v>
                </c:pt>
                <c:pt idx="1548">
                  <c:v>6.1397700000000004</c:v>
                </c:pt>
                <c:pt idx="1549">
                  <c:v>5.9140410000000001</c:v>
                </c:pt>
                <c:pt idx="1550">
                  <c:v>5.8399470000000004</c:v>
                </c:pt>
                <c:pt idx="1551">
                  <c:v>5.8037029999999996</c:v>
                </c:pt>
                <c:pt idx="1552">
                  <c:v>5.744669</c:v>
                </c:pt>
                <c:pt idx="1553">
                  <c:v>5.6798950000000001</c:v>
                </c:pt>
                <c:pt idx="1554">
                  <c:v>5.6143580000000002</c:v>
                </c:pt>
                <c:pt idx="1555">
                  <c:v>5.5635680000000001</c:v>
                </c:pt>
                <c:pt idx="1556">
                  <c:v>5.5221220000000004</c:v>
                </c:pt>
                <c:pt idx="1557">
                  <c:v>5.5303979999999999</c:v>
                </c:pt>
                <c:pt idx="1558">
                  <c:v>5.6937379999999997</c:v>
                </c:pt>
                <c:pt idx="1559">
                  <c:v>5.9420849999999996</c:v>
                </c:pt>
                <c:pt idx="1560">
                  <c:v>6.0312359999999998</c:v>
                </c:pt>
                <c:pt idx="1561">
                  <c:v>5.998507</c:v>
                </c:pt>
                <c:pt idx="1562">
                  <c:v>6.0120779999999998</c:v>
                </c:pt>
                <c:pt idx="1563">
                  <c:v>6.0808809999999998</c:v>
                </c:pt>
                <c:pt idx="1564">
                  <c:v>6.061134</c:v>
                </c:pt>
                <c:pt idx="1565">
                  <c:v>5.9632630000000004</c:v>
                </c:pt>
                <c:pt idx="1566">
                  <c:v>5.8959739999999998</c:v>
                </c:pt>
                <c:pt idx="1567">
                  <c:v>5.9146400000000003</c:v>
                </c:pt>
                <c:pt idx="1568">
                  <c:v>5.867801</c:v>
                </c:pt>
                <c:pt idx="1569">
                  <c:v>5.7514859999999999</c:v>
                </c:pt>
                <c:pt idx="1570">
                  <c:v>5.6943549999999998</c:v>
                </c:pt>
                <c:pt idx="1571">
                  <c:v>5.8178530000000004</c:v>
                </c:pt>
                <c:pt idx="1572">
                  <c:v>5.9481479999999998</c:v>
                </c:pt>
                <c:pt idx="1573">
                  <c:v>6.072146</c:v>
                </c:pt>
                <c:pt idx="1574">
                  <c:v>6.1330679999999997</c:v>
                </c:pt>
                <c:pt idx="1575">
                  <c:v>6.0154750000000003</c:v>
                </c:pt>
                <c:pt idx="1576">
                  <c:v>5.9216470000000001</c:v>
                </c:pt>
                <c:pt idx="1577">
                  <c:v>5.9837559999999996</c:v>
                </c:pt>
                <c:pt idx="1578">
                  <c:v>6.0574060000000003</c:v>
                </c:pt>
                <c:pt idx="1579">
                  <c:v>6.0120649999999998</c:v>
                </c:pt>
                <c:pt idx="1580">
                  <c:v>5.9289540000000001</c:v>
                </c:pt>
                <c:pt idx="1581">
                  <c:v>5.8778790000000001</c:v>
                </c:pt>
                <c:pt idx="1582">
                  <c:v>5.8762879999999997</c:v>
                </c:pt>
                <c:pt idx="1583">
                  <c:v>5.9782770000000003</c:v>
                </c:pt>
                <c:pt idx="1584">
                  <c:v>6.1241469999999998</c:v>
                </c:pt>
                <c:pt idx="1585">
                  <c:v>6.1194160000000002</c:v>
                </c:pt>
                <c:pt idx="1586">
                  <c:v>6.0333079999999999</c:v>
                </c:pt>
                <c:pt idx="1587">
                  <c:v>6.0307279999999999</c:v>
                </c:pt>
                <c:pt idx="1588">
                  <c:v>6.1082289999999997</c:v>
                </c:pt>
                <c:pt idx="1589">
                  <c:v>6.0211629999999996</c:v>
                </c:pt>
                <c:pt idx="1590">
                  <c:v>5.8341630000000002</c:v>
                </c:pt>
                <c:pt idx="1591">
                  <c:v>5.7964539999999998</c:v>
                </c:pt>
                <c:pt idx="1592">
                  <c:v>6.0310459999999999</c:v>
                </c:pt>
                <c:pt idx="1593">
                  <c:v>6.0301</c:v>
                </c:pt>
                <c:pt idx="1594">
                  <c:v>5.8204260000000003</c:v>
                </c:pt>
                <c:pt idx="1595">
                  <c:v>5.7228199999999996</c:v>
                </c:pt>
                <c:pt idx="1596">
                  <c:v>5.9606539999999999</c:v>
                </c:pt>
                <c:pt idx="1597">
                  <c:v>6.0828220000000002</c:v>
                </c:pt>
                <c:pt idx="1598">
                  <c:v>6.0477280000000002</c:v>
                </c:pt>
                <c:pt idx="1599">
                  <c:v>5.9926349999999999</c:v>
                </c:pt>
                <c:pt idx="1600">
                  <c:v>5.9584700000000002</c:v>
                </c:pt>
                <c:pt idx="1601">
                  <c:v>5.9826949999999997</c:v>
                </c:pt>
                <c:pt idx="1602">
                  <c:v>6.119021</c:v>
                </c:pt>
                <c:pt idx="1603">
                  <c:v>6.2016260000000001</c:v>
                </c:pt>
                <c:pt idx="1604">
                  <c:v>6.099901</c:v>
                </c:pt>
                <c:pt idx="1605">
                  <c:v>5.9950549999999998</c:v>
                </c:pt>
                <c:pt idx="1606">
                  <c:v>6.1158219999999996</c:v>
                </c:pt>
                <c:pt idx="1607">
                  <c:v>6.2302590000000002</c:v>
                </c:pt>
                <c:pt idx="1608">
                  <c:v>6.1821929999999998</c:v>
                </c:pt>
                <c:pt idx="1609">
                  <c:v>6.0487609999999998</c:v>
                </c:pt>
                <c:pt idx="1610">
                  <c:v>5.9015050000000002</c:v>
                </c:pt>
                <c:pt idx="1611">
                  <c:v>5.7998690000000002</c:v>
                </c:pt>
                <c:pt idx="1612">
                  <c:v>5.8130259999999998</c:v>
                </c:pt>
                <c:pt idx="1613">
                  <c:v>5.9108809999999998</c:v>
                </c:pt>
                <c:pt idx="1614">
                  <c:v>6.0333030000000001</c:v>
                </c:pt>
                <c:pt idx="1615">
                  <c:v>6.1572149999999999</c:v>
                </c:pt>
                <c:pt idx="1616">
                  <c:v>6.2339079999999996</c:v>
                </c:pt>
                <c:pt idx="1617">
                  <c:v>6.2629780000000004</c:v>
                </c:pt>
                <c:pt idx="1618">
                  <c:v>6.2437889999999996</c:v>
                </c:pt>
                <c:pt idx="1619">
                  <c:v>6.1784470000000002</c:v>
                </c:pt>
                <c:pt idx="1620">
                  <c:v>6.0433279999999998</c:v>
                </c:pt>
                <c:pt idx="1621">
                  <c:v>5.8160970000000001</c:v>
                </c:pt>
                <c:pt idx="1622">
                  <c:v>5.8184360000000002</c:v>
                </c:pt>
                <c:pt idx="1623">
                  <c:v>6.0470649999999999</c:v>
                </c:pt>
                <c:pt idx="1624">
                  <c:v>6.1700439999999999</c:v>
                </c:pt>
                <c:pt idx="1625">
                  <c:v>6.1039300000000001</c:v>
                </c:pt>
                <c:pt idx="1626">
                  <c:v>5.9529189999999996</c:v>
                </c:pt>
                <c:pt idx="1627">
                  <c:v>5.7056370000000003</c:v>
                </c:pt>
                <c:pt idx="1628">
                  <c:v>5.5874959999999998</c:v>
                </c:pt>
                <c:pt idx="1629">
                  <c:v>5.6720959999999998</c:v>
                </c:pt>
                <c:pt idx="1630">
                  <c:v>5.7990219999999999</c:v>
                </c:pt>
                <c:pt idx="1631">
                  <c:v>5.980658</c:v>
                </c:pt>
                <c:pt idx="1632">
                  <c:v>5.9656609999999999</c:v>
                </c:pt>
                <c:pt idx="1633">
                  <c:v>5.6237360000000001</c:v>
                </c:pt>
                <c:pt idx="1634">
                  <c:v>5.3217549999999996</c:v>
                </c:pt>
                <c:pt idx="1635">
                  <c:v>5.4945630000000003</c:v>
                </c:pt>
                <c:pt idx="1636">
                  <c:v>5.7627319999999997</c:v>
                </c:pt>
                <c:pt idx="1637">
                  <c:v>5.9436049999999998</c:v>
                </c:pt>
                <c:pt idx="1638">
                  <c:v>6.0577300000000003</c:v>
                </c:pt>
                <c:pt idx="1639">
                  <c:v>6.1096589999999997</c:v>
                </c:pt>
                <c:pt idx="1640">
                  <c:v>6.1278779999999999</c:v>
                </c:pt>
                <c:pt idx="1641">
                  <c:v>6.1203620000000001</c:v>
                </c:pt>
                <c:pt idx="1642">
                  <c:v>6.1183870000000002</c:v>
                </c:pt>
                <c:pt idx="1643">
                  <c:v>6.2111340000000004</c:v>
                </c:pt>
                <c:pt idx="1644">
                  <c:v>6.3206579999999999</c:v>
                </c:pt>
                <c:pt idx="1645">
                  <c:v>6.221285</c:v>
                </c:pt>
                <c:pt idx="1646">
                  <c:v>6.0572999999999997</c:v>
                </c:pt>
                <c:pt idx="1647">
                  <c:v>6.4138640000000002</c:v>
                </c:pt>
                <c:pt idx="1648">
                  <c:v>7.048044</c:v>
                </c:pt>
                <c:pt idx="1649">
                  <c:v>6.8984500000000004</c:v>
                </c:pt>
                <c:pt idx="1650">
                  <c:v>6.070748</c:v>
                </c:pt>
                <c:pt idx="1651">
                  <c:v>5.6846259999999997</c:v>
                </c:pt>
                <c:pt idx="1652">
                  <c:v>5.7867150000000001</c:v>
                </c:pt>
                <c:pt idx="1653">
                  <c:v>5.8147570000000002</c:v>
                </c:pt>
                <c:pt idx="1654">
                  <c:v>5.7479040000000001</c:v>
                </c:pt>
                <c:pt idx="1655">
                  <c:v>5.827121</c:v>
                </c:pt>
                <c:pt idx="1656">
                  <c:v>6.2120179999999996</c:v>
                </c:pt>
                <c:pt idx="1657">
                  <c:v>6.2840129999999998</c:v>
                </c:pt>
                <c:pt idx="1658">
                  <c:v>6.0113890000000003</c:v>
                </c:pt>
                <c:pt idx="1659">
                  <c:v>5.7452509999999997</c:v>
                </c:pt>
                <c:pt idx="1660">
                  <c:v>5.5987530000000003</c:v>
                </c:pt>
                <c:pt idx="1661">
                  <c:v>5.6637469999999999</c:v>
                </c:pt>
                <c:pt idx="1662">
                  <c:v>5.9781529999999998</c:v>
                </c:pt>
                <c:pt idx="1663">
                  <c:v>6.2083459999999997</c:v>
                </c:pt>
                <c:pt idx="1664">
                  <c:v>6.0523150000000001</c:v>
                </c:pt>
                <c:pt idx="1665">
                  <c:v>5.8729889999999996</c:v>
                </c:pt>
                <c:pt idx="1666">
                  <c:v>5.7619259999999999</c:v>
                </c:pt>
                <c:pt idx="1667">
                  <c:v>5.7048199999999998</c:v>
                </c:pt>
                <c:pt idx="1668">
                  <c:v>5.7343080000000004</c:v>
                </c:pt>
                <c:pt idx="1669">
                  <c:v>5.7629409999999996</c:v>
                </c:pt>
                <c:pt idx="1670">
                  <c:v>5.6556559999999996</c:v>
                </c:pt>
                <c:pt idx="1671">
                  <c:v>5.6101929999999998</c:v>
                </c:pt>
                <c:pt idx="1672">
                  <c:v>5.8603730000000001</c:v>
                </c:pt>
                <c:pt idx="1673">
                  <c:v>6.1467510000000001</c:v>
                </c:pt>
                <c:pt idx="1674">
                  <c:v>6.088495</c:v>
                </c:pt>
                <c:pt idx="1675">
                  <c:v>5.8716710000000001</c:v>
                </c:pt>
                <c:pt idx="1676">
                  <c:v>5.6583410000000001</c:v>
                </c:pt>
                <c:pt idx="1677">
                  <c:v>5.4937889999999996</c:v>
                </c:pt>
                <c:pt idx="1678">
                  <c:v>5.5515059999999998</c:v>
                </c:pt>
                <c:pt idx="1679">
                  <c:v>5.7040290000000002</c:v>
                </c:pt>
                <c:pt idx="1680">
                  <c:v>5.732272</c:v>
                </c:pt>
                <c:pt idx="1681">
                  <c:v>5.6673270000000002</c:v>
                </c:pt>
                <c:pt idx="1682">
                  <c:v>5.7237790000000004</c:v>
                </c:pt>
                <c:pt idx="1683">
                  <c:v>5.846508</c:v>
                </c:pt>
                <c:pt idx="1684">
                  <c:v>5.8907870000000004</c:v>
                </c:pt>
                <c:pt idx="1685">
                  <c:v>5.843896</c:v>
                </c:pt>
                <c:pt idx="1686">
                  <c:v>5.888916</c:v>
                </c:pt>
                <c:pt idx="1687">
                  <c:v>5.9846909999999998</c:v>
                </c:pt>
                <c:pt idx="1688">
                  <c:v>5.9279900000000003</c:v>
                </c:pt>
                <c:pt idx="1689">
                  <c:v>5.6444979999999996</c:v>
                </c:pt>
                <c:pt idx="1690">
                  <c:v>5.4626479999999997</c:v>
                </c:pt>
                <c:pt idx="1691">
                  <c:v>5.3915280000000001</c:v>
                </c:pt>
                <c:pt idx="1692">
                  <c:v>5.4640170000000001</c:v>
                </c:pt>
                <c:pt idx="1693">
                  <c:v>5.7173189999999998</c:v>
                </c:pt>
                <c:pt idx="1694">
                  <c:v>5.8431790000000001</c:v>
                </c:pt>
                <c:pt idx="1695">
                  <c:v>5.7786679999999997</c:v>
                </c:pt>
                <c:pt idx="1696">
                  <c:v>5.700094</c:v>
                </c:pt>
                <c:pt idx="1697">
                  <c:v>5.6358170000000003</c:v>
                </c:pt>
                <c:pt idx="1698">
                  <c:v>5.6567249999999998</c:v>
                </c:pt>
                <c:pt idx="1699">
                  <c:v>5.916976</c:v>
                </c:pt>
                <c:pt idx="1700">
                  <c:v>6.0280670000000001</c:v>
                </c:pt>
                <c:pt idx="1701">
                  <c:v>5.888395</c:v>
                </c:pt>
                <c:pt idx="1702">
                  <c:v>5.7293729999999998</c:v>
                </c:pt>
                <c:pt idx="1703">
                  <c:v>5.7697649999999996</c:v>
                </c:pt>
                <c:pt idx="1704">
                  <c:v>5.79894</c:v>
                </c:pt>
                <c:pt idx="1705">
                  <c:v>5.7449919999999999</c:v>
                </c:pt>
                <c:pt idx="1706">
                  <c:v>5.6640709999999999</c:v>
                </c:pt>
                <c:pt idx="1707">
                  <c:v>5.563993</c:v>
                </c:pt>
                <c:pt idx="1708">
                  <c:v>5.5349839999999997</c:v>
                </c:pt>
                <c:pt idx="1709">
                  <c:v>5.6799980000000003</c:v>
                </c:pt>
                <c:pt idx="1710">
                  <c:v>5.8220669999999997</c:v>
                </c:pt>
                <c:pt idx="1711">
                  <c:v>5.7050729999999996</c:v>
                </c:pt>
                <c:pt idx="1712">
                  <c:v>5.5216729999999998</c:v>
                </c:pt>
                <c:pt idx="1713">
                  <c:v>5.4725469999999996</c:v>
                </c:pt>
                <c:pt idx="1714">
                  <c:v>5.5222309999999997</c:v>
                </c:pt>
                <c:pt idx="1715">
                  <c:v>5.6899509999999998</c:v>
                </c:pt>
                <c:pt idx="1716">
                  <c:v>5.8848969999999996</c:v>
                </c:pt>
                <c:pt idx="1717">
                  <c:v>5.9013169999999997</c:v>
                </c:pt>
                <c:pt idx="1718">
                  <c:v>5.8261079999999996</c:v>
                </c:pt>
                <c:pt idx="1719">
                  <c:v>5.8691870000000002</c:v>
                </c:pt>
                <c:pt idx="1720">
                  <c:v>5.986542</c:v>
                </c:pt>
                <c:pt idx="1721">
                  <c:v>5.945932</c:v>
                </c:pt>
                <c:pt idx="1722">
                  <c:v>5.8274980000000003</c:v>
                </c:pt>
                <c:pt idx="1723">
                  <c:v>5.8710880000000003</c:v>
                </c:pt>
                <c:pt idx="1724">
                  <c:v>6.0761789999999998</c:v>
                </c:pt>
                <c:pt idx="1725">
                  <c:v>6.1182220000000003</c:v>
                </c:pt>
                <c:pt idx="1726">
                  <c:v>6.0263419999999996</c:v>
                </c:pt>
                <c:pt idx="1727">
                  <c:v>5.8675350000000002</c:v>
                </c:pt>
                <c:pt idx="1728">
                  <c:v>5.6231799999999996</c:v>
                </c:pt>
                <c:pt idx="1729">
                  <c:v>5.6786000000000003</c:v>
                </c:pt>
                <c:pt idx="1730">
                  <c:v>5.9712690000000004</c:v>
                </c:pt>
                <c:pt idx="1731">
                  <c:v>6.1380619999999997</c:v>
                </c:pt>
                <c:pt idx="1732">
                  <c:v>6.0233720000000002</c:v>
                </c:pt>
                <c:pt idx="1733">
                  <c:v>5.898072</c:v>
                </c:pt>
                <c:pt idx="1734">
                  <c:v>5.7722730000000002</c:v>
                </c:pt>
                <c:pt idx="1735">
                  <c:v>5.7802100000000003</c:v>
                </c:pt>
                <c:pt idx="1736">
                  <c:v>6.03078</c:v>
                </c:pt>
                <c:pt idx="1737">
                  <c:v>6.068886</c:v>
                </c:pt>
                <c:pt idx="1738">
                  <c:v>5.7860529999999999</c:v>
                </c:pt>
                <c:pt idx="1739">
                  <c:v>5.6668539999999998</c:v>
                </c:pt>
                <c:pt idx="1740">
                  <c:v>5.8951479999999998</c:v>
                </c:pt>
                <c:pt idx="1741">
                  <c:v>6.0957629999999998</c:v>
                </c:pt>
                <c:pt idx="1742">
                  <c:v>6.0819159999999997</c:v>
                </c:pt>
                <c:pt idx="1743">
                  <c:v>6.0315000000000003</c:v>
                </c:pt>
                <c:pt idx="1744">
                  <c:v>5.9807759999999996</c:v>
                </c:pt>
                <c:pt idx="1745">
                  <c:v>5.93011</c:v>
                </c:pt>
                <c:pt idx="1746">
                  <c:v>5.8755259999999998</c:v>
                </c:pt>
                <c:pt idx="1747">
                  <c:v>5.8193510000000002</c:v>
                </c:pt>
                <c:pt idx="1748">
                  <c:v>5.7475350000000001</c:v>
                </c:pt>
                <c:pt idx="1749">
                  <c:v>5.7293599999999998</c:v>
                </c:pt>
                <c:pt idx="1750">
                  <c:v>5.8821349999999999</c:v>
                </c:pt>
                <c:pt idx="1751">
                  <c:v>6.060352</c:v>
                </c:pt>
                <c:pt idx="1752">
                  <c:v>6.2044670000000002</c:v>
                </c:pt>
                <c:pt idx="1753">
                  <c:v>6.2993079999999999</c:v>
                </c:pt>
                <c:pt idx="1754">
                  <c:v>6.323931</c:v>
                </c:pt>
                <c:pt idx="1755">
                  <c:v>6.2882569999999998</c:v>
                </c:pt>
                <c:pt idx="1756">
                  <c:v>6.1598639999999998</c:v>
                </c:pt>
                <c:pt idx="1757">
                  <c:v>6.0273919999999999</c:v>
                </c:pt>
                <c:pt idx="1758">
                  <c:v>5.9673600000000002</c:v>
                </c:pt>
                <c:pt idx="1759">
                  <c:v>5.9792040000000002</c:v>
                </c:pt>
                <c:pt idx="1760">
                  <c:v>6.1540470000000003</c:v>
                </c:pt>
                <c:pt idx="1761">
                  <c:v>6.3294629999999996</c:v>
                </c:pt>
                <c:pt idx="1762">
                  <c:v>6.2313470000000004</c:v>
                </c:pt>
                <c:pt idx="1763">
                  <c:v>5.998221</c:v>
                </c:pt>
                <c:pt idx="1764">
                  <c:v>5.9828950000000001</c:v>
                </c:pt>
                <c:pt idx="1765">
                  <c:v>6.073359</c:v>
                </c:pt>
                <c:pt idx="1766">
                  <c:v>6.0182969999999996</c:v>
                </c:pt>
                <c:pt idx="1767">
                  <c:v>5.8688989999999999</c:v>
                </c:pt>
                <c:pt idx="1768">
                  <c:v>6.00122</c:v>
                </c:pt>
                <c:pt idx="1769">
                  <c:v>6.253717</c:v>
                </c:pt>
                <c:pt idx="1770">
                  <c:v>6.1914769999999999</c:v>
                </c:pt>
                <c:pt idx="1771">
                  <c:v>5.8470510000000004</c:v>
                </c:pt>
                <c:pt idx="1772">
                  <c:v>5.6812490000000002</c:v>
                </c:pt>
                <c:pt idx="1773">
                  <c:v>5.6724410000000001</c:v>
                </c:pt>
                <c:pt idx="1774">
                  <c:v>5.8005620000000002</c:v>
                </c:pt>
                <c:pt idx="1775">
                  <c:v>6.0662180000000001</c:v>
                </c:pt>
                <c:pt idx="1776">
                  <c:v>6.1332459999999998</c:v>
                </c:pt>
                <c:pt idx="1777">
                  <c:v>6.0422979999999997</c:v>
                </c:pt>
                <c:pt idx="1778">
                  <c:v>5.9929569999999996</c:v>
                </c:pt>
                <c:pt idx="1779">
                  <c:v>6.0370679999999997</c:v>
                </c:pt>
                <c:pt idx="1780">
                  <c:v>5.960763</c:v>
                </c:pt>
                <c:pt idx="1781">
                  <c:v>5.7684699999999998</c:v>
                </c:pt>
                <c:pt idx="1782">
                  <c:v>5.7011989999999999</c:v>
                </c:pt>
                <c:pt idx="1783">
                  <c:v>5.8183179999999997</c:v>
                </c:pt>
                <c:pt idx="1784">
                  <c:v>5.8934379999999997</c:v>
                </c:pt>
                <c:pt idx="1785">
                  <c:v>5.8882750000000001</c:v>
                </c:pt>
                <c:pt idx="1786">
                  <c:v>5.9330689999999997</c:v>
                </c:pt>
                <c:pt idx="1787">
                  <c:v>6.0545330000000002</c:v>
                </c:pt>
                <c:pt idx="1788">
                  <c:v>6.1101279999999996</c:v>
                </c:pt>
                <c:pt idx="1789">
                  <c:v>6.0050520000000001</c:v>
                </c:pt>
                <c:pt idx="1790">
                  <c:v>5.9658550000000004</c:v>
                </c:pt>
                <c:pt idx="1791">
                  <c:v>6.0229780000000002</c:v>
                </c:pt>
                <c:pt idx="1792">
                  <c:v>6.1419779999999999</c:v>
                </c:pt>
                <c:pt idx="1793">
                  <c:v>6.4483309999999996</c:v>
                </c:pt>
                <c:pt idx="1794">
                  <c:v>6.5158829999999996</c:v>
                </c:pt>
                <c:pt idx="1795">
                  <c:v>6.2617070000000004</c:v>
                </c:pt>
                <c:pt idx="1796">
                  <c:v>6.0273539999999999</c:v>
                </c:pt>
                <c:pt idx="1797">
                  <c:v>6.1313839999999997</c:v>
                </c:pt>
                <c:pt idx="1798">
                  <c:v>6.170331</c:v>
                </c:pt>
                <c:pt idx="1799">
                  <c:v>6.0183540000000004</c:v>
                </c:pt>
                <c:pt idx="1800">
                  <c:v>5.9290789999999998</c:v>
                </c:pt>
                <c:pt idx="1801">
                  <c:v>6.2178959999999996</c:v>
                </c:pt>
                <c:pt idx="1802">
                  <c:v>6.4322309999999998</c:v>
                </c:pt>
                <c:pt idx="1803">
                  <c:v>6.3344620000000003</c:v>
                </c:pt>
                <c:pt idx="1804">
                  <c:v>6.1749790000000004</c:v>
                </c:pt>
                <c:pt idx="1805">
                  <c:v>6.0816059999999998</c:v>
                </c:pt>
                <c:pt idx="1806">
                  <c:v>6.0327200000000003</c:v>
                </c:pt>
                <c:pt idx="1807">
                  <c:v>6.0335330000000003</c:v>
                </c:pt>
                <c:pt idx="1808">
                  <c:v>6.0486120000000003</c:v>
                </c:pt>
                <c:pt idx="1809">
                  <c:v>6.0590820000000001</c:v>
                </c:pt>
                <c:pt idx="1810">
                  <c:v>6.0757269999999997</c:v>
                </c:pt>
                <c:pt idx="1811">
                  <c:v>6.1189830000000001</c:v>
                </c:pt>
                <c:pt idx="1812">
                  <c:v>6.1683110000000001</c:v>
                </c:pt>
                <c:pt idx="1813">
                  <c:v>6.2137880000000001</c:v>
                </c:pt>
                <c:pt idx="1814">
                  <c:v>6.2463559999999996</c:v>
                </c:pt>
                <c:pt idx="1815">
                  <c:v>6.245044</c:v>
                </c:pt>
                <c:pt idx="1816">
                  <c:v>6.2328950000000001</c:v>
                </c:pt>
                <c:pt idx="1817">
                  <c:v>6.2720979999999997</c:v>
                </c:pt>
                <c:pt idx="1818">
                  <c:v>6.2599840000000002</c:v>
                </c:pt>
                <c:pt idx="1819">
                  <c:v>5.8570929999999999</c:v>
                </c:pt>
                <c:pt idx="1820">
                  <c:v>5.4039609999999998</c:v>
                </c:pt>
                <c:pt idx="1821">
                  <c:v>5.385472</c:v>
                </c:pt>
                <c:pt idx="1822">
                  <c:v>5.6212359999999997</c:v>
                </c:pt>
                <c:pt idx="1823">
                  <c:v>5.9362459999999997</c:v>
                </c:pt>
                <c:pt idx="1824">
                  <c:v>6.2254480000000001</c:v>
                </c:pt>
                <c:pt idx="1825">
                  <c:v>6.2458460000000002</c:v>
                </c:pt>
                <c:pt idx="1826">
                  <c:v>6.1171499999999996</c:v>
                </c:pt>
                <c:pt idx="1827">
                  <c:v>6.1335670000000002</c:v>
                </c:pt>
                <c:pt idx="1828">
                  <c:v>6.2267770000000002</c:v>
                </c:pt>
                <c:pt idx="1829">
                  <c:v>6.2066660000000002</c:v>
                </c:pt>
                <c:pt idx="1830">
                  <c:v>6.1034079999999999</c:v>
                </c:pt>
                <c:pt idx="1831">
                  <c:v>5.9862739999999999</c:v>
                </c:pt>
                <c:pt idx="1832">
                  <c:v>5.8926860000000003</c:v>
                </c:pt>
                <c:pt idx="1833">
                  <c:v>6.1440260000000002</c:v>
                </c:pt>
                <c:pt idx="1834">
                  <c:v>6.5597510000000003</c:v>
                </c:pt>
                <c:pt idx="1835">
                  <c:v>6.58718</c:v>
                </c:pt>
                <c:pt idx="1836">
                  <c:v>6.2391360000000002</c:v>
                </c:pt>
                <c:pt idx="1837">
                  <c:v>6.2123390000000001</c:v>
                </c:pt>
                <c:pt idx="1838">
                  <c:v>6.3992019999999998</c:v>
                </c:pt>
                <c:pt idx="1839">
                  <c:v>6.4605490000000003</c:v>
                </c:pt>
                <c:pt idx="1840">
                  <c:v>6.3534319999999997</c:v>
                </c:pt>
                <c:pt idx="1841">
                  <c:v>6.2570360000000003</c:v>
                </c:pt>
                <c:pt idx="1842">
                  <c:v>6.1771250000000002</c:v>
                </c:pt>
                <c:pt idx="1843">
                  <c:v>6.1365740000000004</c:v>
                </c:pt>
                <c:pt idx="1844">
                  <c:v>6.1454240000000002</c:v>
                </c:pt>
                <c:pt idx="1845">
                  <c:v>6.1959650000000002</c:v>
                </c:pt>
                <c:pt idx="1846">
                  <c:v>6.2764420000000003</c:v>
                </c:pt>
                <c:pt idx="1847">
                  <c:v>6.3002409999999998</c:v>
                </c:pt>
                <c:pt idx="1848">
                  <c:v>6.2469539999999997</c:v>
                </c:pt>
                <c:pt idx="1849">
                  <c:v>6.1446940000000003</c:v>
                </c:pt>
                <c:pt idx="1850">
                  <c:v>5.999339</c:v>
                </c:pt>
                <c:pt idx="1851">
                  <c:v>5.965077</c:v>
                </c:pt>
                <c:pt idx="1852">
                  <c:v>6.0630170000000003</c:v>
                </c:pt>
                <c:pt idx="1853">
                  <c:v>6.1452559999999998</c:v>
                </c:pt>
                <c:pt idx="1854">
                  <c:v>6.198283</c:v>
                </c:pt>
                <c:pt idx="1855">
                  <c:v>6.1245560000000001</c:v>
                </c:pt>
                <c:pt idx="1856">
                  <c:v>5.9255459999999998</c:v>
                </c:pt>
                <c:pt idx="1857">
                  <c:v>5.8479419999999998</c:v>
                </c:pt>
                <c:pt idx="1858">
                  <c:v>6.0335840000000003</c:v>
                </c:pt>
                <c:pt idx="1859">
                  <c:v>6.1535409999999997</c:v>
                </c:pt>
                <c:pt idx="1860">
                  <c:v>6.1881380000000004</c:v>
                </c:pt>
                <c:pt idx="1861">
                  <c:v>6.2079680000000002</c:v>
                </c:pt>
                <c:pt idx="1862">
                  <c:v>6.2135689999999997</c:v>
                </c:pt>
                <c:pt idx="1863">
                  <c:v>6.3116680000000001</c:v>
                </c:pt>
                <c:pt idx="1864">
                  <c:v>6.5105740000000001</c:v>
                </c:pt>
                <c:pt idx="1865">
                  <c:v>6.5678599999999996</c:v>
                </c:pt>
                <c:pt idx="1866">
                  <c:v>6.225943</c:v>
                </c:pt>
                <c:pt idx="1867">
                  <c:v>6.0435869999999996</c:v>
                </c:pt>
                <c:pt idx="1868">
                  <c:v>6.0880789999999996</c:v>
                </c:pt>
                <c:pt idx="1869">
                  <c:v>6.1947400000000004</c:v>
                </c:pt>
                <c:pt idx="1870">
                  <c:v>6.331391</c:v>
                </c:pt>
                <c:pt idx="1871">
                  <c:v>6.3925809999999998</c:v>
                </c:pt>
                <c:pt idx="1872">
                  <c:v>6.3415699999999999</c:v>
                </c:pt>
                <c:pt idx="1873">
                  <c:v>6.2856449999999997</c:v>
                </c:pt>
                <c:pt idx="1874">
                  <c:v>6.2671830000000002</c:v>
                </c:pt>
                <c:pt idx="1875">
                  <c:v>6.2098009999999997</c:v>
                </c:pt>
                <c:pt idx="1876">
                  <c:v>5.9905189999999999</c:v>
                </c:pt>
                <c:pt idx="1877">
                  <c:v>5.9416580000000003</c:v>
                </c:pt>
                <c:pt idx="1878">
                  <c:v>6.1789379999999996</c:v>
                </c:pt>
                <c:pt idx="1879">
                  <c:v>6.3871529999999996</c:v>
                </c:pt>
                <c:pt idx="1880">
                  <c:v>6.2652570000000001</c:v>
                </c:pt>
                <c:pt idx="1881">
                  <c:v>6.1667240000000003</c:v>
                </c:pt>
                <c:pt idx="1882">
                  <c:v>6.1753270000000002</c:v>
                </c:pt>
                <c:pt idx="1883">
                  <c:v>6.2022389999999996</c:v>
                </c:pt>
                <c:pt idx="1884">
                  <c:v>6.1526300000000003</c:v>
                </c:pt>
                <c:pt idx="1885">
                  <c:v>6.150665</c:v>
                </c:pt>
                <c:pt idx="1886">
                  <c:v>6.2496790000000004</c:v>
                </c:pt>
                <c:pt idx="1887">
                  <c:v>6.3081870000000002</c:v>
                </c:pt>
                <c:pt idx="1888">
                  <c:v>6.0805300000000004</c:v>
                </c:pt>
                <c:pt idx="1889">
                  <c:v>5.9910930000000002</c:v>
                </c:pt>
                <c:pt idx="1890">
                  <c:v>6.2639740000000002</c:v>
                </c:pt>
                <c:pt idx="1891">
                  <c:v>6.5268069999999998</c:v>
                </c:pt>
                <c:pt idx="1892">
                  <c:v>6.5062439999999997</c:v>
                </c:pt>
                <c:pt idx="1893">
                  <c:v>6.4088279999999997</c:v>
                </c:pt>
                <c:pt idx="1894">
                  <c:v>6.3419400000000001</c:v>
                </c:pt>
                <c:pt idx="1895">
                  <c:v>6.2937329999999996</c:v>
                </c:pt>
                <c:pt idx="1896">
                  <c:v>6.2517240000000003</c:v>
                </c:pt>
                <c:pt idx="1897">
                  <c:v>6.2413360000000004</c:v>
                </c:pt>
                <c:pt idx="1898">
                  <c:v>6.3432709999999997</c:v>
                </c:pt>
                <c:pt idx="1899">
                  <c:v>6.4031010000000004</c:v>
                </c:pt>
                <c:pt idx="1900">
                  <c:v>6.3272399999999998</c:v>
                </c:pt>
                <c:pt idx="1901">
                  <c:v>6.2346250000000003</c:v>
                </c:pt>
                <c:pt idx="1902">
                  <c:v>6.3300979999999996</c:v>
                </c:pt>
                <c:pt idx="1903">
                  <c:v>6.350212</c:v>
                </c:pt>
                <c:pt idx="1904">
                  <c:v>6.1200720000000004</c:v>
                </c:pt>
                <c:pt idx="1905">
                  <c:v>5.8871409999999997</c:v>
                </c:pt>
                <c:pt idx="1906">
                  <c:v>5.9994199999999998</c:v>
                </c:pt>
                <c:pt idx="1907">
                  <c:v>6.1927110000000001</c:v>
                </c:pt>
                <c:pt idx="1908">
                  <c:v>6.3124700000000002</c:v>
                </c:pt>
                <c:pt idx="1909">
                  <c:v>6.3785189999999998</c:v>
                </c:pt>
                <c:pt idx="1910">
                  <c:v>6.3925660000000004</c:v>
                </c:pt>
                <c:pt idx="1911">
                  <c:v>6.3844909999999997</c:v>
                </c:pt>
                <c:pt idx="1912">
                  <c:v>6.3503730000000003</c:v>
                </c:pt>
                <c:pt idx="1913">
                  <c:v>6.3499239999999997</c:v>
                </c:pt>
                <c:pt idx="1914">
                  <c:v>6.519819</c:v>
                </c:pt>
                <c:pt idx="1915">
                  <c:v>6.6704330000000001</c:v>
                </c:pt>
                <c:pt idx="1916">
                  <c:v>6.5112449999999997</c:v>
                </c:pt>
                <c:pt idx="1917">
                  <c:v>6.3222019999999999</c:v>
                </c:pt>
                <c:pt idx="1918">
                  <c:v>6.341215</c:v>
                </c:pt>
                <c:pt idx="1919">
                  <c:v>6.4444189999999999</c:v>
                </c:pt>
                <c:pt idx="1920">
                  <c:v>6.4761800000000003</c:v>
                </c:pt>
                <c:pt idx="1921">
                  <c:v>6.482202</c:v>
                </c:pt>
                <c:pt idx="1922">
                  <c:v>6.5371420000000002</c:v>
                </c:pt>
                <c:pt idx="1923">
                  <c:v>6.5352620000000003</c:v>
                </c:pt>
                <c:pt idx="1924">
                  <c:v>6.1444510000000001</c:v>
                </c:pt>
                <c:pt idx="1925">
                  <c:v>5.7870929999999996</c:v>
                </c:pt>
                <c:pt idx="1926">
                  <c:v>5.838889</c:v>
                </c:pt>
                <c:pt idx="1927">
                  <c:v>6.0777419999999998</c:v>
                </c:pt>
                <c:pt idx="1928">
                  <c:v>6.1740890000000004</c:v>
                </c:pt>
                <c:pt idx="1929">
                  <c:v>6.1919389999999996</c:v>
                </c:pt>
                <c:pt idx="1930">
                  <c:v>6.173038</c:v>
                </c:pt>
                <c:pt idx="1931">
                  <c:v>6.1554279999999997</c:v>
                </c:pt>
                <c:pt idx="1932">
                  <c:v>6.2117009999999997</c:v>
                </c:pt>
                <c:pt idx="1933">
                  <c:v>6.2798600000000002</c:v>
                </c:pt>
                <c:pt idx="1934">
                  <c:v>6.2435660000000004</c:v>
                </c:pt>
                <c:pt idx="1935">
                  <c:v>6.2099010000000003</c:v>
                </c:pt>
                <c:pt idx="1936">
                  <c:v>6.3624179999999999</c:v>
                </c:pt>
                <c:pt idx="1937">
                  <c:v>6.5540609999999999</c:v>
                </c:pt>
                <c:pt idx="1938">
                  <c:v>6.5513560000000002</c:v>
                </c:pt>
                <c:pt idx="1939">
                  <c:v>6.4663830000000004</c:v>
                </c:pt>
                <c:pt idx="1940">
                  <c:v>6.4050180000000001</c:v>
                </c:pt>
                <c:pt idx="1941">
                  <c:v>6.3843730000000001</c:v>
                </c:pt>
                <c:pt idx="1942">
                  <c:v>6.5040959999999997</c:v>
                </c:pt>
                <c:pt idx="1943">
                  <c:v>6.6177890000000001</c:v>
                </c:pt>
                <c:pt idx="1944">
                  <c:v>6.5584660000000001</c:v>
                </c:pt>
                <c:pt idx="1945">
                  <c:v>6.4024369999999999</c:v>
                </c:pt>
                <c:pt idx="1946">
                  <c:v>6.2426139999999997</c:v>
                </c:pt>
                <c:pt idx="1947">
                  <c:v>6.1633589999999998</c:v>
                </c:pt>
                <c:pt idx="1948">
                  <c:v>6.2932410000000001</c:v>
                </c:pt>
                <c:pt idx="1949">
                  <c:v>6.4889640000000002</c:v>
                </c:pt>
                <c:pt idx="1950">
                  <c:v>6.3928900000000004</c:v>
                </c:pt>
                <c:pt idx="1951">
                  <c:v>6.2429269999999999</c:v>
                </c:pt>
                <c:pt idx="1952">
                  <c:v>6.3719770000000002</c:v>
                </c:pt>
                <c:pt idx="1953">
                  <c:v>6.5995860000000004</c:v>
                </c:pt>
                <c:pt idx="1954">
                  <c:v>6.6528510000000001</c:v>
                </c:pt>
                <c:pt idx="1955">
                  <c:v>6.5777799999999997</c:v>
                </c:pt>
                <c:pt idx="1956">
                  <c:v>6.3866480000000001</c:v>
                </c:pt>
                <c:pt idx="1957">
                  <c:v>6.1460280000000003</c:v>
                </c:pt>
                <c:pt idx="1958">
                  <c:v>5.8593770000000003</c:v>
                </c:pt>
                <c:pt idx="1959">
                  <c:v>5.639907</c:v>
                </c:pt>
                <c:pt idx="1960">
                  <c:v>5.7548950000000003</c:v>
                </c:pt>
                <c:pt idx="1961">
                  <c:v>5.9965919999999997</c:v>
                </c:pt>
                <c:pt idx="1962">
                  <c:v>6.0929849999999997</c:v>
                </c:pt>
                <c:pt idx="1963">
                  <c:v>6.0942819999999998</c:v>
                </c:pt>
                <c:pt idx="1964">
                  <c:v>6.0452490000000001</c:v>
                </c:pt>
                <c:pt idx="1965">
                  <c:v>6.0355530000000002</c:v>
                </c:pt>
                <c:pt idx="1966">
                  <c:v>6.2132339999999999</c:v>
                </c:pt>
                <c:pt idx="1967">
                  <c:v>6.4346829999999997</c:v>
                </c:pt>
                <c:pt idx="1968">
                  <c:v>6.258273</c:v>
                </c:pt>
                <c:pt idx="1969">
                  <c:v>6.0119899999999999</c:v>
                </c:pt>
                <c:pt idx="1970">
                  <c:v>6.0993740000000001</c:v>
                </c:pt>
                <c:pt idx="1971">
                  <c:v>6.3615779999999997</c:v>
                </c:pt>
                <c:pt idx="1972">
                  <c:v>6.540978</c:v>
                </c:pt>
                <c:pt idx="1973">
                  <c:v>6.6149880000000003</c:v>
                </c:pt>
                <c:pt idx="1974">
                  <c:v>6.4842550000000001</c:v>
                </c:pt>
                <c:pt idx="1975">
                  <c:v>6.3072309999999998</c:v>
                </c:pt>
                <c:pt idx="1976">
                  <c:v>6.3796439999999999</c:v>
                </c:pt>
                <c:pt idx="1977">
                  <c:v>6.5346460000000004</c:v>
                </c:pt>
                <c:pt idx="1978">
                  <c:v>6.5671489999999997</c:v>
                </c:pt>
                <c:pt idx="1979">
                  <c:v>6.4991289999999999</c:v>
                </c:pt>
                <c:pt idx="1980">
                  <c:v>6.2859999999999996</c:v>
                </c:pt>
                <c:pt idx="1981">
                  <c:v>6.0561619999999996</c:v>
                </c:pt>
                <c:pt idx="1982">
                  <c:v>6.0561309999999997</c:v>
                </c:pt>
                <c:pt idx="1983">
                  <c:v>6.1422359999999996</c:v>
                </c:pt>
                <c:pt idx="1984">
                  <c:v>6.1310979999999997</c:v>
                </c:pt>
                <c:pt idx="1985">
                  <c:v>6.0781489999999998</c:v>
                </c:pt>
                <c:pt idx="1986">
                  <c:v>6.0675720000000002</c:v>
                </c:pt>
                <c:pt idx="1987">
                  <c:v>6.1080120000000004</c:v>
                </c:pt>
                <c:pt idx="1988">
                  <c:v>6.2251630000000002</c:v>
                </c:pt>
                <c:pt idx="1989">
                  <c:v>6.34931</c:v>
                </c:pt>
                <c:pt idx="1990">
                  <c:v>6.3543560000000001</c:v>
                </c:pt>
                <c:pt idx="1991">
                  <c:v>6.2605329999999997</c:v>
                </c:pt>
                <c:pt idx="1992">
                  <c:v>6.0442349999999996</c:v>
                </c:pt>
                <c:pt idx="1993">
                  <c:v>5.8533270000000002</c:v>
                </c:pt>
                <c:pt idx="1994">
                  <c:v>6.045032</c:v>
                </c:pt>
                <c:pt idx="1995">
                  <c:v>6.3056140000000003</c:v>
                </c:pt>
                <c:pt idx="1996">
                  <c:v>6.2967599999999999</c:v>
                </c:pt>
                <c:pt idx="1997">
                  <c:v>6.1760429999999999</c:v>
                </c:pt>
                <c:pt idx="1998">
                  <c:v>6.1624889999999999</c:v>
                </c:pt>
                <c:pt idx="1999">
                  <c:v>6.1610079999999998</c:v>
                </c:pt>
                <c:pt idx="2000">
                  <c:v>6.0172040000000004</c:v>
                </c:pt>
                <c:pt idx="2001">
                  <c:v>5.8657880000000002</c:v>
                </c:pt>
                <c:pt idx="2002">
                  <c:v>5.8291550000000001</c:v>
                </c:pt>
                <c:pt idx="2003">
                  <c:v>5.8793699999999998</c:v>
                </c:pt>
                <c:pt idx="2004">
                  <c:v>6.0764940000000003</c:v>
                </c:pt>
                <c:pt idx="2005">
                  <c:v>6.231427</c:v>
                </c:pt>
                <c:pt idx="2006">
                  <c:v>6.141432</c:v>
                </c:pt>
                <c:pt idx="2007">
                  <c:v>5.9708949999999996</c:v>
                </c:pt>
                <c:pt idx="2008">
                  <c:v>5.9352049999999998</c:v>
                </c:pt>
                <c:pt idx="2009">
                  <c:v>5.9770950000000003</c:v>
                </c:pt>
                <c:pt idx="2010">
                  <c:v>6.0681279999999997</c:v>
                </c:pt>
                <c:pt idx="2011">
                  <c:v>6.152596</c:v>
                </c:pt>
                <c:pt idx="2012">
                  <c:v>6.1594759999999997</c:v>
                </c:pt>
                <c:pt idx="2013">
                  <c:v>6.0938559999999997</c:v>
                </c:pt>
                <c:pt idx="2014">
                  <c:v>5.9320300000000001</c:v>
                </c:pt>
                <c:pt idx="2015">
                  <c:v>5.8075770000000002</c:v>
                </c:pt>
                <c:pt idx="2016">
                  <c:v>5.9562140000000001</c:v>
                </c:pt>
                <c:pt idx="2017">
                  <c:v>6.1467859999999996</c:v>
                </c:pt>
                <c:pt idx="2018">
                  <c:v>6.221012</c:v>
                </c:pt>
                <c:pt idx="2019">
                  <c:v>6.2581069999999999</c:v>
                </c:pt>
                <c:pt idx="2020">
                  <c:v>6.3743590000000001</c:v>
                </c:pt>
                <c:pt idx="2021">
                  <c:v>6.4435630000000002</c:v>
                </c:pt>
                <c:pt idx="2022">
                  <c:v>6.3325740000000001</c:v>
                </c:pt>
                <c:pt idx="2023">
                  <c:v>6.2050809999999998</c:v>
                </c:pt>
                <c:pt idx="2024">
                  <c:v>6.17164</c:v>
                </c:pt>
                <c:pt idx="2025">
                  <c:v>6.1907719999999999</c:v>
                </c:pt>
                <c:pt idx="2026">
                  <c:v>6.3052359999999998</c:v>
                </c:pt>
                <c:pt idx="2027">
                  <c:v>6.3345310000000001</c:v>
                </c:pt>
                <c:pt idx="2028">
                  <c:v>6.1383429999999999</c:v>
                </c:pt>
                <c:pt idx="2029">
                  <c:v>5.931025</c:v>
                </c:pt>
                <c:pt idx="2030">
                  <c:v>5.9599380000000002</c:v>
                </c:pt>
                <c:pt idx="2031">
                  <c:v>6.0154639999999997</c:v>
                </c:pt>
                <c:pt idx="2032">
                  <c:v>6.008</c:v>
                </c:pt>
                <c:pt idx="2033">
                  <c:v>5.9994249999999996</c:v>
                </c:pt>
                <c:pt idx="2034">
                  <c:v>6.0466920000000002</c:v>
                </c:pt>
                <c:pt idx="2035">
                  <c:v>6.1307400000000003</c:v>
                </c:pt>
                <c:pt idx="2036">
                  <c:v>6.2577049999999996</c:v>
                </c:pt>
                <c:pt idx="2037">
                  <c:v>6.3440779999999997</c:v>
                </c:pt>
                <c:pt idx="2038">
                  <c:v>6.3127420000000001</c:v>
                </c:pt>
                <c:pt idx="2039">
                  <c:v>6.1956559999999996</c:v>
                </c:pt>
                <c:pt idx="2040">
                  <c:v>5.97851</c:v>
                </c:pt>
                <c:pt idx="2041">
                  <c:v>5.853599</c:v>
                </c:pt>
                <c:pt idx="2042">
                  <c:v>6.1010520000000001</c:v>
                </c:pt>
                <c:pt idx="2043">
                  <c:v>6.2516319999999999</c:v>
                </c:pt>
                <c:pt idx="2044">
                  <c:v>6.1332259999999996</c:v>
                </c:pt>
                <c:pt idx="2045">
                  <c:v>6.0026549999999999</c:v>
                </c:pt>
                <c:pt idx="2046">
                  <c:v>5.965649</c:v>
                </c:pt>
                <c:pt idx="2047">
                  <c:v>6.0047810000000004</c:v>
                </c:pt>
                <c:pt idx="2048">
                  <c:v>6.1302009999999996</c:v>
                </c:pt>
                <c:pt idx="2049">
                  <c:v>6.2839400000000003</c:v>
                </c:pt>
                <c:pt idx="2050">
                  <c:v>6.474596</c:v>
                </c:pt>
                <c:pt idx="2051">
                  <c:v>6.5336699999999999</c:v>
                </c:pt>
                <c:pt idx="2052">
                  <c:v>6.2528600000000001</c:v>
                </c:pt>
                <c:pt idx="2053">
                  <c:v>6.0535509999999997</c:v>
                </c:pt>
                <c:pt idx="2054">
                  <c:v>6.0048830000000004</c:v>
                </c:pt>
                <c:pt idx="2055">
                  <c:v>6.0421860000000001</c:v>
                </c:pt>
                <c:pt idx="2056">
                  <c:v>6.2456880000000004</c:v>
                </c:pt>
                <c:pt idx="2057">
                  <c:v>6.2676999999999996</c:v>
                </c:pt>
                <c:pt idx="2058">
                  <c:v>6.0680550000000002</c:v>
                </c:pt>
                <c:pt idx="2059">
                  <c:v>5.9506379999999996</c:v>
                </c:pt>
                <c:pt idx="2060">
                  <c:v>6.2240479999999998</c:v>
                </c:pt>
                <c:pt idx="2061">
                  <c:v>6.2940849999999999</c:v>
                </c:pt>
                <c:pt idx="2062">
                  <c:v>6.1207440000000002</c:v>
                </c:pt>
                <c:pt idx="2063">
                  <c:v>6.0414089999999998</c:v>
                </c:pt>
                <c:pt idx="2064">
                  <c:v>6.2516530000000001</c:v>
                </c:pt>
                <c:pt idx="2065">
                  <c:v>6.310276</c:v>
                </c:pt>
                <c:pt idx="2066">
                  <c:v>6.1717950000000004</c:v>
                </c:pt>
                <c:pt idx="2067">
                  <c:v>6.0952400000000004</c:v>
                </c:pt>
                <c:pt idx="2068">
                  <c:v>6.1475530000000003</c:v>
                </c:pt>
                <c:pt idx="2069">
                  <c:v>6.2882540000000002</c:v>
                </c:pt>
                <c:pt idx="2070">
                  <c:v>6.5191160000000004</c:v>
                </c:pt>
                <c:pt idx="2071">
                  <c:v>6.5298639999999999</c:v>
                </c:pt>
                <c:pt idx="2072">
                  <c:v>6.2908790000000003</c:v>
                </c:pt>
                <c:pt idx="2073">
                  <c:v>6.191122</c:v>
                </c:pt>
                <c:pt idx="2074">
                  <c:v>6.3217619999999997</c:v>
                </c:pt>
                <c:pt idx="2075">
                  <c:v>6.3221059999999998</c:v>
                </c:pt>
                <c:pt idx="2076">
                  <c:v>6.196701</c:v>
                </c:pt>
                <c:pt idx="2077">
                  <c:v>6.1424719999999997</c:v>
                </c:pt>
                <c:pt idx="2078">
                  <c:v>6.2250170000000002</c:v>
                </c:pt>
                <c:pt idx="2079">
                  <c:v>6.2844340000000001</c:v>
                </c:pt>
                <c:pt idx="2080">
                  <c:v>6.3096690000000004</c:v>
                </c:pt>
                <c:pt idx="2081">
                  <c:v>6.2189930000000002</c:v>
                </c:pt>
                <c:pt idx="2082">
                  <c:v>5.9845389999999998</c:v>
                </c:pt>
                <c:pt idx="2083">
                  <c:v>6.0186580000000003</c:v>
                </c:pt>
                <c:pt idx="2084">
                  <c:v>6.2446710000000003</c:v>
                </c:pt>
                <c:pt idx="2085">
                  <c:v>6.37399</c:v>
                </c:pt>
                <c:pt idx="2086">
                  <c:v>6.3525340000000003</c:v>
                </c:pt>
                <c:pt idx="2087">
                  <c:v>6.2489150000000002</c:v>
                </c:pt>
                <c:pt idx="2088">
                  <c:v>6.0891169999999999</c:v>
                </c:pt>
                <c:pt idx="2089">
                  <c:v>5.925726</c:v>
                </c:pt>
                <c:pt idx="2090">
                  <c:v>5.8204770000000003</c:v>
                </c:pt>
                <c:pt idx="2091">
                  <c:v>5.9939020000000003</c:v>
                </c:pt>
                <c:pt idx="2092">
                  <c:v>6.3559809999999999</c:v>
                </c:pt>
                <c:pt idx="2093">
                  <c:v>6.4967620000000004</c:v>
                </c:pt>
                <c:pt idx="2094">
                  <c:v>6.443111</c:v>
                </c:pt>
                <c:pt idx="2095">
                  <c:v>6.2853269999999997</c:v>
                </c:pt>
                <c:pt idx="2096">
                  <c:v>6.0851050000000004</c:v>
                </c:pt>
                <c:pt idx="2097">
                  <c:v>6.1092839999999997</c:v>
                </c:pt>
                <c:pt idx="2098">
                  <c:v>6.2618939999999998</c:v>
                </c:pt>
                <c:pt idx="2099">
                  <c:v>6.4018709999999999</c:v>
                </c:pt>
                <c:pt idx="2100">
                  <c:v>6.4992390000000002</c:v>
                </c:pt>
                <c:pt idx="2101">
                  <c:v>6.4673610000000004</c:v>
                </c:pt>
                <c:pt idx="2102">
                  <c:v>6.3657240000000002</c:v>
                </c:pt>
                <c:pt idx="2103">
                  <c:v>6.2449560000000002</c:v>
                </c:pt>
                <c:pt idx="2104">
                  <c:v>6.1540160000000004</c:v>
                </c:pt>
                <c:pt idx="2105">
                  <c:v>6.2009780000000001</c:v>
                </c:pt>
                <c:pt idx="2106">
                  <c:v>6.3047040000000001</c:v>
                </c:pt>
                <c:pt idx="2107">
                  <c:v>6.4062840000000003</c:v>
                </c:pt>
                <c:pt idx="2108">
                  <c:v>6.4366779999999997</c:v>
                </c:pt>
                <c:pt idx="2109">
                  <c:v>6.1764080000000003</c:v>
                </c:pt>
                <c:pt idx="2110">
                  <c:v>5.934126</c:v>
                </c:pt>
                <c:pt idx="2111">
                  <c:v>6.3217410000000003</c:v>
                </c:pt>
                <c:pt idx="2112">
                  <c:v>6.6598179999999996</c:v>
                </c:pt>
                <c:pt idx="2113">
                  <c:v>6.2861029999999998</c:v>
                </c:pt>
                <c:pt idx="2114">
                  <c:v>5.7625919999999997</c:v>
                </c:pt>
                <c:pt idx="2115">
                  <c:v>5.8322630000000002</c:v>
                </c:pt>
                <c:pt idx="2116">
                  <c:v>6.0136700000000003</c:v>
                </c:pt>
                <c:pt idx="2117">
                  <c:v>6.0263260000000001</c:v>
                </c:pt>
                <c:pt idx="2118">
                  <c:v>6.0243859999999998</c:v>
                </c:pt>
                <c:pt idx="2119">
                  <c:v>6.2477109999999998</c:v>
                </c:pt>
                <c:pt idx="2120">
                  <c:v>6.4139540000000004</c:v>
                </c:pt>
                <c:pt idx="2121">
                  <c:v>6.3966260000000004</c:v>
                </c:pt>
                <c:pt idx="2122">
                  <c:v>6.3376520000000003</c:v>
                </c:pt>
                <c:pt idx="2123">
                  <c:v>6.3474890000000004</c:v>
                </c:pt>
                <c:pt idx="2124">
                  <c:v>6.3905060000000002</c:v>
                </c:pt>
                <c:pt idx="2125">
                  <c:v>6.4545260000000004</c:v>
                </c:pt>
                <c:pt idx="2126">
                  <c:v>6.5260699999999998</c:v>
                </c:pt>
                <c:pt idx="2127">
                  <c:v>6.7251479999999999</c:v>
                </c:pt>
                <c:pt idx="2128">
                  <c:v>6.6334049999999998</c:v>
                </c:pt>
                <c:pt idx="2129">
                  <c:v>6.0887919999999998</c:v>
                </c:pt>
                <c:pt idx="2130">
                  <c:v>5.8405889999999996</c:v>
                </c:pt>
                <c:pt idx="2131">
                  <c:v>6.3783529999999997</c:v>
                </c:pt>
                <c:pt idx="2132">
                  <c:v>6.6291289999999998</c:v>
                </c:pt>
                <c:pt idx="2133">
                  <c:v>6.2304700000000004</c:v>
                </c:pt>
                <c:pt idx="2134">
                  <c:v>5.9849220000000001</c:v>
                </c:pt>
                <c:pt idx="2135">
                  <c:v>6.0956830000000002</c:v>
                </c:pt>
                <c:pt idx="2136">
                  <c:v>6.213209</c:v>
                </c:pt>
                <c:pt idx="2137">
                  <c:v>6.2323880000000003</c:v>
                </c:pt>
                <c:pt idx="2138">
                  <c:v>6.201473</c:v>
                </c:pt>
                <c:pt idx="2139">
                  <c:v>6.1310089999999997</c:v>
                </c:pt>
                <c:pt idx="2140">
                  <c:v>6.1254</c:v>
                </c:pt>
                <c:pt idx="2141">
                  <c:v>6.2533279999999998</c:v>
                </c:pt>
                <c:pt idx="2142">
                  <c:v>6.3128140000000004</c:v>
                </c:pt>
                <c:pt idx="2143">
                  <c:v>6.3014070000000002</c:v>
                </c:pt>
                <c:pt idx="2144">
                  <c:v>6.2251430000000001</c:v>
                </c:pt>
                <c:pt idx="2145">
                  <c:v>6.0597969999999997</c:v>
                </c:pt>
                <c:pt idx="2146">
                  <c:v>6.0459459999999998</c:v>
                </c:pt>
                <c:pt idx="2147">
                  <c:v>6.1556800000000003</c:v>
                </c:pt>
                <c:pt idx="2148">
                  <c:v>6.2836049999999997</c:v>
                </c:pt>
                <c:pt idx="2149">
                  <c:v>6.3950199999999997</c:v>
                </c:pt>
                <c:pt idx="2150">
                  <c:v>6.2459410000000002</c:v>
                </c:pt>
                <c:pt idx="2151">
                  <c:v>5.9453120000000004</c:v>
                </c:pt>
                <c:pt idx="2152">
                  <c:v>5.9823430000000002</c:v>
                </c:pt>
                <c:pt idx="2153">
                  <c:v>6.3104329999999997</c:v>
                </c:pt>
                <c:pt idx="2154">
                  <c:v>6.4172399999999996</c:v>
                </c:pt>
                <c:pt idx="2155">
                  <c:v>6.352303</c:v>
                </c:pt>
                <c:pt idx="2156">
                  <c:v>6.3037570000000001</c:v>
                </c:pt>
                <c:pt idx="2157">
                  <c:v>6.2692909999999999</c:v>
                </c:pt>
                <c:pt idx="2158">
                  <c:v>6.2193319999999996</c:v>
                </c:pt>
                <c:pt idx="2159">
                  <c:v>6.16371</c:v>
                </c:pt>
                <c:pt idx="2160">
                  <c:v>6.1254780000000002</c:v>
                </c:pt>
                <c:pt idx="2161">
                  <c:v>6.1265099999999997</c:v>
                </c:pt>
                <c:pt idx="2162">
                  <c:v>6.2140139999999997</c:v>
                </c:pt>
                <c:pt idx="2163">
                  <c:v>6.323302</c:v>
                </c:pt>
                <c:pt idx="2164">
                  <c:v>6.2882990000000003</c:v>
                </c:pt>
                <c:pt idx="2165">
                  <c:v>6.2236880000000001</c:v>
                </c:pt>
                <c:pt idx="2166">
                  <c:v>6.2480440000000002</c:v>
                </c:pt>
                <c:pt idx="2167">
                  <c:v>6.3180639999999997</c:v>
                </c:pt>
                <c:pt idx="2168">
                  <c:v>6.4013330000000002</c:v>
                </c:pt>
                <c:pt idx="2169">
                  <c:v>6.4685259999999998</c:v>
                </c:pt>
                <c:pt idx="2170">
                  <c:v>6.5057700000000001</c:v>
                </c:pt>
                <c:pt idx="2171">
                  <c:v>6.4961209999999996</c:v>
                </c:pt>
                <c:pt idx="2172">
                  <c:v>6.3883830000000001</c:v>
                </c:pt>
                <c:pt idx="2173">
                  <c:v>6.2682169999999999</c:v>
                </c:pt>
                <c:pt idx="2174">
                  <c:v>6.1783539999999997</c:v>
                </c:pt>
                <c:pt idx="2175">
                  <c:v>6.1458779999999997</c:v>
                </c:pt>
                <c:pt idx="2176">
                  <c:v>6.210801</c:v>
                </c:pt>
                <c:pt idx="2177">
                  <c:v>6.2674430000000001</c:v>
                </c:pt>
                <c:pt idx="2178">
                  <c:v>6.2027989999999997</c:v>
                </c:pt>
                <c:pt idx="2179">
                  <c:v>6.1956420000000003</c:v>
                </c:pt>
                <c:pt idx="2180">
                  <c:v>6.3106169999999997</c:v>
                </c:pt>
                <c:pt idx="2181">
                  <c:v>6.3515319999999997</c:v>
                </c:pt>
                <c:pt idx="2182">
                  <c:v>6.0242110000000002</c:v>
                </c:pt>
                <c:pt idx="2183">
                  <c:v>5.9280780000000002</c:v>
                </c:pt>
                <c:pt idx="2184">
                  <c:v>6.1351930000000001</c:v>
                </c:pt>
                <c:pt idx="2185">
                  <c:v>6.3361530000000004</c:v>
                </c:pt>
                <c:pt idx="2186">
                  <c:v>6.3446290000000003</c:v>
                </c:pt>
                <c:pt idx="2187">
                  <c:v>6.3382370000000003</c:v>
                </c:pt>
                <c:pt idx="2188">
                  <c:v>6.3267499999999997</c:v>
                </c:pt>
                <c:pt idx="2189">
                  <c:v>6.3611880000000003</c:v>
                </c:pt>
                <c:pt idx="2190">
                  <c:v>6.4885590000000004</c:v>
                </c:pt>
                <c:pt idx="2191">
                  <c:v>6.4738220000000002</c:v>
                </c:pt>
                <c:pt idx="2192">
                  <c:v>6.3298769999999998</c:v>
                </c:pt>
                <c:pt idx="2193">
                  <c:v>6.2679090000000004</c:v>
                </c:pt>
                <c:pt idx="2194">
                  <c:v>6.3208310000000001</c:v>
                </c:pt>
                <c:pt idx="2195">
                  <c:v>6.2676980000000002</c:v>
                </c:pt>
                <c:pt idx="2196">
                  <c:v>6.1201220000000003</c:v>
                </c:pt>
                <c:pt idx="2197">
                  <c:v>6.0128409999999999</c:v>
                </c:pt>
                <c:pt idx="2198">
                  <c:v>5.9734809999999996</c:v>
                </c:pt>
                <c:pt idx="2199">
                  <c:v>6.076613</c:v>
                </c:pt>
                <c:pt idx="2200">
                  <c:v>6.2731500000000002</c:v>
                </c:pt>
                <c:pt idx="2201">
                  <c:v>6.1806950000000001</c:v>
                </c:pt>
                <c:pt idx="2202">
                  <c:v>5.9293319999999996</c:v>
                </c:pt>
                <c:pt idx="2203">
                  <c:v>5.7845570000000004</c:v>
                </c:pt>
                <c:pt idx="2204">
                  <c:v>5.7654889999999996</c:v>
                </c:pt>
                <c:pt idx="2205">
                  <c:v>6.0220269999999996</c:v>
                </c:pt>
                <c:pt idx="2206">
                  <c:v>6.3388730000000004</c:v>
                </c:pt>
                <c:pt idx="2207">
                  <c:v>6.403759</c:v>
                </c:pt>
                <c:pt idx="2208">
                  <c:v>6.3147679999999999</c:v>
                </c:pt>
                <c:pt idx="2209">
                  <c:v>6.1612130000000001</c:v>
                </c:pt>
                <c:pt idx="2210">
                  <c:v>6.0446299999999997</c:v>
                </c:pt>
                <c:pt idx="2211">
                  <c:v>6.1201410000000003</c:v>
                </c:pt>
                <c:pt idx="2212">
                  <c:v>6.2165280000000003</c:v>
                </c:pt>
                <c:pt idx="2213">
                  <c:v>6.1017140000000003</c:v>
                </c:pt>
                <c:pt idx="2214">
                  <c:v>5.9964870000000001</c:v>
                </c:pt>
                <c:pt idx="2215">
                  <c:v>6.1443070000000004</c:v>
                </c:pt>
                <c:pt idx="2216">
                  <c:v>6.3025820000000001</c:v>
                </c:pt>
                <c:pt idx="2217">
                  <c:v>6.3505500000000001</c:v>
                </c:pt>
                <c:pt idx="2218">
                  <c:v>6.3223989999999999</c:v>
                </c:pt>
                <c:pt idx="2219">
                  <c:v>6.132193</c:v>
                </c:pt>
                <c:pt idx="2220">
                  <c:v>6.1104430000000001</c:v>
                </c:pt>
                <c:pt idx="2221">
                  <c:v>6.3940590000000004</c:v>
                </c:pt>
                <c:pt idx="2222">
                  <c:v>6.6421669999999997</c:v>
                </c:pt>
                <c:pt idx="2223">
                  <c:v>6.5693049999999999</c:v>
                </c:pt>
                <c:pt idx="2224">
                  <c:v>6.5160819999999999</c:v>
                </c:pt>
                <c:pt idx="2225">
                  <c:v>6.5234540000000001</c:v>
                </c:pt>
                <c:pt idx="2226">
                  <c:v>6.4573010000000002</c:v>
                </c:pt>
                <c:pt idx="2227">
                  <c:v>6.1002029999999996</c:v>
                </c:pt>
                <c:pt idx="2228">
                  <c:v>6.0145670000000004</c:v>
                </c:pt>
                <c:pt idx="2229">
                  <c:v>6.1915440000000004</c:v>
                </c:pt>
                <c:pt idx="2230">
                  <c:v>6.2402829999999998</c:v>
                </c:pt>
                <c:pt idx="2231">
                  <c:v>5.9696189999999998</c:v>
                </c:pt>
                <c:pt idx="2232">
                  <c:v>5.9079389999999998</c:v>
                </c:pt>
                <c:pt idx="2233">
                  <c:v>6.0318300000000002</c:v>
                </c:pt>
                <c:pt idx="2234">
                  <c:v>6.1459710000000003</c:v>
                </c:pt>
                <c:pt idx="2235">
                  <c:v>6.2109290000000001</c:v>
                </c:pt>
                <c:pt idx="2236">
                  <c:v>6.2165429999999997</c:v>
                </c:pt>
                <c:pt idx="2237">
                  <c:v>6.1792069999999999</c:v>
                </c:pt>
                <c:pt idx="2238">
                  <c:v>6.1786500000000002</c:v>
                </c:pt>
                <c:pt idx="2239">
                  <c:v>6.2004190000000001</c:v>
                </c:pt>
                <c:pt idx="2240">
                  <c:v>6.1808750000000003</c:v>
                </c:pt>
                <c:pt idx="2241">
                  <c:v>6.1283760000000003</c:v>
                </c:pt>
                <c:pt idx="2242">
                  <c:v>6.0470740000000003</c:v>
                </c:pt>
                <c:pt idx="2243">
                  <c:v>5.9940090000000001</c:v>
                </c:pt>
                <c:pt idx="2244">
                  <c:v>6.0588600000000001</c:v>
                </c:pt>
                <c:pt idx="2245">
                  <c:v>6.1860330000000001</c:v>
                </c:pt>
                <c:pt idx="2246">
                  <c:v>6.3076090000000002</c:v>
                </c:pt>
                <c:pt idx="2247">
                  <c:v>6.3471330000000004</c:v>
                </c:pt>
                <c:pt idx="2248">
                  <c:v>6.2075829999999996</c:v>
                </c:pt>
                <c:pt idx="2249">
                  <c:v>6.039574</c:v>
                </c:pt>
                <c:pt idx="2250">
                  <c:v>6.0821310000000004</c:v>
                </c:pt>
                <c:pt idx="2251">
                  <c:v>6.130071</c:v>
                </c:pt>
                <c:pt idx="2252">
                  <c:v>6.0387719999999998</c:v>
                </c:pt>
                <c:pt idx="2253">
                  <c:v>5.9504279999999996</c:v>
                </c:pt>
                <c:pt idx="2254">
                  <c:v>5.9729159999999997</c:v>
                </c:pt>
                <c:pt idx="2255">
                  <c:v>6.0579479999999997</c:v>
                </c:pt>
                <c:pt idx="2256">
                  <c:v>6.1962659999999996</c:v>
                </c:pt>
                <c:pt idx="2257">
                  <c:v>6.3465369999999997</c:v>
                </c:pt>
                <c:pt idx="2258">
                  <c:v>6.5264110000000004</c:v>
                </c:pt>
                <c:pt idx="2259">
                  <c:v>6.5402360000000002</c:v>
                </c:pt>
                <c:pt idx="2260">
                  <c:v>6.2395339999999999</c:v>
                </c:pt>
                <c:pt idx="2261">
                  <c:v>6.1573890000000002</c:v>
                </c:pt>
                <c:pt idx="2262">
                  <c:v>6.3978359999999999</c:v>
                </c:pt>
                <c:pt idx="2263">
                  <c:v>6.5526299999999997</c:v>
                </c:pt>
                <c:pt idx="2264">
                  <c:v>6.4836039999999997</c:v>
                </c:pt>
                <c:pt idx="2265">
                  <c:v>6.3520159999999999</c:v>
                </c:pt>
                <c:pt idx="2266">
                  <c:v>6.191414</c:v>
                </c:pt>
                <c:pt idx="2267">
                  <c:v>6.1848929999999998</c:v>
                </c:pt>
                <c:pt idx="2268">
                  <c:v>6.396172</c:v>
                </c:pt>
                <c:pt idx="2269">
                  <c:v>6.4767440000000001</c:v>
                </c:pt>
                <c:pt idx="2270">
                  <c:v>6.4549899999999996</c:v>
                </c:pt>
                <c:pt idx="2271">
                  <c:v>6.4108900000000002</c:v>
                </c:pt>
                <c:pt idx="2272">
                  <c:v>6.3669630000000002</c:v>
                </c:pt>
                <c:pt idx="2273">
                  <c:v>6.4029309999999997</c:v>
                </c:pt>
                <c:pt idx="2274">
                  <c:v>6.46434</c:v>
                </c:pt>
                <c:pt idx="2275">
                  <c:v>6.398625</c:v>
                </c:pt>
                <c:pt idx="2276">
                  <c:v>6.2692480000000002</c:v>
                </c:pt>
                <c:pt idx="2277">
                  <c:v>6.1951289999999997</c:v>
                </c:pt>
                <c:pt idx="2278">
                  <c:v>6.1895449999999999</c:v>
                </c:pt>
                <c:pt idx="2279">
                  <c:v>6.3668779999999998</c:v>
                </c:pt>
                <c:pt idx="2280">
                  <c:v>6.5277799999999999</c:v>
                </c:pt>
                <c:pt idx="2281">
                  <c:v>6.4609839999999998</c:v>
                </c:pt>
                <c:pt idx="2282">
                  <c:v>6.3016610000000002</c:v>
                </c:pt>
                <c:pt idx="2283">
                  <c:v>6.1946120000000002</c:v>
                </c:pt>
                <c:pt idx="2284">
                  <c:v>6.1339769999999998</c:v>
                </c:pt>
                <c:pt idx="2285">
                  <c:v>6.1215489999999999</c:v>
                </c:pt>
                <c:pt idx="2286">
                  <c:v>6.1181460000000003</c:v>
                </c:pt>
                <c:pt idx="2287">
                  <c:v>6.0650019999999998</c:v>
                </c:pt>
                <c:pt idx="2288">
                  <c:v>6.0518989999999997</c:v>
                </c:pt>
                <c:pt idx="2289">
                  <c:v>6.1011199999999999</c:v>
                </c:pt>
                <c:pt idx="2290">
                  <c:v>6.1754699999999998</c:v>
                </c:pt>
                <c:pt idx="2291">
                  <c:v>6.3552749999999998</c:v>
                </c:pt>
                <c:pt idx="2292">
                  <c:v>6.2934890000000001</c:v>
                </c:pt>
                <c:pt idx="2293">
                  <c:v>5.9662490000000004</c:v>
                </c:pt>
                <c:pt idx="2294">
                  <c:v>5.7452699999999997</c:v>
                </c:pt>
                <c:pt idx="2295">
                  <c:v>5.7666180000000002</c:v>
                </c:pt>
                <c:pt idx="2296">
                  <c:v>5.9929430000000004</c:v>
                </c:pt>
                <c:pt idx="2297">
                  <c:v>6.3786209999999999</c:v>
                </c:pt>
                <c:pt idx="2298">
                  <c:v>6.4917420000000003</c:v>
                </c:pt>
                <c:pt idx="2299">
                  <c:v>6.3014229999999998</c:v>
                </c:pt>
                <c:pt idx="2300">
                  <c:v>6.2644409999999997</c:v>
                </c:pt>
                <c:pt idx="2301">
                  <c:v>6.3684250000000002</c:v>
                </c:pt>
                <c:pt idx="2302">
                  <c:v>6.3615690000000003</c:v>
                </c:pt>
                <c:pt idx="2303">
                  <c:v>6.2464130000000004</c:v>
                </c:pt>
                <c:pt idx="2304">
                  <c:v>6.0393920000000003</c:v>
                </c:pt>
                <c:pt idx="2305">
                  <c:v>5.815277</c:v>
                </c:pt>
                <c:pt idx="2306">
                  <c:v>5.9101220000000003</c:v>
                </c:pt>
                <c:pt idx="2307">
                  <c:v>6.1385740000000002</c:v>
                </c:pt>
                <c:pt idx="2308">
                  <c:v>6.282127</c:v>
                </c:pt>
                <c:pt idx="2309">
                  <c:v>6.3174479999999997</c:v>
                </c:pt>
                <c:pt idx="2310">
                  <c:v>6.1175769999999998</c:v>
                </c:pt>
                <c:pt idx="2311">
                  <c:v>5.9138200000000003</c:v>
                </c:pt>
                <c:pt idx="2312">
                  <c:v>5.9161020000000004</c:v>
                </c:pt>
                <c:pt idx="2313">
                  <c:v>5.9077409999999997</c:v>
                </c:pt>
                <c:pt idx="2314">
                  <c:v>5.4944280000000001</c:v>
                </c:pt>
                <c:pt idx="2315">
                  <c:v>5.3002649999999996</c:v>
                </c:pt>
                <c:pt idx="2316">
                  <c:v>5.673508</c:v>
                </c:pt>
                <c:pt idx="2317">
                  <c:v>6.0657480000000001</c:v>
                </c:pt>
                <c:pt idx="2318">
                  <c:v>6.2546169999999996</c:v>
                </c:pt>
                <c:pt idx="2319">
                  <c:v>6.1578689999999998</c:v>
                </c:pt>
                <c:pt idx="2320">
                  <c:v>5.6685670000000004</c:v>
                </c:pt>
                <c:pt idx="2321">
                  <c:v>5.4991240000000001</c:v>
                </c:pt>
                <c:pt idx="2322">
                  <c:v>5.8184440000000004</c:v>
                </c:pt>
                <c:pt idx="2323">
                  <c:v>6.0330579999999996</c:v>
                </c:pt>
                <c:pt idx="2324">
                  <c:v>5.9943910000000002</c:v>
                </c:pt>
                <c:pt idx="2325">
                  <c:v>5.8596469999999998</c:v>
                </c:pt>
                <c:pt idx="2326">
                  <c:v>5.6713480000000001</c:v>
                </c:pt>
                <c:pt idx="2327">
                  <c:v>5.6340659999999998</c:v>
                </c:pt>
                <c:pt idx="2328">
                  <c:v>5.7732599999999996</c:v>
                </c:pt>
                <c:pt idx="2329">
                  <c:v>5.7241179999999998</c:v>
                </c:pt>
                <c:pt idx="2330">
                  <c:v>5.5834130000000002</c:v>
                </c:pt>
                <c:pt idx="2331">
                  <c:v>5.6531390000000004</c:v>
                </c:pt>
                <c:pt idx="2332">
                  <c:v>5.8633189999999997</c:v>
                </c:pt>
                <c:pt idx="2333">
                  <c:v>5.9611970000000003</c:v>
                </c:pt>
                <c:pt idx="2334">
                  <c:v>5.9863590000000002</c:v>
                </c:pt>
                <c:pt idx="2335">
                  <c:v>5.9599219999999997</c:v>
                </c:pt>
                <c:pt idx="2336">
                  <c:v>5.9453589999999998</c:v>
                </c:pt>
                <c:pt idx="2337">
                  <c:v>6.0917310000000002</c:v>
                </c:pt>
                <c:pt idx="2338">
                  <c:v>6.2113069999999997</c:v>
                </c:pt>
                <c:pt idx="2339">
                  <c:v>6.0127930000000003</c:v>
                </c:pt>
                <c:pt idx="2340">
                  <c:v>5.7792260000000004</c:v>
                </c:pt>
                <c:pt idx="2341">
                  <c:v>5.65158</c:v>
                </c:pt>
                <c:pt idx="2342">
                  <c:v>5.5861359999999998</c:v>
                </c:pt>
                <c:pt idx="2343">
                  <c:v>5.5372139999999996</c:v>
                </c:pt>
                <c:pt idx="2344">
                  <c:v>5.5918000000000001</c:v>
                </c:pt>
                <c:pt idx="2345">
                  <c:v>5.7865140000000004</c:v>
                </c:pt>
                <c:pt idx="2346">
                  <c:v>5.9497140000000002</c:v>
                </c:pt>
                <c:pt idx="2347">
                  <c:v>5.9630369999999999</c:v>
                </c:pt>
                <c:pt idx="2348">
                  <c:v>5.9638479999999996</c:v>
                </c:pt>
                <c:pt idx="2349">
                  <c:v>5.9595450000000003</c:v>
                </c:pt>
                <c:pt idx="2350">
                  <c:v>5.9148649999999998</c:v>
                </c:pt>
                <c:pt idx="2351">
                  <c:v>5.805949</c:v>
                </c:pt>
                <c:pt idx="2352">
                  <c:v>5.6526459999999998</c:v>
                </c:pt>
                <c:pt idx="2353">
                  <c:v>5.499212</c:v>
                </c:pt>
                <c:pt idx="2354">
                  <c:v>5.6205489999999996</c:v>
                </c:pt>
                <c:pt idx="2355">
                  <c:v>5.9927270000000004</c:v>
                </c:pt>
                <c:pt idx="2356">
                  <c:v>6.0625159999999996</c:v>
                </c:pt>
                <c:pt idx="2357">
                  <c:v>5.9298299999999999</c:v>
                </c:pt>
                <c:pt idx="2358">
                  <c:v>5.8113789999999996</c:v>
                </c:pt>
                <c:pt idx="2359">
                  <c:v>5.7375800000000003</c:v>
                </c:pt>
                <c:pt idx="2360">
                  <c:v>5.7277649999999998</c:v>
                </c:pt>
                <c:pt idx="2361">
                  <c:v>5.7633970000000003</c:v>
                </c:pt>
                <c:pt idx="2362">
                  <c:v>5.8636549999999996</c:v>
                </c:pt>
                <c:pt idx="2363">
                  <c:v>5.9078309999999998</c:v>
                </c:pt>
                <c:pt idx="2364">
                  <c:v>5.7494480000000001</c:v>
                </c:pt>
                <c:pt idx="2365">
                  <c:v>5.6357290000000004</c:v>
                </c:pt>
                <c:pt idx="2366">
                  <c:v>6.0845779999999996</c:v>
                </c:pt>
                <c:pt idx="2367">
                  <c:v>6.2368629999999996</c:v>
                </c:pt>
                <c:pt idx="2368">
                  <c:v>5.7368730000000001</c:v>
                </c:pt>
                <c:pt idx="2369">
                  <c:v>5.32958</c:v>
                </c:pt>
                <c:pt idx="2370">
                  <c:v>5.7432030000000003</c:v>
                </c:pt>
                <c:pt idx="2371">
                  <c:v>6.0612690000000002</c:v>
                </c:pt>
                <c:pt idx="2372">
                  <c:v>6.1741339999999996</c:v>
                </c:pt>
                <c:pt idx="2373">
                  <c:v>6.163856</c:v>
                </c:pt>
                <c:pt idx="2374">
                  <c:v>6.0107359999999996</c:v>
                </c:pt>
                <c:pt idx="2375">
                  <c:v>5.9773199999999997</c:v>
                </c:pt>
                <c:pt idx="2376">
                  <c:v>6.0476000000000001</c:v>
                </c:pt>
                <c:pt idx="2377">
                  <c:v>5.9783140000000001</c:v>
                </c:pt>
                <c:pt idx="2378">
                  <c:v>5.7554759999999998</c:v>
                </c:pt>
                <c:pt idx="2379">
                  <c:v>5.6885380000000003</c:v>
                </c:pt>
                <c:pt idx="2380">
                  <c:v>5.7411830000000004</c:v>
                </c:pt>
                <c:pt idx="2381">
                  <c:v>5.7490480000000002</c:v>
                </c:pt>
                <c:pt idx="2382">
                  <c:v>5.7295069999999999</c:v>
                </c:pt>
                <c:pt idx="2383">
                  <c:v>5.745533</c:v>
                </c:pt>
                <c:pt idx="2384">
                  <c:v>5.7817629999999998</c:v>
                </c:pt>
                <c:pt idx="2385">
                  <c:v>5.8256589999999999</c:v>
                </c:pt>
                <c:pt idx="2386">
                  <c:v>5.828157</c:v>
                </c:pt>
                <c:pt idx="2387">
                  <c:v>5.7256539999999996</c:v>
                </c:pt>
                <c:pt idx="2388">
                  <c:v>5.6519300000000001</c:v>
                </c:pt>
                <c:pt idx="2389">
                  <c:v>5.869046</c:v>
                </c:pt>
                <c:pt idx="2390">
                  <c:v>6.0346979999999997</c:v>
                </c:pt>
                <c:pt idx="2391">
                  <c:v>6.0173199999999998</c:v>
                </c:pt>
                <c:pt idx="2392">
                  <c:v>5.9199989999999998</c:v>
                </c:pt>
                <c:pt idx="2393">
                  <c:v>5.7653109999999996</c:v>
                </c:pt>
                <c:pt idx="2394">
                  <c:v>5.6202629999999996</c:v>
                </c:pt>
                <c:pt idx="2395">
                  <c:v>5.4855270000000003</c:v>
                </c:pt>
                <c:pt idx="2396">
                  <c:v>5.5492400000000002</c:v>
                </c:pt>
                <c:pt idx="2397">
                  <c:v>5.9200049999999997</c:v>
                </c:pt>
                <c:pt idx="2398">
                  <c:v>6.0343390000000001</c:v>
                </c:pt>
                <c:pt idx="2399">
                  <c:v>5.877942</c:v>
                </c:pt>
                <c:pt idx="2400">
                  <c:v>5.7099659999999997</c:v>
                </c:pt>
                <c:pt idx="2401">
                  <c:v>5.5821319999999996</c:v>
                </c:pt>
                <c:pt idx="2402">
                  <c:v>5.5610580000000001</c:v>
                </c:pt>
                <c:pt idx="2403">
                  <c:v>5.6208340000000003</c:v>
                </c:pt>
                <c:pt idx="2404">
                  <c:v>5.6214199999999996</c:v>
                </c:pt>
                <c:pt idx="2405">
                  <c:v>5.603364</c:v>
                </c:pt>
                <c:pt idx="2406">
                  <c:v>5.6388470000000002</c:v>
                </c:pt>
                <c:pt idx="2407">
                  <c:v>5.711875</c:v>
                </c:pt>
                <c:pt idx="2408">
                  <c:v>5.8466659999999999</c:v>
                </c:pt>
                <c:pt idx="2409">
                  <c:v>5.9091490000000002</c:v>
                </c:pt>
                <c:pt idx="2410">
                  <c:v>5.7805169999999997</c:v>
                </c:pt>
                <c:pt idx="2411">
                  <c:v>5.6332550000000001</c:v>
                </c:pt>
                <c:pt idx="2412">
                  <c:v>5.6798840000000004</c:v>
                </c:pt>
                <c:pt idx="2413">
                  <c:v>5.7388130000000004</c:v>
                </c:pt>
                <c:pt idx="2414">
                  <c:v>5.7539300000000004</c:v>
                </c:pt>
                <c:pt idx="2415">
                  <c:v>5.7036100000000003</c:v>
                </c:pt>
                <c:pt idx="2416">
                  <c:v>5.5009670000000002</c:v>
                </c:pt>
                <c:pt idx="2417">
                  <c:v>5.5344230000000003</c:v>
                </c:pt>
                <c:pt idx="2418">
                  <c:v>5.85846</c:v>
                </c:pt>
                <c:pt idx="2419">
                  <c:v>5.9562210000000002</c:v>
                </c:pt>
                <c:pt idx="2420">
                  <c:v>5.7301950000000001</c:v>
                </c:pt>
                <c:pt idx="2421">
                  <c:v>5.6410280000000004</c:v>
                </c:pt>
                <c:pt idx="2422">
                  <c:v>5.7153689999999999</c:v>
                </c:pt>
                <c:pt idx="2423">
                  <c:v>5.7324900000000003</c:v>
                </c:pt>
                <c:pt idx="2424">
                  <c:v>5.7116449999999999</c:v>
                </c:pt>
                <c:pt idx="2425">
                  <c:v>5.7721299999999998</c:v>
                </c:pt>
                <c:pt idx="2426">
                  <c:v>5.87643</c:v>
                </c:pt>
                <c:pt idx="2427">
                  <c:v>5.817501</c:v>
                </c:pt>
                <c:pt idx="2428">
                  <c:v>5.7376550000000002</c:v>
                </c:pt>
                <c:pt idx="2429">
                  <c:v>5.8283310000000004</c:v>
                </c:pt>
                <c:pt idx="2430">
                  <c:v>5.9721310000000001</c:v>
                </c:pt>
                <c:pt idx="2431">
                  <c:v>6.0353950000000003</c:v>
                </c:pt>
                <c:pt idx="2432">
                  <c:v>5.9857779999999998</c:v>
                </c:pt>
                <c:pt idx="2433">
                  <c:v>5.7821340000000001</c:v>
                </c:pt>
                <c:pt idx="2434">
                  <c:v>5.615621</c:v>
                </c:pt>
                <c:pt idx="2435">
                  <c:v>5.6428330000000004</c:v>
                </c:pt>
                <c:pt idx="2436">
                  <c:v>5.7268999999999997</c:v>
                </c:pt>
                <c:pt idx="2437">
                  <c:v>5.8383440000000002</c:v>
                </c:pt>
                <c:pt idx="2438">
                  <c:v>5.8927719999999999</c:v>
                </c:pt>
                <c:pt idx="2439">
                  <c:v>5.8633519999999999</c:v>
                </c:pt>
                <c:pt idx="2440">
                  <c:v>5.7571839999999996</c:v>
                </c:pt>
                <c:pt idx="2441">
                  <c:v>5.5832050000000004</c:v>
                </c:pt>
                <c:pt idx="2442">
                  <c:v>5.6428909999999997</c:v>
                </c:pt>
                <c:pt idx="2443">
                  <c:v>5.8944749999999999</c:v>
                </c:pt>
                <c:pt idx="2444">
                  <c:v>5.9757990000000003</c:v>
                </c:pt>
                <c:pt idx="2445">
                  <c:v>5.8934350000000002</c:v>
                </c:pt>
                <c:pt idx="2446">
                  <c:v>5.8802580000000004</c:v>
                </c:pt>
                <c:pt idx="2447">
                  <c:v>5.8990299999999998</c:v>
                </c:pt>
                <c:pt idx="2448">
                  <c:v>5.9044030000000003</c:v>
                </c:pt>
                <c:pt idx="2449">
                  <c:v>5.8678369999999997</c:v>
                </c:pt>
                <c:pt idx="2450">
                  <c:v>5.6736319999999996</c:v>
                </c:pt>
                <c:pt idx="2451">
                  <c:v>5.4910480000000002</c:v>
                </c:pt>
                <c:pt idx="2452">
                  <c:v>5.4348799999999997</c:v>
                </c:pt>
                <c:pt idx="2453">
                  <c:v>5.4666810000000003</c:v>
                </c:pt>
                <c:pt idx="2454">
                  <c:v>5.6322760000000001</c:v>
                </c:pt>
                <c:pt idx="2455">
                  <c:v>5.7434560000000001</c:v>
                </c:pt>
                <c:pt idx="2456">
                  <c:v>5.7462249999999999</c:v>
                </c:pt>
                <c:pt idx="2457">
                  <c:v>5.6792040000000004</c:v>
                </c:pt>
                <c:pt idx="2458">
                  <c:v>5.5316530000000004</c:v>
                </c:pt>
                <c:pt idx="2459">
                  <c:v>5.508146</c:v>
                </c:pt>
                <c:pt idx="2460">
                  <c:v>5.630992</c:v>
                </c:pt>
                <c:pt idx="2461">
                  <c:v>5.7498019999999999</c:v>
                </c:pt>
                <c:pt idx="2462">
                  <c:v>5.8318890000000003</c:v>
                </c:pt>
                <c:pt idx="2463">
                  <c:v>5.7777279999999998</c:v>
                </c:pt>
                <c:pt idx="2464">
                  <c:v>5.6155229999999996</c:v>
                </c:pt>
                <c:pt idx="2465">
                  <c:v>5.7125529999999998</c:v>
                </c:pt>
                <c:pt idx="2466">
                  <c:v>5.9142270000000003</c:v>
                </c:pt>
                <c:pt idx="2467">
                  <c:v>5.9067489999999996</c:v>
                </c:pt>
                <c:pt idx="2468">
                  <c:v>5.7945390000000003</c:v>
                </c:pt>
                <c:pt idx="2469">
                  <c:v>5.8318859999999999</c:v>
                </c:pt>
                <c:pt idx="2470">
                  <c:v>5.863658</c:v>
                </c:pt>
                <c:pt idx="2471">
                  <c:v>5.7276009999999999</c:v>
                </c:pt>
                <c:pt idx="2472">
                  <c:v>5.6317969999999997</c:v>
                </c:pt>
                <c:pt idx="2473">
                  <c:v>5.9051830000000001</c:v>
                </c:pt>
                <c:pt idx="2474">
                  <c:v>6.0426669999999998</c:v>
                </c:pt>
                <c:pt idx="2475">
                  <c:v>5.8685850000000004</c:v>
                </c:pt>
                <c:pt idx="2476">
                  <c:v>5.6780799999999996</c:v>
                </c:pt>
                <c:pt idx="2477">
                  <c:v>5.5695430000000004</c:v>
                </c:pt>
                <c:pt idx="2478">
                  <c:v>5.5893040000000003</c:v>
                </c:pt>
                <c:pt idx="2479">
                  <c:v>5.7310619999999997</c:v>
                </c:pt>
                <c:pt idx="2480">
                  <c:v>5.7758269999999996</c:v>
                </c:pt>
                <c:pt idx="2481">
                  <c:v>5.7164409999999997</c:v>
                </c:pt>
                <c:pt idx="2482">
                  <c:v>5.728567</c:v>
                </c:pt>
                <c:pt idx="2483">
                  <c:v>5.8107100000000003</c:v>
                </c:pt>
                <c:pt idx="2484">
                  <c:v>5.8176119999999996</c:v>
                </c:pt>
                <c:pt idx="2485">
                  <c:v>5.8004249999999997</c:v>
                </c:pt>
                <c:pt idx="2486">
                  <c:v>5.8744399999999999</c:v>
                </c:pt>
                <c:pt idx="2487">
                  <c:v>5.9676869999999997</c:v>
                </c:pt>
                <c:pt idx="2488">
                  <c:v>5.8908050000000003</c:v>
                </c:pt>
                <c:pt idx="2489">
                  <c:v>5.7981249999999998</c:v>
                </c:pt>
                <c:pt idx="2490">
                  <c:v>5.8186429999999998</c:v>
                </c:pt>
                <c:pt idx="2491">
                  <c:v>5.8404610000000003</c:v>
                </c:pt>
                <c:pt idx="2492">
                  <c:v>5.6618969999999997</c:v>
                </c:pt>
                <c:pt idx="2493">
                  <c:v>5.6703210000000004</c:v>
                </c:pt>
                <c:pt idx="2494">
                  <c:v>5.9894420000000004</c:v>
                </c:pt>
                <c:pt idx="2495">
                  <c:v>6.1251569999999997</c:v>
                </c:pt>
                <c:pt idx="2496">
                  <c:v>5.8411379999999999</c:v>
                </c:pt>
                <c:pt idx="2497">
                  <c:v>5.7584609999999996</c:v>
                </c:pt>
                <c:pt idx="2498">
                  <c:v>5.936026</c:v>
                </c:pt>
                <c:pt idx="2499">
                  <c:v>5.9406509999999999</c:v>
                </c:pt>
                <c:pt idx="2500">
                  <c:v>5.7768629999999996</c:v>
                </c:pt>
                <c:pt idx="2501">
                  <c:v>5.7940880000000003</c:v>
                </c:pt>
                <c:pt idx="2502">
                  <c:v>5.9584339999999996</c:v>
                </c:pt>
                <c:pt idx="2503">
                  <c:v>5.9885070000000002</c:v>
                </c:pt>
                <c:pt idx="2504">
                  <c:v>5.912585</c:v>
                </c:pt>
                <c:pt idx="2505">
                  <c:v>5.7490790000000001</c:v>
                </c:pt>
                <c:pt idx="2506">
                  <c:v>5.6261089999999996</c:v>
                </c:pt>
                <c:pt idx="2507">
                  <c:v>5.8725719999999999</c:v>
                </c:pt>
                <c:pt idx="2508">
                  <c:v>6.0948200000000003</c:v>
                </c:pt>
                <c:pt idx="2509">
                  <c:v>6.0761070000000004</c:v>
                </c:pt>
                <c:pt idx="2510">
                  <c:v>5.9621659999999999</c:v>
                </c:pt>
                <c:pt idx="2511">
                  <c:v>5.7969540000000004</c:v>
                </c:pt>
                <c:pt idx="2512">
                  <c:v>5.7074340000000001</c:v>
                </c:pt>
                <c:pt idx="2513">
                  <c:v>5.706874</c:v>
                </c:pt>
                <c:pt idx="2514">
                  <c:v>5.7936019999999999</c:v>
                </c:pt>
                <c:pt idx="2515">
                  <c:v>5.9826480000000002</c:v>
                </c:pt>
                <c:pt idx="2516">
                  <c:v>6.0017579999999997</c:v>
                </c:pt>
                <c:pt idx="2517">
                  <c:v>5.8592000000000004</c:v>
                </c:pt>
                <c:pt idx="2518">
                  <c:v>5.7201449999999996</c:v>
                </c:pt>
                <c:pt idx="2519">
                  <c:v>5.6438899999999999</c:v>
                </c:pt>
                <c:pt idx="2520">
                  <c:v>5.7788659999999998</c:v>
                </c:pt>
                <c:pt idx="2521">
                  <c:v>6.0234170000000002</c:v>
                </c:pt>
                <c:pt idx="2522">
                  <c:v>5.9484909999999998</c:v>
                </c:pt>
                <c:pt idx="2523">
                  <c:v>5.8339059999999998</c:v>
                </c:pt>
                <c:pt idx="2524">
                  <c:v>6.011603</c:v>
                </c:pt>
                <c:pt idx="2525">
                  <c:v>6.2092070000000001</c:v>
                </c:pt>
                <c:pt idx="2526">
                  <c:v>5.968585</c:v>
                </c:pt>
                <c:pt idx="2527">
                  <c:v>5.7941209999999996</c:v>
                </c:pt>
                <c:pt idx="2528">
                  <c:v>5.8723609999999997</c:v>
                </c:pt>
                <c:pt idx="2529">
                  <c:v>5.9779080000000002</c:v>
                </c:pt>
                <c:pt idx="2530">
                  <c:v>5.9868490000000003</c:v>
                </c:pt>
                <c:pt idx="2531">
                  <c:v>5.9061849999999998</c:v>
                </c:pt>
                <c:pt idx="2532">
                  <c:v>5.7577309999999997</c:v>
                </c:pt>
                <c:pt idx="2533">
                  <c:v>5.8934730000000002</c:v>
                </c:pt>
                <c:pt idx="2534">
                  <c:v>6.3685929999999997</c:v>
                </c:pt>
                <c:pt idx="2535">
                  <c:v>6.4436619999999998</c:v>
                </c:pt>
                <c:pt idx="2536">
                  <c:v>6.218623</c:v>
                </c:pt>
                <c:pt idx="2537">
                  <c:v>6.1525749999999997</c:v>
                </c:pt>
                <c:pt idx="2538">
                  <c:v>6.2274330000000004</c:v>
                </c:pt>
                <c:pt idx="2539">
                  <c:v>6.3281219999999996</c:v>
                </c:pt>
                <c:pt idx="2540">
                  <c:v>6.4211929999999997</c:v>
                </c:pt>
                <c:pt idx="2541">
                  <c:v>6.3873740000000003</c:v>
                </c:pt>
                <c:pt idx="2542">
                  <c:v>6.414809</c:v>
                </c:pt>
                <c:pt idx="2543">
                  <c:v>6.6436929999999998</c:v>
                </c:pt>
                <c:pt idx="2544">
                  <c:v>6.8183309999999997</c:v>
                </c:pt>
                <c:pt idx="2545">
                  <c:v>6.5689380000000002</c:v>
                </c:pt>
                <c:pt idx="2546">
                  <c:v>6.4942270000000004</c:v>
                </c:pt>
                <c:pt idx="2547">
                  <c:v>6.6829679999999998</c:v>
                </c:pt>
                <c:pt idx="2548">
                  <c:v>6.9179690000000003</c:v>
                </c:pt>
                <c:pt idx="2549">
                  <c:v>7.1540239999999997</c:v>
                </c:pt>
                <c:pt idx="2550">
                  <c:v>7.122592</c:v>
                </c:pt>
                <c:pt idx="2551">
                  <c:v>6.8938300000000003</c:v>
                </c:pt>
                <c:pt idx="2552">
                  <c:v>6.8192779999999997</c:v>
                </c:pt>
                <c:pt idx="2553">
                  <c:v>6.9129759999999996</c:v>
                </c:pt>
                <c:pt idx="2554">
                  <c:v>7.073296</c:v>
                </c:pt>
                <c:pt idx="2555">
                  <c:v>7.1832849999999997</c:v>
                </c:pt>
                <c:pt idx="2556">
                  <c:v>6.8848050000000001</c:v>
                </c:pt>
                <c:pt idx="2557">
                  <c:v>6.4947970000000002</c:v>
                </c:pt>
                <c:pt idx="2558">
                  <c:v>6.300503</c:v>
                </c:pt>
                <c:pt idx="2559">
                  <c:v>6.2386290000000004</c:v>
                </c:pt>
                <c:pt idx="2560">
                  <c:v>6.3363209999999999</c:v>
                </c:pt>
                <c:pt idx="2561">
                  <c:v>6.3986539999999996</c:v>
                </c:pt>
                <c:pt idx="2562">
                  <c:v>6.3744399999999999</c:v>
                </c:pt>
                <c:pt idx="2563">
                  <c:v>6.3103400000000001</c:v>
                </c:pt>
                <c:pt idx="2564">
                  <c:v>6.1769730000000003</c:v>
                </c:pt>
                <c:pt idx="2565">
                  <c:v>6.178572</c:v>
                </c:pt>
                <c:pt idx="2566">
                  <c:v>6.2904640000000001</c:v>
                </c:pt>
                <c:pt idx="2567">
                  <c:v>6.3214100000000002</c:v>
                </c:pt>
                <c:pt idx="2568">
                  <c:v>6.2514909999999997</c:v>
                </c:pt>
                <c:pt idx="2569">
                  <c:v>6.2730490000000003</c:v>
                </c:pt>
                <c:pt idx="2570">
                  <c:v>6.3456669999999997</c:v>
                </c:pt>
                <c:pt idx="2571">
                  <c:v>6.4004589999999997</c:v>
                </c:pt>
                <c:pt idx="2572">
                  <c:v>6.4162189999999999</c:v>
                </c:pt>
                <c:pt idx="2573">
                  <c:v>6.3751309999999997</c:v>
                </c:pt>
                <c:pt idx="2574">
                  <c:v>6.2765779999999998</c:v>
                </c:pt>
                <c:pt idx="2575">
                  <c:v>6.0281969999999996</c:v>
                </c:pt>
                <c:pt idx="2576">
                  <c:v>5.8974019999999996</c:v>
                </c:pt>
                <c:pt idx="2577">
                  <c:v>6.0185870000000001</c:v>
                </c:pt>
                <c:pt idx="2578">
                  <c:v>6.077801</c:v>
                </c:pt>
                <c:pt idx="2579">
                  <c:v>5.8592219999999999</c:v>
                </c:pt>
                <c:pt idx="2580">
                  <c:v>5.7646550000000003</c:v>
                </c:pt>
                <c:pt idx="2581">
                  <c:v>5.8280130000000003</c:v>
                </c:pt>
                <c:pt idx="2582">
                  <c:v>6.032489</c:v>
                </c:pt>
                <c:pt idx="2583">
                  <c:v>6.3709490000000004</c:v>
                </c:pt>
                <c:pt idx="2584">
                  <c:v>6.256354</c:v>
                </c:pt>
                <c:pt idx="2585">
                  <c:v>5.9156529999999998</c:v>
                </c:pt>
                <c:pt idx="2586">
                  <c:v>5.8980509999999997</c:v>
                </c:pt>
                <c:pt idx="2587">
                  <c:v>6.0485230000000003</c:v>
                </c:pt>
                <c:pt idx="2588">
                  <c:v>6.1160319999999997</c:v>
                </c:pt>
                <c:pt idx="2589">
                  <c:v>6.1339100000000002</c:v>
                </c:pt>
                <c:pt idx="2590">
                  <c:v>6.107621</c:v>
                </c:pt>
                <c:pt idx="2591">
                  <c:v>6.1094439999999999</c:v>
                </c:pt>
                <c:pt idx="2592">
                  <c:v>6.1978859999999996</c:v>
                </c:pt>
                <c:pt idx="2593">
                  <c:v>6.2855590000000001</c:v>
                </c:pt>
                <c:pt idx="2594">
                  <c:v>6.3677890000000001</c:v>
                </c:pt>
                <c:pt idx="2595">
                  <c:v>6.2373209999999997</c:v>
                </c:pt>
                <c:pt idx="2596">
                  <c:v>5.8663090000000002</c:v>
                </c:pt>
                <c:pt idx="2597">
                  <c:v>5.8218360000000002</c:v>
                </c:pt>
                <c:pt idx="2598">
                  <c:v>6.1564519999999998</c:v>
                </c:pt>
                <c:pt idx="2599">
                  <c:v>6.3100040000000002</c:v>
                </c:pt>
                <c:pt idx="2600">
                  <c:v>6.2927869999999997</c:v>
                </c:pt>
                <c:pt idx="2601">
                  <c:v>6.1503670000000001</c:v>
                </c:pt>
                <c:pt idx="2602">
                  <c:v>5.9977450000000001</c:v>
                </c:pt>
                <c:pt idx="2603">
                  <c:v>6.1169169999999999</c:v>
                </c:pt>
                <c:pt idx="2604">
                  <c:v>6.2886649999999999</c:v>
                </c:pt>
                <c:pt idx="2605">
                  <c:v>6.3576889999999997</c:v>
                </c:pt>
                <c:pt idx="2606">
                  <c:v>6.3353419999999998</c:v>
                </c:pt>
                <c:pt idx="2607">
                  <c:v>6.0944000000000003</c:v>
                </c:pt>
                <c:pt idx="2608">
                  <c:v>6.0400299999999998</c:v>
                </c:pt>
                <c:pt idx="2609">
                  <c:v>6.2434609999999999</c:v>
                </c:pt>
                <c:pt idx="2610">
                  <c:v>6.448531</c:v>
                </c:pt>
                <c:pt idx="2611">
                  <c:v>6.5782720000000001</c:v>
                </c:pt>
                <c:pt idx="2612">
                  <c:v>6.5437079999999996</c:v>
                </c:pt>
                <c:pt idx="2613">
                  <c:v>6.3878709999999996</c:v>
                </c:pt>
                <c:pt idx="2614">
                  <c:v>6.3491850000000003</c:v>
                </c:pt>
                <c:pt idx="2615">
                  <c:v>6.3623349999999999</c:v>
                </c:pt>
                <c:pt idx="2616">
                  <c:v>6.2249400000000001</c:v>
                </c:pt>
                <c:pt idx="2617">
                  <c:v>6.010694</c:v>
                </c:pt>
                <c:pt idx="2618">
                  <c:v>5.8922639999999999</c:v>
                </c:pt>
                <c:pt idx="2619">
                  <c:v>5.876474</c:v>
                </c:pt>
                <c:pt idx="2620">
                  <c:v>5.9411009999999997</c:v>
                </c:pt>
                <c:pt idx="2621">
                  <c:v>6.0453780000000004</c:v>
                </c:pt>
                <c:pt idx="2622">
                  <c:v>6.1717969999999998</c:v>
                </c:pt>
                <c:pt idx="2623">
                  <c:v>6.3322450000000003</c:v>
                </c:pt>
                <c:pt idx="2624">
                  <c:v>6.527031</c:v>
                </c:pt>
                <c:pt idx="2625">
                  <c:v>6.5729040000000003</c:v>
                </c:pt>
                <c:pt idx="2626">
                  <c:v>6.3776080000000004</c:v>
                </c:pt>
                <c:pt idx="2627">
                  <c:v>6.2307620000000004</c:v>
                </c:pt>
                <c:pt idx="2628">
                  <c:v>6.1387869999999998</c:v>
                </c:pt>
                <c:pt idx="2629">
                  <c:v>6.1189799999999996</c:v>
                </c:pt>
                <c:pt idx="2630">
                  <c:v>6.1751480000000001</c:v>
                </c:pt>
                <c:pt idx="2631">
                  <c:v>6.2997120000000004</c:v>
                </c:pt>
                <c:pt idx="2632">
                  <c:v>6.4328649999999996</c:v>
                </c:pt>
                <c:pt idx="2633">
                  <c:v>6.4350250000000004</c:v>
                </c:pt>
                <c:pt idx="2634">
                  <c:v>6.4267649999999996</c:v>
                </c:pt>
                <c:pt idx="2635">
                  <c:v>6.4661689999999998</c:v>
                </c:pt>
                <c:pt idx="2636">
                  <c:v>6.4758990000000001</c:v>
                </c:pt>
                <c:pt idx="2637">
                  <c:v>6.3958539999999999</c:v>
                </c:pt>
                <c:pt idx="2638">
                  <c:v>6.3770319999999998</c:v>
                </c:pt>
                <c:pt idx="2639">
                  <c:v>6.4009580000000001</c:v>
                </c:pt>
                <c:pt idx="2640">
                  <c:v>6.4078749999999998</c:v>
                </c:pt>
                <c:pt idx="2641">
                  <c:v>6.3741310000000002</c:v>
                </c:pt>
                <c:pt idx="2642">
                  <c:v>6.3458310000000004</c:v>
                </c:pt>
                <c:pt idx="2643">
                  <c:v>6.3083729999999996</c:v>
                </c:pt>
                <c:pt idx="2644">
                  <c:v>6.2112610000000004</c:v>
                </c:pt>
                <c:pt idx="2645">
                  <c:v>6.1576959999999996</c:v>
                </c:pt>
                <c:pt idx="2646">
                  <c:v>6.3038100000000004</c:v>
                </c:pt>
                <c:pt idx="2647">
                  <c:v>6.4134869999999999</c:v>
                </c:pt>
                <c:pt idx="2648">
                  <c:v>6.3162079999999996</c:v>
                </c:pt>
                <c:pt idx="2649">
                  <c:v>6.2558389999999999</c:v>
                </c:pt>
                <c:pt idx="2650">
                  <c:v>6.2917949999999996</c:v>
                </c:pt>
                <c:pt idx="2651">
                  <c:v>6.3648129999999998</c:v>
                </c:pt>
                <c:pt idx="2652">
                  <c:v>6.5190289999999997</c:v>
                </c:pt>
                <c:pt idx="2653">
                  <c:v>6.5700430000000001</c:v>
                </c:pt>
                <c:pt idx="2654">
                  <c:v>6.4950559999999999</c:v>
                </c:pt>
                <c:pt idx="2655">
                  <c:v>6.43546</c:v>
                </c:pt>
                <c:pt idx="2656">
                  <c:v>6.4088130000000003</c:v>
                </c:pt>
                <c:pt idx="2657">
                  <c:v>6.5381400000000003</c:v>
                </c:pt>
                <c:pt idx="2658">
                  <c:v>6.7150509999999999</c:v>
                </c:pt>
                <c:pt idx="2659">
                  <c:v>6.6467470000000004</c:v>
                </c:pt>
                <c:pt idx="2660">
                  <c:v>6.440442</c:v>
                </c:pt>
                <c:pt idx="2661">
                  <c:v>6.324033</c:v>
                </c:pt>
                <c:pt idx="2662">
                  <c:v>6.356306</c:v>
                </c:pt>
                <c:pt idx="2663">
                  <c:v>6.5286039999999996</c:v>
                </c:pt>
                <c:pt idx="2664">
                  <c:v>6.6022210000000001</c:v>
                </c:pt>
                <c:pt idx="2665">
                  <c:v>6.4961310000000001</c:v>
                </c:pt>
                <c:pt idx="2666">
                  <c:v>6.3917999999999999</c:v>
                </c:pt>
                <c:pt idx="2667">
                  <c:v>6.3179160000000003</c:v>
                </c:pt>
                <c:pt idx="2668">
                  <c:v>6.3136200000000002</c:v>
                </c:pt>
                <c:pt idx="2669">
                  <c:v>6.3486690000000001</c:v>
                </c:pt>
                <c:pt idx="2670">
                  <c:v>6.384925</c:v>
                </c:pt>
                <c:pt idx="2671">
                  <c:v>6.4511799999999999</c:v>
                </c:pt>
                <c:pt idx="2672">
                  <c:v>6.5264340000000001</c:v>
                </c:pt>
                <c:pt idx="2673">
                  <c:v>6.5080650000000002</c:v>
                </c:pt>
                <c:pt idx="2674">
                  <c:v>6.4114170000000001</c:v>
                </c:pt>
                <c:pt idx="2675">
                  <c:v>6.3513549999999999</c:v>
                </c:pt>
                <c:pt idx="2676">
                  <c:v>6.3012269999999999</c:v>
                </c:pt>
                <c:pt idx="2677">
                  <c:v>6.3530889999999998</c:v>
                </c:pt>
                <c:pt idx="2678">
                  <c:v>6.5461320000000001</c:v>
                </c:pt>
                <c:pt idx="2679">
                  <c:v>6.6005700000000003</c:v>
                </c:pt>
                <c:pt idx="2680">
                  <c:v>6.2963579999999997</c:v>
                </c:pt>
                <c:pt idx="2681">
                  <c:v>6.3028370000000002</c:v>
                </c:pt>
                <c:pt idx="2682">
                  <c:v>6.5575159999999997</c:v>
                </c:pt>
                <c:pt idx="2683">
                  <c:v>6.5804289999999996</c:v>
                </c:pt>
                <c:pt idx="2684">
                  <c:v>6.4111409999999998</c:v>
                </c:pt>
                <c:pt idx="2685">
                  <c:v>6.4918529999999999</c:v>
                </c:pt>
                <c:pt idx="2686">
                  <c:v>6.6712360000000004</c:v>
                </c:pt>
                <c:pt idx="2687">
                  <c:v>6.5862270000000001</c:v>
                </c:pt>
                <c:pt idx="2688">
                  <c:v>6.4223189999999999</c:v>
                </c:pt>
                <c:pt idx="2689">
                  <c:v>6.3512579999999996</c:v>
                </c:pt>
                <c:pt idx="2690">
                  <c:v>6.3933070000000001</c:v>
                </c:pt>
                <c:pt idx="2691">
                  <c:v>6.7078249999999997</c:v>
                </c:pt>
                <c:pt idx="2692">
                  <c:v>6.8460700000000001</c:v>
                </c:pt>
                <c:pt idx="2693">
                  <c:v>6.6868660000000002</c:v>
                </c:pt>
                <c:pt idx="2694">
                  <c:v>6.5524319999999996</c:v>
                </c:pt>
                <c:pt idx="2695">
                  <c:v>6.5702309999999997</c:v>
                </c:pt>
                <c:pt idx="2696">
                  <c:v>6.7827120000000001</c:v>
                </c:pt>
                <c:pt idx="2697">
                  <c:v>7.0261589999999998</c:v>
                </c:pt>
                <c:pt idx="2698">
                  <c:v>6.8659869999999996</c:v>
                </c:pt>
                <c:pt idx="2699">
                  <c:v>6.5795300000000001</c:v>
                </c:pt>
                <c:pt idx="2700">
                  <c:v>6.6041340000000002</c:v>
                </c:pt>
                <c:pt idx="2701">
                  <c:v>6.7107570000000001</c:v>
                </c:pt>
                <c:pt idx="2702">
                  <c:v>6.6894780000000003</c:v>
                </c:pt>
                <c:pt idx="2703">
                  <c:v>6.6545319999999997</c:v>
                </c:pt>
                <c:pt idx="2704">
                  <c:v>6.7369329999999996</c:v>
                </c:pt>
                <c:pt idx="2705">
                  <c:v>6.8009389999999996</c:v>
                </c:pt>
                <c:pt idx="2706">
                  <c:v>6.7705039999999999</c:v>
                </c:pt>
                <c:pt idx="2707">
                  <c:v>6.775385</c:v>
                </c:pt>
                <c:pt idx="2708">
                  <c:v>6.8002039999999999</c:v>
                </c:pt>
                <c:pt idx="2709">
                  <c:v>6.9068050000000003</c:v>
                </c:pt>
                <c:pt idx="2710">
                  <c:v>7.0796320000000001</c:v>
                </c:pt>
                <c:pt idx="2711">
                  <c:v>6.8951779999999996</c:v>
                </c:pt>
                <c:pt idx="2712">
                  <c:v>6.6109669999999996</c:v>
                </c:pt>
                <c:pt idx="2713">
                  <c:v>6.7380190000000004</c:v>
                </c:pt>
                <c:pt idx="2714">
                  <c:v>7.0313850000000002</c:v>
                </c:pt>
                <c:pt idx="2715">
                  <c:v>7.0423920000000004</c:v>
                </c:pt>
                <c:pt idx="2716">
                  <c:v>6.9894499999999997</c:v>
                </c:pt>
                <c:pt idx="2717">
                  <c:v>6.888801</c:v>
                </c:pt>
                <c:pt idx="2718">
                  <c:v>6.8043399999999998</c:v>
                </c:pt>
                <c:pt idx="2719">
                  <c:v>6.881424</c:v>
                </c:pt>
                <c:pt idx="2720">
                  <c:v>6.9533379999999996</c:v>
                </c:pt>
                <c:pt idx="2721">
                  <c:v>6.9408339999999997</c:v>
                </c:pt>
                <c:pt idx="2722">
                  <c:v>6.8435819999999996</c:v>
                </c:pt>
                <c:pt idx="2723">
                  <c:v>6.8673760000000001</c:v>
                </c:pt>
                <c:pt idx="2724">
                  <c:v>7.0143190000000004</c:v>
                </c:pt>
                <c:pt idx="2725">
                  <c:v>7.0549470000000003</c:v>
                </c:pt>
                <c:pt idx="2726">
                  <c:v>7.1441439999999998</c:v>
                </c:pt>
                <c:pt idx="2727">
                  <c:v>7.1902759999999999</c:v>
                </c:pt>
                <c:pt idx="2728">
                  <c:v>7.0632270000000004</c:v>
                </c:pt>
                <c:pt idx="2729">
                  <c:v>7.012785</c:v>
                </c:pt>
                <c:pt idx="2730">
                  <c:v>7.2778939999999999</c:v>
                </c:pt>
                <c:pt idx="2731">
                  <c:v>7.3260769999999997</c:v>
                </c:pt>
                <c:pt idx="2732">
                  <c:v>7.1920140000000004</c:v>
                </c:pt>
                <c:pt idx="2733">
                  <c:v>7.0968749999999998</c:v>
                </c:pt>
                <c:pt idx="2734">
                  <c:v>7.0374040000000004</c:v>
                </c:pt>
                <c:pt idx="2735">
                  <c:v>6.9572120000000002</c:v>
                </c:pt>
                <c:pt idx="2736">
                  <c:v>6.9127429999999999</c:v>
                </c:pt>
                <c:pt idx="2737">
                  <c:v>7.0340509999999998</c:v>
                </c:pt>
                <c:pt idx="2738">
                  <c:v>7.1649079999999996</c:v>
                </c:pt>
                <c:pt idx="2739">
                  <c:v>7.2309830000000002</c:v>
                </c:pt>
                <c:pt idx="2740">
                  <c:v>7.2509360000000003</c:v>
                </c:pt>
                <c:pt idx="2741">
                  <c:v>7.2069409999999996</c:v>
                </c:pt>
                <c:pt idx="2742">
                  <c:v>7.2169999999999996</c:v>
                </c:pt>
                <c:pt idx="2743">
                  <c:v>7.3169199999999996</c:v>
                </c:pt>
                <c:pt idx="2744">
                  <c:v>7.48393</c:v>
                </c:pt>
                <c:pt idx="2745">
                  <c:v>7.7197480000000001</c:v>
                </c:pt>
                <c:pt idx="2746">
                  <c:v>7.710242</c:v>
                </c:pt>
                <c:pt idx="2747">
                  <c:v>7.4982430000000004</c:v>
                </c:pt>
                <c:pt idx="2748">
                  <c:v>7.5056620000000001</c:v>
                </c:pt>
                <c:pt idx="2749">
                  <c:v>7.6650590000000003</c:v>
                </c:pt>
                <c:pt idx="2750">
                  <c:v>7.8182689999999999</c:v>
                </c:pt>
                <c:pt idx="2751">
                  <c:v>7.9649140000000003</c:v>
                </c:pt>
                <c:pt idx="2752">
                  <c:v>7.9584229999999998</c:v>
                </c:pt>
                <c:pt idx="2753">
                  <c:v>7.9230850000000004</c:v>
                </c:pt>
                <c:pt idx="2754">
                  <c:v>8.0532400000000006</c:v>
                </c:pt>
                <c:pt idx="2755">
                  <c:v>8.1373309999999996</c:v>
                </c:pt>
                <c:pt idx="2756">
                  <c:v>8.1374119999999994</c:v>
                </c:pt>
                <c:pt idx="2757">
                  <c:v>8.2810439999999996</c:v>
                </c:pt>
                <c:pt idx="2758">
                  <c:v>8.5653679999999994</c:v>
                </c:pt>
                <c:pt idx="2759">
                  <c:v>8.6756829999999994</c:v>
                </c:pt>
                <c:pt idx="2760">
                  <c:v>8.6493359999999999</c:v>
                </c:pt>
                <c:pt idx="2761">
                  <c:v>8.5968929999999997</c:v>
                </c:pt>
                <c:pt idx="2762">
                  <c:v>8.6662940000000006</c:v>
                </c:pt>
                <c:pt idx="2763">
                  <c:v>8.8465679999999995</c:v>
                </c:pt>
                <c:pt idx="2764">
                  <c:v>9.0199960000000008</c:v>
                </c:pt>
                <c:pt idx="2765">
                  <c:v>9.2468529999999998</c:v>
                </c:pt>
                <c:pt idx="2766">
                  <c:v>9.3788839999999993</c:v>
                </c:pt>
                <c:pt idx="2767">
                  <c:v>9.4546770000000002</c:v>
                </c:pt>
                <c:pt idx="2768">
                  <c:v>9.6238770000000002</c:v>
                </c:pt>
                <c:pt idx="2769">
                  <c:v>9.7978550000000002</c:v>
                </c:pt>
                <c:pt idx="2770">
                  <c:v>10.047079999999999</c:v>
                </c:pt>
                <c:pt idx="2771">
                  <c:v>10.33723</c:v>
                </c:pt>
                <c:pt idx="2772">
                  <c:v>10.4533</c:v>
                </c:pt>
                <c:pt idx="2773">
                  <c:v>10.54805</c:v>
                </c:pt>
                <c:pt idx="2774">
                  <c:v>10.691420000000001</c:v>
                </c:pt>
                <c:pt idx="2775">
                  <c:v>10.779199999999999</c:v>
                </c:pt>
                <c:pt idx="2776">
                  <c:v>10.93305</c:v>
                </c:pt>
                <c:pt idx="2777">
                  <c:v>11.11342</c:v>
                </c:pt>
                <c:pt idx="2778">
                  <c:v>11.21077</c:v>
                </c:pt>
                <c:pt idx="2779">
                  <c:v>11.20407</c:v>
                </c:pt>
                <c:pt idx="2780">
                  <c:v>11.23793</c:v>
                </c:pt>
                <c:pt idx="2781">
                  <c:v>11.342739999999999</c:v>
                </c:pt>
                <c:pt idx="2782">
                  <c:v>11.445779999999999</c:v>
                </c:pt>
                <c:pt idx="2783">
                  <c:v>11.552099999999999</c:v>
                </c:pt>
                <c:pt idx="2784">
                  <c:v>11.7112</c:v>
                </c:pt>
                <c:pt idx="2785">
                  <c:v>11.911210000000001</c:v>
                </c:pt>
                <c:pt idx="2786">
                  <c:v>11.98324</c:v>
                </c:pt>
                <c:pt idx="2787">
                  <c:v>11.85666</c:v>
                </c:pt>
                <c:pt idx="2788">
                  <c:v>11.830780000000001</c:v>
                </c:pt>
                <c:pt idx="2789">
                  <c:v>11.933439999999999</c:v>
                </c:pt>
                <c:pt idx="2790">
                  <c:v>11.9193</c:v>
                </c:pt>
                <c:pt idx="2791">
                  <c:v>11.81207</c:v>
                </c:pt>
                <c:pt idx="2792">
                  <c:v>11.690569999999999</c:v>
                </c:pt>
                <c:pt idx="2793">
                  <c:v>11.562670000000001</c:v>
                </c:pt>
                <c:pt idx="2794">
                  <c:v>11.512840000000001</c:v>
                </c:pt>
                <c:pt idx="2795">
                  <c:v>11.504770000000001</c:v>
                </c:pt>
                <c:pt idx="2796">
                  <c:v>11.471909999999999</c:v>
                </c:pt>
                <c:pt idx="2797">
                  <c:v>11.50292</c:v>
                </c:pt>
                <c:pt idx="2798">
                  <c:v>11.64865</c:v>
                </c:pt>
                <c:pt idx="2799">
                  <c:v>11.81244</c:v>
                </c:pt>
                <c:pt idx="2800">
                  <c:v>11.99122</c:v>
                </c:pt>
                <c:pt idx="2801">
                  <c:v>11.9665</c:v>
                </c:pt>
                <c:pt idx="2802">
                  <c:v>11.70966</c:v>
                </c:pt>
                <c:pt idx="2803">
                  <c:v>11.54777</c:v>
                </c:pt>
                <c:pt idx="2804">
                  <c:v>11.55416</c:v>
                </c:pt>
                <c:pt idx="2805">
                  <c:v>11.5059</c:v>
                </c:pt>
                <c:pt idx="2806">
                  <c:v>11.44361</c:v>
                </c:pt>
                <c:pt idx="2807">
                  <c:v>11.38125</c:v>
                </c:pt>
                <c:pt idx="2808">
                  <c:v>11.28088</c:v>
                </c:pt>
                <c:pt idx="2809">
                  <c:v>11.47415</c:v>
                </c:pt>
                <c:pt idx="2810">
                  <c:v>11.70275</c:v>
                </c:pt>
                <c:pt idx="2811">
                  <c:v>11.5565</c:v>
                </c:pt>
                <c:pt idx="2812">
                  <c:v>11.28506</c:v>
                </c:pt>
                <c:pt idx="2813">
                  <c:v>11.11819</c:v>
                </c:pt>
                <c:pt idx="2814">
                  <c:v>11.05969</c:v>
                </c:pt>
                <c:pt idx="2815">
                  <c:v>11.15344</c:v>
                </c:pt>
                <c:pt idx="2816">
                  <c:v>11.31744</c:v>
                </c:pt>
                <c:pt idx="2817">
                  <c:v>11.361179999999999</c:v>
                </c:pt>
                <c:pt idx="2818">
                  <c:v>11.323729999999999</c:v>
                </c:pt>
                <c:pt idx="2819">
                  <c:v>11.180540000000001</c:v>
                </c:pt>
                <c:pt idx="2820">
                  <c:v>11.01469</c:v>
                </c:pt>
                <c:pt idx="2821">
                  <c:v>11.138479999999999</c:v>
                </c:pt>
                <c:pt idx="2822">
                  <c:v>11.116339999999999</c:v>
                </c:pt>
                <c:pt idx="2823">
                  <c:v>10.943630000000001</c:v>
                </c:pt>
                <c:pt idx="2824">
                  <c:v>10.867000000000001</c:v>
                </c:pt>
                <c:pt idx="2825">
                  <c:v>10.780939999999999</c:v>
                </c:pt>
                <c:pt idx="2826">
                  <c:v>10.715680000000001</c:v>
                </c:pt>
                <c:pt idx="2827">
                  <c:v>10.80837</c:v>
                </c:pt>
                <c:pt idx="2828">
                  <c:v>10.96993</c:v>
                </c:pt>
                <c:pt idx="2829">
                  <c:v>11.04693</c:v>
                </c:pt>
                <c:pt idx="2830">
                  <c:v>10.898759999999999</c:v>
                </c:pt>
                <c:pt idx="2831">
                  <c:v>10.702360000000001</c:v>
                </c:pt>
                <c:pt idx="2832">
                  <c:v>10.6349</c:v>
                </c:pt>
                <c:pt idx="2833">
                  <c:v>10.68094</c:v>
                </c:pt>
                <c:pt idx="2834">
                  <c:v>10.80589</c:v>
                </c:pt>
                <c:pt idx="2835">
                  <c:v>10.84549</c:v>
                </c:pt>
                <c:pt idx="2836">
                  <c:v>10.836650000000001</c:v>
                </c:pt>
                <c:pt idx="2837">
                  <c:v>10.72425</c:v>
                </c:pt>
                <c:pt idx="2838">
                  <c:v>10.33366</c:v>
                </c:pt>
                <c:pt idx="2839">
                  <c:v>10.08963</c:v>
                </c:pt>
                <c:pt idx="2840">
                  <c:v>10.00386</c:v>
                </c:pt>
                <c:pt idx="2841">
                  <c:v>10.005240000000001</c:v>
                </c:pt>
                <c:pt idx="2842">
                  <c:v>10.08109</c:v>
                </c:pt>
                <c:pt idx="2843">
                  <c:v>10.207549999999999</c:v>
                </c:pt>
                <c:pt idx="2844">
                  <c:v>10.327629999999999</c:v>
                </c:pt>
                <c:pt idx="2845">
                  <c:v>10.321249999999999</c:v>
                </c:pt>
                <c:pt idx="2846">
                  <c:v>10.24569</c:v>
                </c:pt>
                <c:pt idx="2847">
                  <c:v>10.11098</c:v>
                </c:pt>
                <c:pt idx="2848">
                  <c:v>9.9764590000000002</c:v>
                </c:pt>
                <c:pt idx="2849">
                  <c:v>9.9734649999999991</c:v>
                </c:pt>
                <c:pt idx="2850">
                  <c:v>10.00656</c:v>
                </c:pt>
                <c:pt idx="2851">
                  <c:v>9.9147590000000001</c:v>
                </c:pt>
                <c:pt idx="2852">
                  <c:v>9.9061339999999998</c:v>
                </c:pt>
                <c:pt idx="2853">
                  <c:v>10.049609999999999</c:v>
                </c:pt>
                <c:pt idx="2854">
                  <c:v>10.12397</c:v>
                </c:pt>
                <c:pt idx="2855">
                  <c:v>9.8788979999999995</c:v>
                </c:pt>
                <c:pt idx="2856">
                  <c:v>9.8219360000000009</c:v>
                </c:pt>
                <c:pt idx="2857">
                  <c:v>9.936185</c:v>
                </c:pt>
                <c:pt idx="2858">
                  <c:v>9.9481850000000005</c:v>
                </c:pt>
                <c:pt idx="2859">
                  <c:v>9.8300160000000005</c:v>
                </c:pt>
                <c:pt idx="2860">
                  <c:v>9.8097960000000004</c:v>
                </c:pt>
                <c:pt idx="2861">
                  <c:v>9.8224920000000004</c:v>
                </c:pt>
                <c:pt idx="2862">
                  <c:v>9.7353450000000006</c:v>
                </c:pt>
                <c:pt idx="2863">
                  <c:v>9.6846019999999999</c:v>
                </c:pt>
                <c:pt idx="2864">
                  <c:v>9.8428909999999998</c:v>
                </c:pt>
                <c:pt idx="2865">
                  <c:v>9.9195829999999994</c:v>
                </c:pt>
                <c:pt idx="2866">
                  <c:v>9.7184570000000008</c:v>
                </c:pt>
                <c:pt idx="2867">
                  <c:v>9.4280200000000001</c:v>
                </c:pt>
                <c:pt idx="2868">
                  <c:v>9.0833329999999997</c:v>
                </c:pt>
                <c:pt idx="2869">
                  <c:v>8.9650920000000003</c:v>
                </c:pt>
                <c:pt idx="2870">
                  <c:v>9.1148769999999999</c:v>
                </c:pt>
                <c:pt idx="2871">
                  <c:v>9.1790839999999996</c:v>
                </c:pt>
                <c:pt idx="2872">
                  <c:v>8.9712069999999997</c:v>
                </c:pt>
                <c:pt idx="2873">
                  <c:v>8.9857200000000006</c:v>
                </c:pt>
                <c:pt idx="2874">
                  <c:v>9.1525169999999996</c:v>
                </c:pt>
                <c:pt idx="2875">
                  <c:v>9.1327789999999993</c:v>
                </c:pt>
                <c:pt idx="2876">
                  <c:v>8.9784970000000008</c:v>
                </c:pt>
                <c:pt idx="2877">
                  <c:v>8.9884310000000003</c:v>
                </c:pt>
                <c:pt idx="2878">
                  <c:v>8.9914959999999997</c:v>
                </c:pt>
                <c:pt idx="2879">
                  <c:v>8.8373010000000001</c:v>
                </c:pt>
                <c:pt idx="2880">
                  <c:v>8.7321690000000007</c:v>
                </c:pt>
                <c:pt idx="2881">
                  <c:v>8.9185839999999992</c:v>
                </c:pt>
                <c:pt idx="2882">
                  <c:v>9.0691690000000005</c:v>
                </c:pt>
                <c:pt idx="2883">
                  <c:v>8.927073</c:v>
                </c:pt>
                <c:pt idx="2884">
                  <c:v>8.7179719999999996</c:v>
                </c:pt>
                <c:pt idx="2885">
                  <c:v>8.5878770000000006</c:v>
                </c:pt>
                <c:pt idx="2886">
                  <c:v>8.5402249999999995</c:v>
                </c:pt>
                <c:pt idx="2887">
                  <c:v>8.5962099999999992</c:v>
                </c:pt>
                <c:pt idx="2888">
                  <c:v>8.6926220000000001</c:v>
                </c:pt>
                <c:pt idx="2889">
                  <c:v>8.815728</c:v>
                </c:pt>
                <c:pt idx="2890">
                  <c:v>8.7981569999999998</c:v>
                </c:pt>
                <c:pt idx="2891">
                  <c:v>8.6834330000000008</c:v>
                </c:pt>
                <c:pt idx="2892">
                  <c:v>8.5911960000000001</c:v>
                </c:pt>
                <c:pt idx="2893">
                  <c:v>8.5090109999999992</c:v>
                </c:pt>
                <c:pt idx="2894">
                  <c:v>8.4218100000000007</c:v>
                </c:pt>
                <c:pt idx="2895">
                  <c:v>8.3752410000000008</c:v>
                </c:pt>
                <c:pt idx="2896">
                  <c:v>8.3938740000000003</c:v>
                </c:pt>
                <c:pt idx="2897">
                  <c:v>8.4328380000000003</c:v>
                </c:pt>
                <c:pt idx="2898">
                  <c:v>8.4523729999999997</c:v>
                </c:pt>
                <c:pt idx="2899">
                  <c:v>8.4591999999999992</c:v>
                </c:pt>
                <c:pt idx="2900">
                  <c:v>8.4734590000000001</c:v>
                </c:pt>
                <c:pt idx="2901">
                  <c:v>8.4477329999999995</c:v>
                </c:pt>
                <c:pt idx="2902">
                  <c:v>8.3064870000000006</c:v>
                </c:pt>
                <c:pt idx="2903">
                  <c:v>8.3097759999999994</c:v>
                </c:pt>
                <c:pt idx="2904">
                  <c:v>8.4668390000000002</c:v>
                </c:pt>
                <c:pt idx="2905">
                  <c:v>8.4131730000000005</c:v>
                </c:pt>
                <c:pt idx="2906">
                  <c:v>8.037039</c:v>
                </c:pt>
                <c:pt idx="2907">
                  <c:v>7.9611099999999997</c:v>
                </c:pt>
                <c:pt idx="2908">
                  <c:v>8.0973900000000008</c:v>
                </c:pt>
                <c:pt idx="2909">
                  <c:v>8.2305290000000007</c:v>
                </c:pt>
                <c:pt idx="2910">
                  <c:v>8.3084989999999994</c:v>
                </c:pt>
                <c:pt idx="2911">
                  <c:v>8.2530459999999994</c:v>
                </c:pt>
                <c:pt idx="2912">
                  <c:v>8.1462190000000003</c:v>
                </c:pt>
                <c:pt idx="2913">
                  <c:v>8.0299610000000001</c:v>
                </c:pt>
                <c:pt idx="2914">
                  <c:v>7.9851409999999996</c:v>
                </c:pt>
                <c:pt idx="2915">
                  <c:v>8.2313980000000004</c:v>
                </c:pt>
                <c:pt idx="2916">
                  <c:v>8.3155529999999995</c:v>
                </c:pt>
                <c:pt idx="2917">
                  <c:v>8.0940309999999993</c:v>
                </c:pt>
                <c:pt idx="2918">
                  <c:v>7.9119039999999998</c:v>
                </c:pt>
                <c:pt idx="2919">
                  <c:v>7.8903319999999999</c:v>
                </c:pt>
                <c:pt idx="2920">
                  <c:v>7.9529300000000003</c:v>
                </c:pt>
                <c:pt idx="2921">
                  <c:v>8.0673429999999993</c:v>
                </c:pt>
                <c:pt idx="2922">
                  <c:v>8.0110679999999999</c:v>
                </c:pt>
                <c:pt idx="2923">
                  <c:v>7.8032599999999999</c:v>
                </c:pt>
                <c:pt idx="2924">
                  <c:v>7.829218</c:v>
                </c:pt>
                <c:pt idx="2925">
                  <c:v>7.9714679999999998</c:v>
                </c:pt>
                <c:pt idx="2926">
                  <c:v>7.9244630000000003</c:v>
                </c:pt>
                <c:pt idx="2927">
                  <c:v>7.8264060000000004</c:v>
                </c:pt>
                <c:pt idx="2928">
                  <c:v>7.8594900000000001</c:v>
                </c:pt>
                <c:pt idx="2929">
                  <c:v>7.8746590000000003</c:v>
                </c:pt>
                <c:pt idx="2930">
                  <c:v>7.723516</c:v>
                </c:pt>
                <c:pt idx="2931">
                  <c:v>7.7048459999999999</c:v>
                </c:pt>
                <c:pt idx="2932">
                  <c:v>8.0688499999999994</c:v>
                </c:pt>
                <c:pt idx="2933">
                  <c:v>8.0054230000000004</c:v>
                </c:pt>
                <c:pt idx="2934">
                  <c:v>7.4148930000000002</c:v>
                </c:pt>
                <c:pt idx="2935">
                  <c:v>7.4035770000000003</c:v>
                </c:pt>
                <c:pt idx="2936">
                  <c:v>8.0611180000000004</c:v>
                </c:pt>
                <c:pt idx="2937">
                  <c:v>8.0756920000000001</c:v>
                </c:pt>
                <c:pt idx="2938">
                  <c:v>7.6431120000000004</c:v>
                </c:pt>
                <c:pt idx="2939">
                  <c:v>7.4459070000000001</c:v>
                </c:pt>
                <c:pt idx="2940">
                  <c:v>7.4706970000000004</c:v>
                </c:pt>
                <c:pt idx="2941">
                  <c:v>7.7162259999999998</c:v>
                </c:pt>
                <c:pt idx="2942">
                  <c:v>7.9568750000000001</c:v>
                </c:pt>
                <c:pt idx="2943">
                  <c:v>7.8231260000000002</c:v>
                </c:pt>
                <c:pt idx="2944">
                  <c:v>7.755147</c:v>
                </c:pt>
                <c:pt idx="2945">
                  <c:v>8.0021400000000007</c:v>
                </c:pt>
                <c:pt idx="2946">
                  <c:v>8.1817650000000004</c:v>
                </c:pt>
                <c:pt idx="2947">
                  <c:v>8.1722529999999995</c:v>
                </c:pt>
                <c:pt idx="2948">
                  <c:v>8.0470869999999994</c:v>
                </c:pt>
                <c:pt idx="2949">
                  <c:v>7.8252740000000003</c:v>
                </c:pt>
                <c:pt idx="2950">
                  <c:v>7.7342909999999998</c:v>
                </c:pt>
                <c:pt idx="2951">
                  <c:v>7.7564890000000002</c:v>
                </c:pt>
                <c:pt idx="2952">
                  <c:v>7.6651569999999998</c:v>
                </c:pt>
                <c:pt idx="2953">
                  <c:v>7.5381470000000004</c:v>
                </c:pt>
                <c:pt idx="2954">
                  <c:v>7.6131000000000002</c:v>
                </c:pt>
                <c:pt idx="2955">
                  <c:v>7.7716279999999998</c:v>
                </c:pt>
                <c:pt idx="2956">
                  <c:v>7.815188</c:v>
                </c:pt>
                <c:pt idx="2957">
                  <c:v>7.8132849999999996</c:v>
                </c:pt>
                <c:pt idx="2958">
                  <c:v>7.8016860000000001</c:v>
                </c:pt>
                <c:pt idx="2959">
                  <c:v>7.7787639999999998</c:v>
                </c:pt>
                <c:pt idx="2960">
                  <c:v>7.7389200000000002</c:v>
                </c:pt>
                <c:pt idx="2961">
                  <c:v>7.6994959999999999</c:v>
                </c:pt>
                <c:pt idx="2962">
                  <c:v>7.662795</c:v>
                </c:pt>
                <c:pt idx="2963">
                  <c:v>7.6963119999999998</c:v>
                </c:pt>
                <c:pt idx="2964">
                  <c:v>7.7933339999999998</c:v>
                </c:pt>
                <c:pt idx="2965">
                  <c:v>7.7406870000000003</c:v>
                </c:pt>
                <c:pt idx="2966">
                  <c:v>7.626379</c:v>
                </c:pt>
                <c:pt idx="2967">
                  <c:v>7.8071989999999998</c:v>
                </c:pt>
                <c:pt idx="2968">
                  <c:v>8.1011369999999996</c:v>
                </c:pt>
                <c:pt idx="2969">
                  <c:v>7.9867699999999999</c:v>
                </c:pt>
                <c:pt idx="2970">
                  <c:v>7.763045</c:v>
                </c:pt>
                <c:pt idx="2971">
                  <c:v>7.6425219999999996</c:v>
                </c:pt>
                <c:pt idx="2972">
                  <c:v>7.6253989999999998</c:v>
                </c:pt>
                <c:pt idx="2973">
                  <c:v>7.8348129999999996</c:v>
                </c:pt>
                <c:pt idx="2974">
                  <c:v>7.7923150000000003</c:v>
                </c:pt>
                <c:pt idx="2975">
                  <c:v>7.3781970000000001</c:v>
                </c:pt>
                <c:pt idx="2976">
                  <c:v>7.3058839999999998</c:v>
                </c:pt>
                <c:pt idx="2977">
                  <c:v>7.7289640000000004</c:v>
                </c:pt>
                <c:pt idx="2978">
                  <c:v>7.7938770000000002</c:v>
                </c:pt>
                <c:pt idx="2979">
                  <c:v>7.6020510000000003</c:v>
                </c:pt>
                <c:pt idx="2980">
                  <c:v>7.7626910000000002</c:v>
                </c:pt>
                <c:pt idx="2981">
                  <c:v>8.1246080000000003</c:v>
                </c:pt>
                <c:pt idx="2982">
                  <c:v>8.1117209999999993</c:v>
                </c:pt>
                <c:pt idx="2983">
                  <c:v>7.9370570000000003</c:v>
                </c:pt>
                <c:pt idx="2984">
                  <c:v>7.7944889999999996</c:v>
                </c:pt>
                <c:pt idx="2985">
                  <c:v>7.7067389999999998</c:v>
                </c:pt>
                <c:pt idx="2986">
                  <c:v>7.7246829999999997</c:v>
                </c:pt>
                <c:pt idx="2987">
                  <c:v>7.7742750000000003</c:v>
                </c:pt>
                <c:pt idx="2988">
                  <c:v>7.8430739999999997</c:v>
                </c:pt>
                <c:pt idx="2989">
                  <c:v>7.8767019999999999</c:v>
                </c:pt>
                <c:pt idx="2990">
                  <c:v>7.8531060000000004</c:v>
                </c:pt>
                <c:pt idx="2991">
                  <c:v>7.8800410000000003</c:v>
                </c:pt>
                <c:pt idx="2992">
                  <c:v>7.9190569999999996</c:v>
                </c:pt>
                <c:pt idx="2993">
                  <c:v>7.7672369999999997</c:v>
                </c:pt>
                <c:pt idx="2994">
                  <c:v>7.5102700000000002</c:v>
                </c:pt>
                <c:pt idx="2995">
                  <c:v>7.5308070000000003</c:v>
                </c:pt>
                <c:pt idx="2996">
                  <c:v>7.6015509999999997</c:v>
                </c:pt>
                <c:pt idx="2997">
                  <c:v>7.4604039999999996</c:v>
                </c:pt>
                <c:pt idx="2998">
                  <c:v>7.331575</c:v>
                </c:pt>
                <c:pt idx="2999">
                  <c:v>7.5699949999999996</c:v>
                </c:pt>
                <c:pt idx="3000">
                  <c:v>7.6753439999999999</c:v>
                </c:pt>
                <c:pt idx="3001">
                  <c:v>7.5262180000000001</c:v>
                </c:pt>
                <c:pt idx="3002">
                  <c:v>7.4621300000000002</c:v>
                </c:pt>
                <c:pt idx="3003">
                  <c:v>7.6640740000000003</c:v>
                </c:pt>
                <c:pt idx="3004">
                  <c:v>7.6743490000000003</c:v>
                </c:pt>
                <c:pt idx="3005">
                  <c:v>7.5375059999999996</c:v>
                </c:pt>
                <c:pt idx="3006">
                  <c:v>7.4501670000000004</c:v>
                </c:pt>
                <c:pt idx="3007">
                  <c:v>7.4520540000000004</c:v>
                </c:pt>
                <c:pt idx="3008">
                  <c:v>7.8048999999999999</c:v>
                </c:pt>
                <c:pt idx="3009">
                  <c:v>8.1009810000000009</c:v>
                </c:pt>
                <c:pt idx="3010">
                  <c:v>7.9087880000000004</c:v>
                </c:pt>
                <c:pt idx="3011">
                  <c:v>7.6254379999999999</c:v>
                </c:pt>
                <c:pt idx="3012">
                  <c:v>7.7214119999999999</c:v>
                </c:pt>
                <c:pt idx="3013">
                  <c:v>7.7669030000000001</c:v>
                </c:pt>
                <c:pt idx="3014">
                  <c:v>7.659497</c:v>
                </c:pt>
                <c:pt idx="3015">
                  <c:v>7.6380090000000003</c:v>
                </c:pt>
                <c:pt idx="3016">
                  <c:v>7.8852589999999996</c:v>
                </c:pt>
                <c:pt idx="3017">
                  <c:v>7.8357039999999998</c:v>
                </c:pt>
                <c:pt idx="3018">
                  <c:v>7.5969939999999996</c:v>
                </c:pt>
                <c:pt idx="3019">
                  <c:v>7.6507110000000003</c:v>
                </c:pt>
                <c:pt idx="3020">
                  <c:v>7.8824110000000003</c:v>
                </c:pt>
                <c:pt idx="3021">
                  <c:v>7.8942110000000003</c:v>
                </c:pt>
                <c:pt idx="3022">
                  <c:v>7.8248009999999999</c:v>
                </c:pt>
                <c:pt idx="3023">
                  <c:v>7.8120820000000002</c:v>
                </c:pt>
                <c:pt idx="3024">
                  <c:v>7.8065110000000004</c:v>
                </c:pt>
                <c:pt idx="3025">
                  <c:v>7.72281</c:v>
                </c:pt>
                <c:pt idx="3026">
                  <c:v>7.6995339999999999</c:v>
                </c:pt>
                <c:pt idx="3027">
                  <c:v>7.7610219999999996</c:v>
                </c:pt>
                <c:pt idx="3028">
                  <c:v>7.9060280000000001</c:v>
                </c:pt>
                <c:pt idx="3029">
                  <c:v>8.1955609999999997</c:v>
                </c:pt>
                <c:pt idx="3030">
                  <c:v>8.2188189999999999</c:v>
                </c:pt>
                <c:pt idx="3031">
                  <c:v>8.0420949999999998</c:v>
                </c:pt>
                <c:pt idx="3032">
                  <c:v>7.7946169999999997</c:v>
                </c:pt>
                <c:pt idx="3033">
                  <c:v>7.6039459999999996</c:v>
                </c:pt>
                <c:pt idx="3034">
                  <c:v>7.8649680000000002</c:v>
                </c:pt>
                <c:pt idx="3035">
                  <c:v>8.1458879999999994</c:v>
                </c:pt>
                <c:pt idx="3036">
                  <c:v>8.0426140000000004</c:v>
                </c:pt>
                <c:pt idx="3037">
                  <c:v>7.9018499999999996</c:v>
                </c:pt>
                <c:pt idx="3038">
                  <c:v>8.1161989999999999</c:v>
                </c:pt>
                <c:pt idx="3039">
                  <c:v>8.1150719999999996</c:v>
                </c:pt>
                <c:pt idx="3040">
                  <c:v>7.8261690000000002</c:v>
                </c:pt>
                <c:pt idx="3041">
                  <c:v>7.6233040000000001</c:v>
                </c:pt>
                <c:pt idx="3042">
                  <c:v>7.6377689999999996</c:v>
                </c:pt>
                <c:pt idx="3043">
                  <c:v>7.7838200000000004</c:v>
                </c:pt>
                <c:pt idx="3044">
                  <c:v>8.0049580000000002</c:v>
                </c:pt>
                <c:pt idx="3045">
                  <c:v>8.1365590000000001</c:v>
                </c:pt>
                <c:pt idx="3046">
                  <c:v>8.2161570000000008</c:v>
                </c:pt>
                <c:pt idx="3047">
                  <c:v>8.3359520000000007</c:v>
                </c:pt>
                <c:pt idx="3048">
                  <c:v>8.418317</c:v>
                </c:pt>
                <c:pt idx="3049">
                  <c:v>8.3987940000000005</c:v>
                </c:pt>
                <c:pt idx="3050">
                  <c:v>8.3687020000000008</c:v>
                </c:pt>
                <c:pt idx="3051">
                  <c:v>8.3992930000000001</c:v>
                </c:pt>
                <c:pt idx="3052">
                  <c:v>8.3837580000000003</c:v>
                </c:pt>
                <c:pt idx="3053">
                  <c:v>8.3168880000000005</c:v>
                </c:pt>
                <c:pt idx="3054">
                  <c:v>8.3011689999999998</c:v>
                </c:pt>
                <c:pt idx="3055">
                  <c:v>8.3612310000000001</c:v>
                </c:pt>
                <c:pt idx="3056">
                  <c:v>8.4393940000000001</c:v>
                </c:pt>
                <c:pt idx="3057">
                  <c:v>8.5059810000000002</c:v>
                </c:pt>
                <c:pt idx="3058">
                  <c:v>8.4790749999999999</c:v>
                </c:pt>
                <c:pt idx="3059">
                  <c:v>8.3973030000000008</c:v>
                </c:pt>
                <c:pt idx="3060">
                  <c:v>8.2370210000000004</c:v>
                </c:pt>
                <c:pt idx="3061">
                  <c:v>8.1676780000000004</c:v>
                </c:pt>
                <c:pt idx="3062">
                  <c:v>8.3162319999999994</c:v>
                </c:pt>
                <c:pt idx="3063">
                  <c:v>8.3683820000000004</c:v>
                </c:pt>
                <c:pt idx="3064">
                  <c:v>8.115748</c:v>
                </c:pt>
                <c:pt idx="3065">
                  <c:v>8.1245689999999993</c:v>
                </c:pt>
                <c:pt idx="3066">
                  <c:v>8.3957519999999999</c:v>
                </c:pt>
                <c:pt idx="3067">
                  <c:v>8.4777229999999992</c:v>
                </c:pt>
                <c:pt idx="3068">
                  <c:v>8.3518240000000006</c:v>
                </c:pt>
                <c:pt idx="3069">
                  <c:v>8.2906600000000008</c:v>
                </c:pt>
                <c:pt idx="3070">
                  <c:v>8.2885399999999994</c:v>
                </c:pt>
                <c:pt idx="3071">
                  <c:v>8.4092420000000008</c:v>
                </c:pt>
                <c:pt idx="3072">
                  <c:v>8.4845559999999995</c:v>
                </c:pt>
                <c:pt idx="3073">
                  <c:v>8.3209959999999992</c:v>
                </c:pt>
                <c:pt idx="3074">
                  <c:v>8.1852350000000005</c:v>
                </c:pt>
                <c:pt idx="3075">
                  <c:v>8.1912640000000003</c:v>
                </c:pt>
                <c:pt idx="3076">
                  <c:v>8.2474150000000002</c:v>
                </c:pt>
                <c:pt idx="3077">
                  <c:v>8.3343620000000005</c:v>
                </c:pt>
                <c:pt idx="3078">
                  <c:v>8.3717330000000008</c:v>
                </c:pt>
                <c:pt idx="3079">
                  <c:v>8.3782610000000002</c:v>
                </c:pt>
                <c:pt idx="3080">
                  <c:v>8.5473219999999994</c:v>
                </c:pt>
                <c:pt idx="3081">
                  <c:v>8.7534779999999994</c:v>
                </c:pt>
                <c:pt idx="3082">
                  <c:v>8.6432959999999994</c:v>
                </c:pt>
                <c:pt idx="3083">
                  <c:v>8.4478580000000001</c:v>
                </c:pt>
                <c:pt idx="3084">
                  <c:v>8.4792629999999996</c:v>
                </c:pt>
                <c:pt idx="3085">
                  <c:v>8.6315460000000002</c:v>
                </c:pt>
                <c:pt idx="3086">
                  <c:v>8.9182769999999998</c:v>
                </c:pt>
                <c:pt idx="3087">
                  <c:v>9.1059540000000005</c:v>
                </c:pt>
                <c:pt idx="3088">
                  <c:v>9.1251610000000003</c:v>
                </c:pt>
                <c:pt idx="3089">
                  <c:v>9.124701</c:v>
                </c:pt>
                <c:pt idx="3090">
                  <c:v>9.1346240000000005</c:v>
                </c:pt>
                <c:pt idx="3091">
                  <c:v>9.1906330000000001</c:v>
                </c:pt>
                <c:pt idx="3092">
                  <c:v>9.2859949999999998</c:v>
                </c:pt>
                <c:pt idx="3093">
                  <c:v>9.5021489999999993</c:v>
                </c:pt>
                <c:pt idx="3094">
                  <c:v>9.6034369999999996</c:v>
                </c:pt>
                <c:pt idx="3095">
                  <c:v>9.2613629999999993</c:v>
                </c:pt>
                <c:pt idx="3096">
                  <c:v>8.84849</c:v>
                </c:pt>
                <c:pt idx="3097">
                  <c:v>8.6863829999999993</c:v>
                </c:pt>
                <c:pt idx="3098">
                  <c:v>8.6850039999999993</c:v>
                </c:pt>
                <c:pt idx="3099">
                  <c:v>8.836487</c:v>
                </c:pt>
                <c:pt idx="3100">
                  <c:v>9.112482</c:v>
                </c:pt>
                <c:pt idx="3101">
                  <c:v>9.4840260000000001</c:v>
                </c:pt>
                <c:pt idx="3102">
                  <c:v>9.4114939999999994</c:v>
                </c:pt>
                <c:pt idx="3103">
                  <c:v>9.0942349999999994</c:v>
                </c:pt>
                <c:pt idx="3104">
                  <c:v>9.3024419999999992</c:v>
                </c:pt>
                <c:pt idx="3105">
                  <c:v>9.7367249999999999</c:v>
                </c:pt>
                <c:pt idx="3106">
                  <c:v>9.6748360000000009</c:v>
                </c:pt>
                <c:pt idx="3107">
                  <c:v>9.4599410000000006</c:v>
                </c:pt>
                <c:pt idx="3108">
                  <c:v>9.2768350000000002</c:v>
                </c:pt>
                <c:pt idx="3109">
                  <c:v>9.2096169999999997</c:v>
                </c:pt>
                <c:pt idx="3110">
                  <c:v>9.3601559999999999</c:v>
                </c:pt>
                <c:pt idx="3111">
                  <c:v>9.4288279999999993</c:v>
                </c:pt>
                <c:pt idx="3112">
                  <c:v>9.3977529999999998</c:v>
                </c:pt>
                <c:pt idx="3113">
                  <c:v>9.4674320000000005</c:v>
                </c:pt>
                <c:pt idx="3114">
                  <c:v>9.6423450000000006</c:v>
                </c:pt>
                <c:pt idx="3115">
                  <c:v>9.9054710000000004</c:v>
                </c:pt>
                <c:pt idx="3116">
                  <c:v>10.166130000000001</c:v>
                </c:pt>
                <c:pt idx="3117">
                  <c:v>10.34357</c:v>
                </c:pt>
                <c:pt idx="3118">
                  <c:v>10.384930000000001</c:v>
                </c:pt>
                <c:pt idx="3119">
                  <c:v>10.060140000000001</c:v>
                </c:pt>
                <c:pt idx="3120">
                  <c:v>9.8718660000000007</c:v>
                </c:pt>
                <c:pt idx="3121">
                  <c:v>9.9553770000000004</c:v>
                </c:pt>
                <c:pt idx="3122">
                  <c:v>10.023870000000001</c:v>
                </c:pt>
                <c:pt idx="3123">
                  <c:v>9.9639530000000001</c:v>
                </c:pt>
                <c:pt idx="3124">
                  <c:v>10.021710000000001</c:v>
                </c:pt>
                <c:pt idx="3125">
                  <c:v>10.146039999999999</c:v>
                </c:pt>
                <c:pt idx="3126">
                  <c:v>10.12144</c:v>
                </c:pt>
                <c:pt idx="3127">
                  <c:v>10.05519</c:v>
                </c:pt>
                <c:pt idx="3128">
                  <c:v>10.312379999999999</c:v>
                </c:pt>
                <c:pt idx="3129">
                  <c:v>10.53209</c:v>
                </c:pt>
                <c:pt idx="3130">
                  <c:v>10.4848</c:v>
                </c:pt>
                <c:pt idx="3131">
                  <c:v>10.375909999999999</c:v>
                </c:pt>
                <c:pt idx="3132">
                  <c:v>10.38439</c:v>
                </c:pt>
                <c:pt idx="3133">
                  <c:v>10.2386</c:v>
                </c:pt>
                <c:pt idx="3134">
                  <c:v>9.9723989999999993</c:v>
                </c:pt>
                <c:pt idx="3135">
                  <c:v>10.07525</c:v>
                </c:pt>
                <c:pt idx="3136">
                  <c:v>10.539099999999999</c:v>
                </c:pt>
                <c:pt idx="3137">
                  <c:v>10.94712</c:v>
                </c:pt>
                <c:pt idx="3138">
                  <c:v>11.17084</c:v>
                </c:pt>
                <c:pt idx="3139">
                  <c:v>11.009119999999999</c:v>
                </c:pt>
                <c:pt idx="3140">
                  <c:v>10.772650000000001</c:v>
                </c:pt>
                <c:pt idx="3141">
                  <c:v>10.850809999999999</c:v>
                </c:pt>
                <c:pt idx="3142">
                  <c:v>10.89851</c:v>
                </c:pt>
                <c:pt idx="3143">
                  <c:v>10.828480000000001</c:v>
                </c:pt>
                <c:pt idx="3144">
                  <c:v>10.784879999999999</c:v>
                </c:pt>
                <c:pt idx="3145">
                  <c:v>10.83306</c:v>
                </c:pt>
                <c:pt idx="3146">
                  <c:v>10.857810000000001</c:v>
                </c:pt>
                <c:pt idx="3147">
                  <c:v>10.861649999999999</c:v>
                </c:pt>
                <c:pt idx="3148">
                  <c:v>10.78335</c:v>
                </c:pt>
                <c:pt idx="3149">
                  <c:v>10.767609999999999</c:v>
                </c:pt>
                <c:pt idx="3150">
                  <c:v>11.266080000000001</c:v>
                </c:pt>
                <c:pt idx="3151">
                  <c:v>11.638070000000001</c:v>
                </c:pt>
                <c:pt idx="3152">
                  <c:v>11.50287</c:v>
                </c:pt>
                <c:pt idx="3153">
                  <c:v>11.42971</c:v>
                </c:pt>
                <c:pt idx="3154">
                  <c:v>11.96672</c:v>
                </c:pt>
                <c:pt idx="3155">
                  <c:v>12.075710000000001</c:v>
                </c:pt>
                <c:pt idx="3156">
                  <c:v>11.81283</c:v>
                </c:pt>
                <c:pt idx="3157">
                  <c:v>11.830920000000001</c:v>
                </c:pt>
                <c:pt idx="3158">
                  <c:v>12.1106</c:v>
                </c:pt>
                <c:pt idx="3159">
                  <c:v>12.25165</c:v>
                </c:pt>
                <c:pt idx="3160">
                  <c:v>12.28758</c:v>
                </c:pt>
                <c:pt idx="3161">
                  <c:v>12.19529</c:v>
                </c:pt>
                <c:pt idx="3162">
                  <c:v>12.210089999999999</c:v>
                </c:pt>
                <c:pt idx="3163">
                  <c:v>12.71649</c:v>
                </c:pt>
                <c:pt idx="3164">
                  <c:v>12.9764</c:v>
                </c:pt>
                <c:pt idx="3165">
                  <c:v>12.88963</c:v>
                </c:pt>
                <c:pt idx="3166">
                  <c:v>12.853260000000001</c:v>
                </c:pt>
                <c:pt idx="3167">
                  <c:v>12.968159999999999</c:v>
                </c:pt>
                <c:pt idx="3168">
                  <c:v>12.963480000000001</c:v>
                </c:pt>
                <c:pt idx="3169">
                  <c:v>12.93228</c:v>
                </c:pt>
                <c:pt idx="3170">
                  <c:v>13.1639</c:v>
                </c:pt>
                <c:pt idx="3171">
                  <c:v>13.433859999999999</c:v>
                </c:pt>
                <c:pt idx="3172">
                  <c:v>13.473929999999999</c:v>
                </c:pt>
                <c:pt idx="3173">
                  <c:v>13.488060000000001</c:v>
                </c:pt>
                <c:pt idx="3174">
                  <c:v>13.54636</c:v>
                </c:pt>
                <c:pt idx="3175">
                  <c:v>13.782780000000001</c:v>
                </c:pt>
                <c:pt idx="3176">
                  <c:v>14.27829</c:v>
                </c:pt>
                <c:pt idx="3177">
                  <c:v>14.554069999999999</c:v>
                </c:pt>
                <c:pt idx="3178">
                  <c:v>14.62384</c:v>
                </c:pt>
                <c:pt idx="3179">
                  <c:v>14.58267</c:v>
                </c:pt>
                <c:pt idx="3180">
                  <c:v>14.54541</c:v>
                </c:pt>
                <c:pt idx="3181">
                  <c:v>14.71541</c:v>
                </c:pt>
                <c:pt idx="3182">
                  <c:v>14.958539999999999</c:v>
                </c:pt>
                <c:pt idx="3183">
                  <c:v>15.19233</c:v>
                </c:pt>
                <c:pt idx="3184">
                  <c:v>15.32159</c:v>
                </c:pt>
                <c:pt idx="3185">
                  <c:v>15.276680000000001</c:v>
                </c:pt>
                <c:pt idx="3186">
                  <c:v>15.28331</c:v>
                </c:pt>
                <c:pt idx="3187">
                  <c:v>15.37369</c:v>
                </c:pt>
                <c:pt idx="3188">
                  <c:v>15.589</c:v>
                </c:pt>
                <c:pt idx="3189">
                  <c:v>15.918559999999999</c:v>
                </c:pt>
                <c:pt idx="3190">
                  <c:v>16.319299999999998</c:v>
                </c:pt>
                <c:pt idx="3191">
                  <c:v>16.671150000000001</c:v>
                </c:pt>
                <c:pt idx="3192">
                  <c:v>16.67231</c:v>
                </c:pt>
                <c:pt idx="3193">
                  <c:v>16.67615</c:v>
                </c:pt>
                <c:pt idx="3194">
                  <c:v>16.841699999999999</c:v>
                </c:pt>
                <c:pt idx="3195">
                  <c:v>17.176580000000001</c:v>
                </c:pt>
                <c:pt idx="3196">
                  <c:v>17.686910000000001</c:v>
                </c:pt>
                <c:pt idx="3197">
                  <c:v>17.908390000000001</c:v>
                </c:pt>
                <c:pt idx="3198">
                  <c:v>17.85772</c:v>
                </c:pt>
                <c:pt idx="3199">
                  <c:v>18.0578</c:v>
                </c:pt>
                <c:pt idx="3200">
                  <c:v>18.41507</c:v>
                </c:pt>
                <c:pt idx="3201">
                  <c:v>18.622530000000001</c:v>
                </c:pt>
                <c:pt idx="3202">
                  <c:v>18.770029999999998</c:v>
                </c:pt>
                <c:pt idx="3203">
                  <c:v>18.921420000000001</c:v>
                </c:pt>
                <c:pt idx="3204">
                  <c:v>19.086649999999999</c:v>
                </c:pt>
                <c:pt idx="3205">
                  <c:v>19.220770000000002</c:v>
                </c:pt>
                <c:pt idx="3206">
                  <c:v>19.727789999999999</c:v>
                </c:pt>
                <c:pt idx="3207">
                  <c:v>20.582180000000001</c:v>
                </c:pt>
                <c:pt idx="3208">
                  <c:v>20.769970000000001</c:v>
                </c:pt>
                <c:pt idx="3209">
                  <c:v>20.42268</c:v>
                </c:pt>
                <c:pt idx="3210">
                  <c:v>20.46997</c:v>
                </c:pt>
                <c:pt idx="3211">
                  <c:v>20.883669999999999</c:v>
                </c:pt>
                <c:pt idx="3212">
                  <c:v>21.627030000000001</c:v>
                </c:pt>
                <c:pt idx="3213">
                  <c:v>22.308920000000001</c:v>
                </c:pt>
                <c:pt idx="3214">
                  <c:v>22.417870000000001</c:v>
                </c:pt>
                <c:pt idx="3215">
                  <c:v>22.520779999999998</c:v>
                </c:pt>
                <c:pt idx="3216">
                  <c:v>22.699909999999999</c:v>
                </c:pt>
                <c:pt idx="3217">
                  <c:v>22.83201</c:v>
                </c:pt>
                <c:pt idx="3218">
                  <c:v>22.908940000000001</c:v>
                </c:pt>
                <c:pt idx="3219">
                  <c:v>23.269749999999998</c:v>
                </c:pt>
                <c:pt idx="3220">
                  <c:v>23.793140000000001</c:v>
                </c:pt>
                <c:pt idx="3221">
                  <c:v>24.26371</c:v>
                </c:pt>
                <c:pt idx="3222">
                  <c:v>24.72052</c:v>
                </c:pt>
                <c:pt idx="3223">
                  <c:v>25.323869999999999</c:v>
                </c:pt>
                <c:pt idx="3224">
                  <c:v>25.698039999999999</c:v>
                </c:pt>
                <c:pt idx="3225">
                  <c:v>25.756720000000001</c:v>
                </c:pt>
                <c:pt idx="3226">
                  <c:v>25.749960000000002</c:v>
                </c:pt>
                <c:pt idx="3227">
                  <c:v>25.697320000000001</c:v>
                </c:pt>
                <c:pt idx="3228">
                  <c:v>26.615819999999999</c:v>
                </c:pt>
                <c:pt idx="3229">
                  <c:v>27.843879999999999</c:v>
                </c:pt>
                <c:pt idx="3230">
                  <c:v>27.796900000000001</c:v>
                </c:pt>
                <c:pt idx="3231">
                  <c:v>27.39969</c:v>
                </c:pt>
                <c:pt idx="3232">
                  <c:v>28.307130000000001</c:v>
                </c:pt>
                <c:pt idx="3233">
                  <c:v>29.2959</c:v>
                </c:pt>
                <c:pt idx="3234">
                  <c:v>29.909400000000002</c:v>
                </c:pt>
                <c:pt idx="3235">
                  <c:v>30.298190000000002</c:v>
                </c:pt>
                <c:pt idx="3236">
                  <c:v>30.43638</c:v>
                </c:pt>
                <c:pt idx="3237">
                  <c:v>30.814409999999999</c:v>
                </c:pt>
                <c:pt idx="3238">
                  <c:v>31.3171</c:v>
                </c:pt>
                <c:pt idx="3239">
                  <c:v>31.535599999999999</c:v>
                </c:pt>
                <c:pt idx="3240">
                  <c:v>31.683050000000001</c:v>
                </c:pt>
                <c:pt idx="3241">
                  <c:v>32.129930000000002</c:v>
                </c:pt>
                <c:pt idx="3242">
                  <c:v>32.864879999999999</c:v>
                </c:pt>
                <c:pt idx="3243">
                  <c:v>33.879339999999999</c:v>
                </c:pt>
                <c:pt idx="3244">
                  <c:v>34.617750000000001</c:v>
                </c:pt>
                <c:pt idx="3245">
                  <c:v>34.555599999999998</c:v>
                </c:pt>
                <c:pt idx="3246">
                  <c:v>34.658549999999998</c:v>
                </c:pt>
                <c:pt idx="3247">
                  <c:v>34.907820000000001</c:v>
                </c:pt>
                <c:pt idx="3248">
                  <c:v>35.14996</c:v>
                </c:pt>
                <c:pt idx="3249">
                  <c:v>35.4392</c:v>
                </c:pt>
                <c:pt idx="3250">
                  <c:v>35.990279999999998</c:v>
                </c:pt>
                <c:pt idx="3251">
                  <c:v>36.586599999999997</c:v>
                </c:pt>
                <c:pt idx="3252">
                  <c:v>37.07076</c:v>
                </c:pt>
                <c:pt idx="3253">
                  <c:v>37.596179999999997</c:v>
                </c:pt>
                <c:pt idx="3254">
                  <c:v>38.37529</c:v>
                </c:pt>
                <c:pt idx="3255">
                  <c:v>38.566450000000003</c:v>
                </c:pt>
                <c:pt idx="3256">
                  <c:v>38.344479999999997</c:v>
                </c:pt>
                <c:pt idx="3257">
                  <c:v>38.991309999999999</c:v>
                </c:pt>
                <c:pt idx="3258">
                  <c:v>40.249450000000003</c:v>
                </c:pt>
                <c:pt idx="3259">
                  <c:v>41.103740000000002</c:v>
                </c:pt>
                <c:pt idx="3260">
                  <c:v>41.791119999999999</c:v>
                </c:pt>
                <c:pt idx="3261">
                  <c:v>42.596960000000003</c:v>
                </c:pt>
                <c:pt idx="3262">
                  <c:v>43.10651</c:v>
                </c:pt>
                <c:pt idx="3263">
                  <c:v>42.872990000000001</c:v>
                </c:pt>
                <c:pt idx="3264">
                  <c:v>43.135100000000001</c:v>
                </c:pt>
                <c:pt idx="3265">
                  <c:v>43.946829999999999</c:v>
                </c:pt>
                <c:pt idx="3266">
                  <c:v>45.052329999999998</c:v>
                </c:pt>
                <c:pt idx="3267">
                  <c:v>46.096580000000003</c:v>
                </c:pt>
                <c:pt idx="3268">
                  <c:v>45.930169999999997</c:v>
                </c:pt>
                <c:pt idx="3269">
                  <c:v>45.641860000000001</c:v>
                </c:pt>
                <c:pt idx="3270">
                  <c:v>46.698180000000001</c:v>
                </c:pt>
                <c:pt idx="3271">
                  <c:v>47.885089999999998</c:v>
                </c:pt>
                <c:pt idx="3272">
                  <c:v>48.684510000000003</c:v>
                </c:pt>
                <c:pt idx="3273">
                  <c:v>49.239669999999997</c:v>
                </c:pt>
                <c:pt idx="3274">
                  <c:v>49.636429999999997</c:v>
                </c:pt>
                <c:pt idx="3275">
                  <c:v>50.073340000000002</c:v>
                </c:pt>
                <c:pt idx="3276">
                  <c:v>50.640120000000003</c:v>
                </c:pt>
                <c:pt idx="3277">
                  <c:v>51.566600000000001</c:v>
                </c:pt>
                <c:pt idx="3278">
                  <c:v>52.534910000000004</c:v>
                </c:pt>
                <c:pt idx="3279">
                  <c:v>52.999160000000003</c:v>
                </c:pt>
                <c:pt idx="3280">
                  <c:v>53.307360000000003</c:v>
                </c:pt>
                <c:pt idx="3281">
                  <c:v>53.52843</c:v>
                </c:pt>
                <c:pt idx="3282">
                  <c:v>54.007739999999998</c:v>
                </c:pt>
                <c:pt idx="3283">
                  <c:v>54.784120000000001</c:v>
                </c:pt>
                <c:pt idx="3284">
                  <c:v>55.69885</c:v>
                </c:pt>
                <c:pt idx="3285">
                  <c:v>56.56561</c:v>
                </c:pt>
                <c:pt idx="3286">
                  <c:v>56.798929999999999</c:v>
                </c:pt>
                <c:pt idx="3287">
                  <c:v>56.796669999999999</c:v>
                </c:pt>
                <c:pt idx="3288">
                  <c:v>57.240490000000001</c:v>
                </c:pt>
                <c:pt idx="3289">
                  <c:v>57.923499999999997</c:v>
                </c:pt>
                <c:pt idx="3290">
                  <c:v>58.803049999999999</c:v>
                </c:pt>
                <c:pt idx="3291">
                  <c:v>59.553260000000002</c:v>
                </c:pt>
                <c:pt idx="3292">
                  <c:v>60.096510000000002</c:v>
                </c:pt>
                <c:pt idx="3293">
                  <c:v>60.262779999999999</c:v>
                </c:pt>
                <c:pt idx="3294">
                  <c:v>60.199779999999997</c:v>
                </c:pt>
                <c:pt idx="3295">
                  <c:v>60.438639999999999</c:v>
                </c:pt>
                <c:pt idx="3296">
                  <c:v>60.768120000000003</c:v>
                </c:pt>
                <c:pt idx="3297">
                  <c:v>60.550440000000002</c:v>
                </c:pt>
                <c:pt idx="3298">
                  <c:v>60.657119999999999</c:v>
                </c:pt>
                <c:pt idx="3299">
                  <c:v>61.496949999999998</c:v>
                </c:pt>
                <c:pt idx="3300">
                  <c:v>62.050289999999997</c:v>
                </c:pt>
                <c:pt idx="3301">
                  <c:v>61.886090000000003</c:v>
                </c:pt>
                <c:pt idx="3302">
                  <c:v>62.357909999999997</c:v>
                </c:pt>
                <c:pt idx="3303">
                  <c:v>63.167340000000003</c:v>
                </c:pt>
                <c:pt idx="3304">
                  <c:v>63.281959999999998</c:v>
                </c:pt>
                <c:pt idx="3305">
                  <c:v>63.028210000000001</c:v>
                </c:pt>
                <c:pt idx="3306">
                  <c:v>62.86242</c:v>
                </c:pt>
                <c:pt idx="3307">
                  <c:v>63.043460000000003</c:v>
                </c:pt>
                <c:pt idx="3308">
                  <c:v>63.671550000000003</c:v>
                </c:pt>
                <c:pt idx="3309">
                  <c:v>64.151330000000002</c:v>
                </c:pt>
                <c:pt idx="3310">
                  <c:v>64.240399999999994</c:v>
                </c:pt>
                <c:pt idx="3311">
                  <c:v>63.961300000000001</c:v>
                </c:pt>
                <c:pt idx="3312">
                  <c:v>63.53369</c:v>
                </c:pt>
                <c:pt idx="3313">
                  <c:v>63.571800000000003</c:v>
                </c:pt>
                <c:pt idx="3314">
                  <c:v>63.728529999999999</c:v>
                </c:pt>
                <c:pt idx="3315">
                  <c:v>63.085279999999997</c:v>
                </c:pt>
                <c:pt idx="3316">
                  <c:v>63.02431</c:v>
                </c:pt>
                <c:pt idx="3317">
                  <c:v>64.029449999999997</c:v>
                </c:pt>
                <c:pt idx="3318">
                  <c:v>64.529750000000007</c:v>
                </c:pt>
                <c:pt idx="3319">
                  <c:v>63.595080000000003</c:v>
                </c:pt>
                <c:pt idx="3320">
                  <c:v>63.96593</c:v>
                </c:pt>
                <c:pt idx="3321">
                  <c:v>64.984229999999997</c:v>
                </c:pt>
                <c:pt idx="3322">
                  <c:v>65.026629999999997</c:v>
                </c:pt>
                <c:pt idx="3323">
                  <c:v>64.689059999999998</c:v>
                </c:pt>
                <c:pt idx="3324">
                  <c:v>64.658779999999993</c:v>
                </c:pt>
                <c:pt idx="3325">
                  <c:v>65.130139999999997</c:v>
                </c:pt>
                <c:pt idx="3326">
                  <c:v>66.107519999999994</c:v>
                </c:pt>
                <c:pt idx="3327">
                  <c:v>66.476780000000005</c:v>
                </c:pt>
                <c:pt idx="3328">
                  <c:v>65.663179999999997</c:v>
                </c:pt>
                <c:pt idx="3329">
                  <c:v>66.323970000000003</c:v>
                </c:pt>
                <c:pt idx="3330">
                  <c:v>67.592789999999994</c:v>
                </c:pt>
                <c:pt idx="3331">
                  <c:v>67.185360000000003</c:v>
                </c:pt>
                <c:pt idx="3332">
                  <c:v>66.676289999999995</c:v>
                </c:pt>
                <c:pt idx="3333">
                  <c:v>68.345230000000001</c:v>
                </c:pt>
                <c:pt idx="3334">
                  <c:v>69.627610000000004</c:v>
                </c:pt>
                <c:pt idx="3335">
                  <c:v>69.857150000000004</c:v>
                </c:pt>
                <c:pt idx="3336">
                  <c:v>69.839380000000006</c:v>
                </c:pt>
                <c:pt idx="3337">
                  <c:v>69.829369999999997</c:v>
                </c:pt>
                <c:pt idx="3338">
                  <c:v>70.582740000000001</c:v>
                </c:pt>
                <c:pt idx="3339">
                  <c:v>71.681619999999995</c:v>
                </c:pt>
                <c:pt idx="3340">
                  <c:v>72.145330000000001</c:v>
                </c:pt>
                <c:pt idx="3341">
                  <c:v>72.517579999999995</c:v>
                </c:pt>
                <c:pt idx="3342">
                  <c:v>73.175190000000001</c:v>
                </c:pt>
                <c:pt idx="3343">
                  <c:v>74.159450000000007</c:v>
                </c:pt>
                <c:pt idx="3344">
                  <c:v>75.423429999999996</c:v>
                </c:pt>
                <c:pt idx="3345">
                  <c:v>76.458209999999994</c:v>
                </c:pt>
                <c:pt idx="3346">
                  <c:v>77.144530000000003</c:v>
                </c:pt>
                <c:pt idx="3347">
                  <c:v>77.71481</c:v>
                </c:pt>
                <c:pt idx="3348">
                  <c:v>78.185760000000002</c:v>
                </c:pt>
                <c:pt idx="3349">
                  <c:v>78.354380000000006</c:v>
                </c:pt>
                <c:pt idx="3350">
                  <c:v>78.825969999999998</c:v>
                </c:pt>
                <c:pt idx="3351">
                  <c:v>80.190560000000005</c:v>
                </c:pt>
                <c:pt idx="3352">
                  <c:v>81.148529999999994</c:v>
                </c:pt>
                <c:pt idx="3353">
                  <c:v>81.449200000000005</c:v>
                </c:pt>
                <c:pt idx="3354">
                  <c:v>81.470569999999995</c:v>
                </c:pt>
                <c:pt idx="3355">
                  <c:v>81.33972</c:v>
                </c:pt>
                <c:pt idx="3356">
                  <c:v>81.332130000000006</c:v>
                </c:pt>
                <c:pt idx="3357">
                  <c:v>81.461579999999998</c:v>
                </c:pt>
                <c:pt idx="3358">
                  <c:v>82.066270000000003</c:v>
                </c:pt>
                <c:pt idx="3359">
                  <c:v>82.176959999999994</c:v>
                </c:pt>
                <c:pt idx="3360">
                  <c:v>81.274119999999996</c:v>
                </c:pt>
                <c:pt idx="3361">
                  <c:v>80.572149999999993</c:v>
                </c:pt>
                <c:pt idx="3362">
                  <c:v>80.321650000000005</c:v>
                </c:pt>
                <c:pt idx="3363">
                  <c:v>80.347300000000004</c:v>
                </c:pt>
                <c:pt idx="3364">
                  <c:v>80.278589999999994</c:v>
                </c:pt>
                <c:pt idx="3365">
                  <c:v>79.208820000000003</c:v>
                </c:pt>
                <c:pt idx="3366">
                  <c:v>77.918700000000001</c:v>
                </c:pt>
                <c:pt idx="3367">
                  <c:v>77.656660000000002</c:v>
                </c:pt>
                <c:pt idx="3368">
                  <c:v>77.666889999999995</c:v>
                </c:pt>
                <c:pt idx="3369">
                  <c:v>77.778729999999996</c:v>
                </c:pt>
                <c:pt idx="3370">
                  <c:v>76.867729999999995</c:v>
                </c:pt>
                <c:pt idx="3371">
                  <c:v>74.893100000000004</c:v>
                </c:pt>
                <c:pt idx="3372">
                  <c:v>73.268810000000002</c:v>
                </c:pt>
                <c:pt idx="3373">
                  <c:v>72.047169999999994</c:v>
                </c:pt>
                <c:pt idx="3374">
                  <c:v>71.332899999999995</c:v>
                </c:pt>
                <c:pt idx="3375">
                  <c:v>70.291489999999996</c:v>
                </c:pt>
                <c:pt idx="3376">
                  <c:v>66.933809999999994</c:v>
                </c:pt>
                <c:pt idx="3377">
                  <c:v>65.433779999999999</c:v>
                </c:pt>
                <c:pt idx="3378">
                  <c:v>66.290940000000006</c:v>
                </c:pt>
                <c:pt idx="3379">
                  <c:v>65.873570000000001</c:v>
                </c:pt>
                <c:pt idx="3380">
                  <c:v>63.87677</c:v>
                </c:pt>
                <c:pt idx="3381">
                  <c:v>62.248339999999999</c:v>
                </c:pt>
                <c:pt idx="3382">
                  <c:v>60.905160000000002</c:v>
                </c:pt>
                <c:pt idx="3383">
                  <c:v>59.687809999999999</c:v>
                </c:pt>
                <c:pt idx="3384">
                  <c:v>58.598950000000002</c:v>
                </c:pt>
                <c:pt idx="3385">
                  <c:v>57.755180000000003</c:v>
                </c:pt>
                <c:pt idx="3386">
                  <c:v>56.774850000000001</c:v>
                </c:pt>
                <c:pt idx="3387">
                  <c:v>55.667000000000002</c:v>
                </c:pt>
                <c:pt idx="3388">
                  <c:v>54.695799999999998</c:v>
                </c:pt>
                <c:pt idx="3389">
                  <c:v>53.868270000000003</c:v>
                </c:pt>
                <c:pt idx="3390">
                  <c:v>53.410769999999999</c:v>
                </c:pt>
                <c:pt idx="3391">
                  <c:v>52.63288</c:v>
                </c:pt>
                <c:pt idx="3392">
                  <c:v>51.052329999999998</c:v>
                </c:pt>
                <c:pt idx="3393">
                  <c:v>49.472459999999998</c:v>
                </c:pt>
                <c:pt idx="3394">
                  <c:v>48.462310000000002</c:v>
                </c:pt>
                <c:pt idx="3395">
                  <c:v>47.394390000000001</c:v>
                </c:pt>
                <c:pt idx="3396">
                  <c:v>46.284129999999998</c:v>
                </c:pt>
                <c:pt idx="3397">
                  <c:v>45.234299999999998</c:v>
                </c:pt>
                <c:pt idx="3398">
                  <c:v>44.309350000000002</c:v>
                </c:pt>
                <c:pt idx="3399">
                  <c:v>43.658279999999998</c:v>
                </c:pt>
                <c:pt idx="3400">
                  <c:v>43.157420000000002</c:v>
                </c:pt>
                <c:pt idx="3401">
                  <c:v>42.731099999999998</c:v>
                </c:pt>
                <c:pt idx="3402">
                  <c:v>42.165619999999997</c:v>
                </c:pt>
                <c:pt idx="3403">
                  <c:v>41.341659999999997</c:v>
                </c:pt>
                <c:pt idx="3404">
                  <c:v>40.410469999999997</c:v>
                </c:pt>
                <c:pt idx="3405">
                  <c:v>39.432789999999997</c:v>
                </c:pt>
                <c:pt idx="3406">
                  <c:v>38.639960000000002</c:v>
                </c:pt>
                <c:pt idx="3407">
                  <c:v>37.812440000000002</c:v>
                </c:pt>
                <c:pt idx="3408">
                  <c:v>36.403530000000003</c:v>
                </c:pt>
                <c:pt idx="3409">
                  <c:v>35.610959999999999</c:v>
                </c:pt>
                <c:pt idx="3410">
                  <c:v>35.638240000000003</c:v>
                </c:pt>
                <c:pt idx="3411">
                  <c:v>35.591999999999999</c:v>
                </c:pt>
                <c:pt idx="3412">
                  <c:v>35.21161</c:v>
                </c:pt>
                <c:pt idx="3413">
                  <c:v>34.448599999999999</c:v>
                </c:pt>
                <c:pt idx="3414">
                  <c:v>33.510489999999997</c:v>
                </c:pt>
                <c:pt idx="3415">
                  <c:v>32.711350000000003</c:v>
                </c:pt>
                <c:pt idx="3416">
                  <c:v>32.080069999999999</c:v>
                </c:pt>
                <c:pt idx="3417">
                  <c:v>31.733799999999999</c:v>
                </c:pt>
                <c:pt idx="3418">
                  <c:v>31.177790000000002</c:v>
                </c:pt>
                <c:pt idx="3419">
                  <c:v>30.359259999999999</c:v>
                </c:pt>
                <c:pt idx="3420">
                  <c:v>29.229009999999999</c:v>
                </c:pt>
                <c:pt idx="3421">
                  <c:v>28.074660000000002</c:v>
                </c:pt>
                <c:pt idx="3422">
                  <c:v>27.696010000000001</c:v>
                </c:pt>
                <c:pt idx="3423">
                  <c:v>27.620470000000001</c:v>
                </c:pt>
                <c:pt idx="3424">
                  <c:v>27.350280000000001</c:v>
                </c:pt>
                <c:pt idx="3425">
                  <c:v>26.996400000000001</c:v>
                </c:pt>
                <c:pt idx="3426">
                  <c:v>26.58991</c:v>
                </c:pt>
                <c:pt idx="3427">
                  <c:v>25.97692</c:v>
                </c:pt>
                <c:pt idx="3428">
                  <c:v>25.206910000000001</c:v>
                </c:pt>
                <c:pt idx="3429">
                  <c:v>24.593170000000001</c:v>
                </c:pt>
                <c:pt idx="3430">
                  <c:v>23.991330000000001</c:v>
                </c:pt>
                <c:pt idx="3431">
                  <c:v>23.137339999999998</c:v>
                </c:pt>
                <c:pt idx="3432">
                  <c:v>22.391909999999999</c:v>
                </c:pt>
                <c:pt idx="3433">
                  <c:v>22.04627</c:v>
                </c:pt>
                <c:pt idx="3434">
                  <c:v>21.84009</c:v>
                </c:pt>
                <c:pt idx="3435">
                  <c:v>21.69904</c:v>
                </c:pt>
                <c:pt idx="3436">
                  <c:v>21.36327</c:v>
                </c:pt>
                <c:pt idx="3437">
                  <c:v>20.843920000000001</c:v>
                </c:pt>
                <c:pt idx="3438">
                  <c:v>20.052510000000002</c:v>
                </c:pt>
                <c:pt idx="3439">
                  <c:v>19.399920000000002</c:v>
                </c:pt>
                <c:pt idx="3440">
                  <c:v>19.151289999999999</c:v>
                </c:pt>
                <c:pt idx="3441">
                  <c:v>18.863240000000001</c:v>
                </c:pt>
                <c:pt idx="3442">
                  <c:v>18.257439999999999</c:v>
                </c:pt>
                <c:pt idx="3443">
                  <c:v>18.07921</c:v>
                </c:pt>
                <c:pt idx="3444">
                  <c:v>18.156179999999999</c:v>
                </c:pt>
                <c:pt idx="3445">
                  <c:v>17.878319999999999</c:v>
                </c:pt>
                <c:pt idx="3446">
                  <c:v>17.441770000000002</c:v>
                </c:pt>
                <c:pt idx="3447">
                  <c:v>17.198910000000001</c:v>
                </c:pt>
                <c:pt idx="3448">
                  <c:v>16.89913</c:v>
                </c:pt>
                <c:pt idx="3449">
                  <c:v>16.470079999999999</c:v>
                </c:pt>
                <c:pt idx="3450">
                  <c:v>16.205410000000001</c:v>
                </c:pt>
                <c:pt idx="3451">
                  <c:v>16.171749999999999</c:v>
                </c:pt>
                <c:pt idx="3452">
                  <c:v>15.93211</c:v>
                </c:pt>
                <c:pt idx="3453">
                  <c:v>15.57038</c:v>
                </c:pt>
                <c:pt idx="3454">
                  <c:v>15.16389</c:v>
                </c:pt>
                <c:pt idx="3455">
                  <c:v>14.87302</c:v>
                </c:pt>
                <c:pt idx="3456">
                  <c:v>14.988300000000001</c:v>
                </c:pt>
                <c:pt idx="3457">
                  <c:v>14.92624</c:v>
                </c:pt>
                <c:pt idx="3458">
                  <c:v>14.66526</c:v>
                </c:pt>
                <c:pt idx="3459">
                  <c:v>14.496560000000001</c:v>
                </c:pt>
                <c:pt idx="3460">
                  <c:v>14.39725</c:v>
                </c:pt>
                <c:pt idx="3461">
                  <c:v>14.13776</c:v>
                </c:pt>
                <c:pt idx="3462">
                  <c:v>13.89493</c:v>
                </c:pt>
                <c:pt idx="3463">
                  <c:v>13.78401</c:v>
                </c:pt>
                <c:pt idx="3464">
                  <c:v>13.742459999999999</c:v>
                </c:pt>
                <c:pt idx="3465">
                  <c:v>13.778090000000001</c:v>
                </c:pt>
                <c:pt idx="3466">
                  <c:v>13.67657</c:v>
                </c:pt>
                <c:pt idx="3467">
                  <c:v>13.45903</c:v>
                </c:pt>
                <c:pt idx="3468">
                  <c:v>13.14274</c:v>
                </c:pt>
                <c:pt idx="3469">
                  <c:v>12.835419999999999</c:v>
                </c:pt>
                <c:pt idx="3470">
                  <c:v>12.54927</c:v>
                </c:pt>
                <c:pt idx="3471">
                  <c:v>12.62237</c:v>
                </c:pt>
                <c:pt idx="3472">
                  <c:v>13.0989</c:v>
                </c:pt>
                <c:pt idx="3473">
                  <c:v>13.27502</c:v>
                </c:pt>
                <c:pt idx="3474">
                  <c:v>12.989520000000001</c:v>
                </c:pt>
                <c:pt idx="3475">
                  <c:v>12.665240000000001</c:v>
                </c:pt>
                <c:pt idx="3476">
                  <c:v>12.38348</c:v>
                </c:pt>
                <c:pt idx="3477">
                  <c:v>12.302849999999999</c:v>
                </c:pt>
                <c:pt idx="3478">
                  <c:v>12.28951</c:v>
                </c:pt>
                <c:pt idx="3479">
                  <c:v>12.30261</c:v>
                </c:pt>
                <c:pt idx="3480">
                  <c:v>12.27244</c:v>
                </c:pt>
                <c:pt idx="3481">
                  <c:v>12.1957</c:v>
                </c:pt>
                <c:pt idx="3482">
                  <c:v>12.086869999999999</c:v>
                </c:pt>
                <c:pt idx="3483">
                  <c:v>11.957319999999999</c:v>
                </c:pt>
                <c:pt idx="3484">
                  <c:v>11.81376</c:v>
                </c:pt>
                <c:pt idx="3485">
                  <c:v>11.702590000000001</c:v>
                </c:pt>
                <c:pt idx="3486">
                  <c:v>11.702680000000001</c:v>
                </c:pt>
                <c:pt idx="3487">
                  <c:v>11.48987</c:v>
                </c:pt>
                <c:pt idx="3488">
                  <c:v>11.046900000000001</c:v>
                </c:pt>
                <c:pt idx="3489">
                  <c:v>11.111800000000001</c:v>
                </c:pt>
                <c:pt idx="3490">
                  <c:v>11.47419</c:v>
                </c:pt>
                <c:pt idx="3491">
                  <c:v>11.248799999999999</c:v>
                </c:pt>
                <c:pt idx="3492">
                  <c:v>10.873530000000001</c:v>
                </c:pt>
                <c:pt idx="3493">
                  <c:v>10.63556</c:v>
                </c:pt>
                <c:pt idx="3494">
                  <c:v>10.618410000000001</c:v>
                </c:pt>
                <c:pt idx="3495">
                  <c:v>10.868930000000001</c:v>
                </c:pt>
                <c:pt idx="3496">
                  <c:v>10.8246</c:v>
                </c:pt>
                <c:pt idx="3497">
                  <c:v>10.64406</c:v>
                </c:pt>
                <c:pt idx="3498">
                  <c:v>10.9116</c:v>
                </c:pt>
                <c:pt idx="3499">
                  <c:v>11.213050000000001</c:v>
                </c:pt>
                <c:pt idx="3500">
                  <c:v>10.71724</c:v>
                </c:pt>
                <c:pt idx="3501">
                  <c:v>10.413930000000001</c:v>
                </c:pt>
                <c:pt idx="3502">
                  <c:v>10.509499999999999</c:v>
                </c:pt>
                <c:pt idx="3503">
                  <c:v>10.4823</c:v>
                </c:pt>
                <c:pt idx="3504">
                  <c:v>10.281940000000001</c:v>
                </c:pt>
                <c:pt idx="3505">
                  <c:v>10.435280000000001</c:v>
                </c:pt>
                <c:pt idx="3506">
                  <c:v>10.57798</c:v>
                </c:pt>
                <c:pt idx="3507">
                  <c:v>10.35005</c:v>
                </c:pt>
                <c:pt idx="3508">
                  <c:v>10.143050000000001</c:v>
                </c:pt>
                <c:pt idx="3509">
                  <c:v>10.37992</c:v>
                </c:pt>
                <c:pt idx="3510">
                  <c:v>10.357139999999999</c:v>
                </c:pt>
                <c:pt idx="3511">
                  <c:v>10.11946</c:v>
                </c:pt>
                <c:pt idx="3512">
                  <c:v>9.8765800000000006</c:v>
                </c:pt>
                <c:pt idx="3513">
                  <c:v>9.7143370000000004</c:v>
                </c:pt>
                <c:pt idx="3514">
                  <c:v>9.8310849999999999</c:v>
                </c:pt>
                <c:pt idx="3515">
                  <c:v>9.9335109999999993</c:v>
                </c:pt>
                <c:pt idx="3516">
                  <c:v>9.921163</c:v>
                </c:pt>
                <c:pt idx="3517">
                  <c:v>9.8742000000000001</c:v>
                </c:pt>
                <c:pt idx="3518">
                  <c:v>9.8149370000000005</c:v>
                </c:pt>
                <c:pt idx="3519">
                  <c:v>9.6609979999999993</c:v>
                </c:pt>
                <c:pt idx="3520">
                  <c:v>9.583418</c:v>
                </c:pt>
                <c:pt idx="3521">
                  <c:v>9.8667090000000002</c:v>
                </c:pt>
                <c:pt idx="3522">
                  <c:v>10.12186</c:v>
                </c:pt>
                <c:pt idx="3523">
                  <c:v>10.045030000000001</c:v>
                </c:pt>
                <c:pt idx="3524">
                  <c:v>9.8585150000000006</c:v>
                </c:pt>
                <c:pt idx="3525">
                  <c:v>9.6376399999999993</c:v>
                </c:pt>
                <c:pt idx="3526">
                  <c:v>9.6904880000000002</c:v>
                </c:pt>
                <c:pt idx="3527">
                  <c:v>9.8314780000000006</c:v>
                </c:pt>
                <c:pt idx="3528">
                  <c:v>9.5990490000000008</c:v>
                </c:pt>
                <c:pt idx="3529">
                  <c:v>9.3893109999999993</c:v>
                </c:pt>
                <c:pt idx="3530">
                  <c:v>9.4088930000000008</c:v>
                </c:pt>
                <c:pt idx="3531">
                  <c:v>9.4898399999999992</c:v>
                </c:pt>
                <c:pt idx="3532">
                  <c:v>9.5667220000000004</c:v>
                </c:pt>
                <c:pt idx="3533">
                  <c:v>9.3559110000000008</c:v>
                </c:pt>
                <c:pt idx="3534">
                  <c:v>9.0550759999999997</c:v>
                </c:pt>
                <c:pt idx="3535">
                  <c:v>9.1731979999999993</c:v>
                </c:pt>
                <c:pt idx="3536">
                  <c:v>9.3235720000000004</c:v>
                </c:pt>
                <c:pt idx="3537">
                  <c:v>9.2906610000000001</c:v>
                </c:pt>
                <c:pt idx="3538">
                  <c:v>9.2392920000000007</c:v>
                </c:pt>
                <c:pt idx="3539">
                  <c:v>9.2094400000000007</c:v>
                </c:pt>
                <c:pt idx="3540">
                  <c:v>9.2757860000000001</c:v>
                </c:pt>
                <c:pt idx="3541">
                  <c:v>9.3312530000000002</c:v>
                </c:pt>
                <c:pt idx="3542">
                  <c:v>9.1337390000000003</c:v>
                </c:pt>
                <c:pt idx="3543">
                  <c:v>8.9464710000000007</c:v>
                </c:pt>
                <c:pt idx="3544">
                  <c:v>9.0569109999999995</c:v>
                </c:pt>
                <c:pt idx="3545">
                  <c:v>8.9775279999999995</c:v>
                </c:pt>
                <c:pt idx="3546">
                  <c:v>8.676717</c:v>
                </c:pt>
                <c:pt idx="3547">
                  <c:v>8.6479280000000003</c:v>
                </c:pt>
                <c:pt idx="3548">
                  <c:v>8.8204770000000003</c:v>
                </c:pt>
                <c:pt idx="3549">
                  <c:v>8.9652189999999994</c:v>
                </c:pt>
                <c:pt idx="3550">
                  <c:v>9.000508</c:v>
                </c:pt>
                <c:pt idx="3551">
                  <c:v>8.8797169999999994</c:v>
                </c:pt>
                <c:pt idx="3552">
                  <c:v>8.8113709999999994</c:v>
                </c:pt>
                <c:pt idx="3553">
                  <c:v>8.8641059999999996</c:v>
                </c:pt>
                <c:pt idx="3554">
                  <c:v>8.8316079999999992</c:v>
                </c:pt>
                <c:pt idx="3555">
                  <c:v>8.7465270000000004</c:v>
                </c:pt>
                <c:pt idx="3556">
                  <c:v>8.6690339999999999</c:v>
                </c:pt>
                <c:pt idx="3557">
                  <c:v>8.6408369999999994</c:v>
                </c:pt>
                <c:pt idx="3558">
                  <c:v>8.7315380000000005</c:v>
                </c:pt>
                <c:pt idx="3559">
                  <c:v>8.8675979999999992</c:v>
                </c:pt>
                <c:pt idx="3560">
                  <c:v>9.0189299999999992</c:v>
                </c:pt>
                <c:pt idx="3561">
                  <c:v>9.0424380000000006</c:v>
                </c:pt>
                <c:pt idx="3562">
                  <c:v>8.958456</c:v>
                </c:pt>
                <c:pt idx="3563">
                  <c:v>8.7174010000000006</c:v>
                </c:pt>
                <c:pt idx="3564">
                  <c:v>8.5903430000000007</c:v>
                </c:pt>
                <c:pt idx="3565">
                  <c:v>8.6981549999999999</c:v>
                </c:pt>
                <c:pt idx="3566">
                  <c:v>8.6833609999999997</c:v>
                </c:pt>
                <c:pt idx="3567">
                  <c:v>8.3810599999999997</c:v>
                </c:pt>
                <c:pt idx="3568">
                  <c:v>8.149165</c:v>
                </c:pt>
                <c:pt idx="3569">
                  <c:v>8.0489010000000007</c:v>
                </c:pt>
                <c:pt idx="3570">
                  <c:v>8.2045670000000008</c:v>
                </c:pt>
                <c:pt idx="3571">
                  <c:v>8.3959150000000005</c:v>
                </c:pt>
                <c:pt idx="3572">
                  <c:v>8.4555959999999999</c:v>
                </c:pt>
                <c:pt idx="3573">
                  <c:v>8.4328719999999997</c:v>
                </c:pt>
                <c:pt idx="3574">
                  <c:v>8.3528310000000001</c:v>
                </c:pt>
                <c:pt idx="3575">
                  <c:v>8.2867029999999993</c:v>
                </c:pt>
                <c:pt idx="3576">
                  <c:v>8.2217669999999998</c:v>
                </c:pt>
                <c:pt idx="3577">
                  <c:v>8.0555459999999997</c:v>
                </c:pt>
                <c:pt idx="3578">
                  <c:v>7.9939859999999996</c:v>
                </c:pt>
                <c:pt idx="3579">
                  <c:v>8.1225570000000005</c:v>
                </c:pt>
                <c:pt idx="3580">
                  <c:v>8.2527840000000001</c:v>
                </c:pt>
                <c:pt idx="3581">
                  <c:v>8.3163959999999992</c:v>
                </c:pt>
                <c:pt idx="3582">
                  <c:v>8.2253620000000005</c:v>
                </c:pt>
                <c:pt idx="3583">
                  <c:v>8.0827369999999998</c:v>
                </c:pt>
                <c:pt idx="3584">
                  <c:v>8.0869309999999999</c:v>
                </c:pt>
                <c:pt idx="3585">
                  <c:v>8.0958140000000007</c:v>
                </c:pt>
                <c:pt idx="3586">
                  <c:v>8.0496160000000003</c:v>
                </c:pt>
                <c:pt idx="3587">
                  <c:v>7.8417260000000004</c:v>
                </c:pt>
                <c:pt idx="3588">
                  <c:v>7.554716</c:v>
                </c:pt>
                <c:pt idx="3589">
                  <c:v>7.8279199999999998</c:v>
                </c:pt>
                <c:pt idx="3590">
                  <c:v>8.2619229999999995</c:v>
                </c:pt>
                <c:pt idx="3591">
                  <c:v>8.2417660000000001</c:v>
                </c:pt>
                <c:pt idx="3592">
                  <c:v>8.1641779999999997</c:v>
                </c:pt>
                <c:pt idx="3593">
                  <c:v>8.2505279999999992</c:v>
                </c:pt>
                <c:pt idx="3594">
                  <c:v>8.2998560000000001</c:v>
                </c:pt>
                <c:pt idx="3595">
                  <c:v>8.2675619999999999</c:v>
                </c:pt>
                <c:pt idx="3596">
                  <c:v>8.0860190000000003</c:v>
                </c:pt>
                <c:pt idx="3597">
                  <c:v>7.8979010000000001</c:v>
                </c:pt>
                <c:pt idx="3598">
                  <c:v>8.0545810000000007</c:v>
                </c:pt>
                <c:pt idx="3599">
                  <c:v>8.0745819999999995</c:v>
                </c:pt>
                <c:pt idx="3600">
                  <c:v>7.8258359999999998</c:v>
                </c:pt>
                <c:pt idx="3601">
                  <c:v>7.8847050000000003</c:v>
                </c:pt>
                <c:pt idx="3602">
                  <c:v>8.2075230000000001</c:v>
                </c:pt>
                <c:pt idx="3603">
                  <c:v>8.0092859999999995</c:v>
                </c:pt>
                <c:pt idx="3604">
                  <c:v>7.7312560000000001</c:v>
                </c:pt>
                <c:pt idx="3605">
                  <c:v>7.7663900000000003</c:v>
                </c:pt>
                <c:pt idx="3606">
                  <c:v>7.8406640000000003</c:v>
                </c:pt>
                <c:pt idx="3607">
                  <c:v>7.8028690000000003</c:v>
                </c:pt>
                <c:pt idx="3608">
                  <c:v>7.7411440000000002</c:v>
                </c:pt>
                <c:pt idx="3609">
                  <c:v>7.7008330000000003</c:v>
                </c:pt>
                <c:pt idx="3610">
                  <c:v>7.7989610000000003</c:v>
                </c:pt>
                <c:pt idx="3611">
                  <c:v>7.8874250000000004</c:v>
                </c:pt>
                <c:pt idx="3612">
                  <c:v>7.7026589999999997</c:v>
                </c:pt>
                <c:pt idx="3613">
                  <c:v>7.6210170000000002</c:v>
                </c:pt>
                <c:pt idx="3614">
                  <c:v>7.6869550000000002</c:v>
                </c:pt>
                <c:pt idx="3615">
                  <c:v>7.7831650000000003</c:v>
                </c:pt>
                <c:pt idx="3616">
                  <c:v>7.8534470000000001</c:v>
                </c:pt>
                <c:pt idx="3617">
                  <c:v>7.7386679999999997</c:v>
                </c:pt>
                <c:pt idx="3618">
                  <c:v>7.6728949999999996</c:v>
                </c:pt>
                <c:pt idx="3619">
                  <c:v>7.7821809999999996</c:v>
                </c:pt>
                <c:pt idx="3620">
                  <c:v>7.7236399999999996</c:v>
                </c:pt>
                <c:pt idx="3621">
                  <c:v>7.3397209999999999</c:v>
                </c:pt>
                <c:pt idx="3622">
                  <c:v>7.3051680000000001</c:v>
                </c:pt>
                <c:pt idx="3623">
                  <c:v>7.468852</c:v>
                </c:pt>
                <c:pt idx="3624">
                  <c:v>7.6329580000000004</c:v>
                </c:pt>
                <c:pt idx="3625">
                  <c:v>7.6914170000000004</c:v>
                </c:pt>
                <c:pt idx="3626">
                  <c:v>7.4699650000000002</c:v>
                </c:pt>
                <c:pt idx="3627">
                  <c:v>7.6262489999999996</c:v>
                </c:pt>
                <c:pt idx="3628">
                  <c:v>8.0393480000000004</c:v>
                </c:pt>
                <c:pt idx="3629">
                  <c:v>7.7577569999999998</c:v>
                </c:pt>
                <c:pt idx="3630">
                  <c:v>7.2224370000000002</c:v>
                </c:pt>
                <c:pt idx="3631">
                  <c:v>7.1320819999999996</c:v>
                </c:pt>
                <c:pt idx="3632">
                  <c:v>7.2295439999999997</c:v>
                </c:pt>
                <c:pt idx="3633">
                  <c:v>7.3948660000000004</c:v>
                </c:pt>
                <c:pt idx="3634">
                  <c:v>7.4909530000000002</c:v>
                </c:pt>
                <c:pt idx="3635">
                  <c:v>7.4756910000000003</c:v>
                </c:pt>
                <c:pt idx="3636">
                  <c:v>7.3270179999999998</c:v>
                </c:pt>
                <c:pt idx="3637">
                  <c:v>7.1656880000000003</c:v>
                </c:pt>
                <c:pt idx="3638">
                  <c:v>7.1507930000000002</c:v>
                </c:pt>
                <c:pt idx="3639">
                  <c:v>7.1758009999999999</c:v>
                </c:pt>
                <c:pt idx="3640">
                  <c:v>7.2204160000000002</c:v>
                </c:pt>
                <c:pt idx="3641">
                  <c:v>7.4186949999999996</c:v>
                </c:pt>
                <c:pt idx="3642">
                  <c:v>7.6594069999999999</c:v>
                </c:pt>
                <c:pt idx="3643">
                  <c:v>7.4017720000000002</c:v>
                </c:pt>
                <c:pt idx="3644">
                  <c:v>7.1918800000000003</c:v>
                </c:pt>
                <c:pt idx="3645">
                  <c:v>7.4143039999999996</c:v>
                </c:pt>
                <c:pt idx="3646">
                  <c:v>7.4856980000000002</c:v>
                </c:pt>
                <c:pt idx="3647">
                  <c:v>7.2440110000000004</c:v>
                </c:pt>
                <c:pt idx="3648">
                  <c:v>7.0965400000000001</c:v>
                </c:pt>
                <c:pt idx="3649">
                  <c:v>7.0283449999999998</c:v>
                </c:pt>
                <c:pt idx="3650">
                  <c:v>6.9502179999999996</c:v>
                </c:pt>
                <c:pt idx="3651">
                  <c:v>6.9333960000000001</c:v>
                </c:pt>
                <c:pt idx="3652">
                  <c:v>7.067526</c:v>
                </c:pt>
                <c:pt idx="3653">
                  <c:v>7.247738</c:v>
                </c:pt>
                <c:pt idx="3654">
                  <c:v>7.4486480000000004</c:v>
                </c:pt>
                <c:pt idx="3655">
                  <c:v>7.6250090000000004</c:v>
                </c:pt>
                <c:pt idx="3656">
                  <c:v>7.7242300000000004</c:v>
                </c:pt>
                <c:pt idx="3657">
                  <c:v>7.5925339999999997</c:v>
                </c:pt>
                <c:pt idx="3658">
                  <c:v>7.4143049999999997</c:v>
                </c:pt>
                <c:pt idx="3659">
                  <c:v>7.252294</c:v>
                </c:pt>
                <c:pt idx="3660">
                  <c:v>7.2126260000000002</c:v>
                </c:pt>
                <c:pt idx="3661">
                  <c:v>7.2793520000000003</c:v>
                </c:pt>
                <c:pt idx="3662">
                  <c:v>7.3628439999999999</c:v>
                </c:pt>
                <c:pt idx="3663">
                  <c:v>7.3241240000000003</c:v>
                </c:pt>
                <c:pt idx="3664">
                  <c:v>7.0736480000000004</c:v>
                </c:pt>
                <c:pt idx="3665">
                  <c:v>6.9402470000000003</c:v>
                </c:pt>
                <c:pt idx="3666">
                  <c:v>7.1256180000000002</c:v>
                </c:pt>
                <c:pt idx="3667">
                  <c:v>7.3026710000000001</c:v>
                </c:pt>
                <c:pt idx="3668">
                  <c:v>7.4130529999999997</c:v>
                </c:pt>
                <c:pt idx="3669">
                  <c:v>7.3384770000000001</c:v>
                </c:pt>
                <c:pt idx="3670">
                  <c:v>7.1723540000000003</c:v>
                </c:pt>
                <c:pt idx="3671">
                  <c:v>6.8971499999999999</c:v>
                </c:pt>
                <c:pt idx="3672">
                  <c:v>6.8321069999999997</c:v>
                </c:pt>
                <c:pt idx="3673">
                  <c:v>6.9486800000000004</c:v>
                </c:pt>
                <c:pt idx="3674">
                  <c:v>7.0318120000000004</c:v>
                </c:pt>
                <c:pt idx="3675">
                  <c:v>7.1030879999999996</c:v>
                </c:pt>
                <c:pt idx="3676">
                  <c:v>7.2991479999999997</c:v>
                </c:pt>
                <c:pt idx="3677">
                  <c:v>7.2919479999999997</c:v>
                </c:pt>
                <c:pt idx="3678">
                  <c:v>7.0084010000000001</c:v>
                </c:pt>
                <c:pt idx="3679">
                  <c:v>6.9946910000000004</c:v>
                </c:pt>
                <c:pt idx="3680">
                  <c:v>7.2020670000000004</c:v>
                </c:pt>
                <c:pt idx="3681">
                  <c:v>7.0091979999999996</c:v>
                </c:pt>
                <c:pt idx="3682">
                  <c:v>6.806514</c:v>
                </c:pt>
                <c:pt idx="3683">
                  <c:v>7.0514359999999998</c:v>
                </c:pt>
                <c:pt idx="3684">
                  <c:v>7.1285210000000001</c:v>
                </c:pt>
                <c:pt idx="3685">
                  <c:v>6.9197699999999998</c:v>
                </c:pt>
                <c:pt idx="3686">
                  <c:v>6.7872159999999999</c:v>
                </c:pt>
                <c:pt idx="3687">
                  <c:v>6.7414420000000002</c:v>
                </c:pt>
                <c:pt idx="3688">
                  <c:v>6.7701089999999997</c:v>
                </c:pt>
                <c:pt idx="3689">
                  <c:v>6.8179619999999996</c:v>
                </c:pt>
                <c:pt idx="3690">
                  <c:v>6.8652040000000003</c:v>
                </c:pt>
                <c:pt idx="3691">
                  <c:v>6.814241</c:v>
                </c:pt>
                <c:pt idx="3692">
                  <c:v>6.6848789999999996</c:v>
                </c:pt>
                <c:pt idx="3693">
                  <c:v>6.8153030000000001</c:v>
                </c:pt>
                <c:pt idx="3694">
                  <c:v>6.9339300000000001</c:v>
                </c:pt>
                <c:pt idx="3695">
                  <c:v>6.7707860000000002</c:v>
                </c:pt>
                <c:pt idx="3696">
                  <c:v>6.6493359999999999</c:v>
                </c:pt>
                <c:pt idx="3697">
                  <c:v>6.7627059999999997</c:v>
                </c:pt>
                <c:pt idx="3698">
                  <c:v>6.8071140000000003</c:v>
                </c:pt>
                <c:pt idx="3699">
                  <c:v>6.8402950000000002</c:v>
                </c:pt>
                <c:pt idx="3700">
                  <c:v>7.0359530000000001</c:v>
                </c:pt>
                <c:pt idx="3701">
                  <c:v>7.1605730000000003</c:v>
                </c:pt>
                <c:pt idx="3702">
                  <c:v>6.7828819999999999</c:v>
                </c:pt>
                <c:pt idx="3703">
                  <c:v>6.7689360000000001</c:v>
                </c:pt>
                <c:pt idx="3704">
                  <c:v>7.0681120000000002</c:v>
                </c:pt>
                <c:pt idx="3705">
                  <c:v>6.9178300000000004</c:v>
                </c:pt>
                <c:pt idx="3706">
                  <c:v>6.601229</c:v>
                </c:pt>
                <c:pt idx="3707">
                  <c:v>6.62073</c:v>
                </c:pt>
                <c:pt idx="3708">
                  <c:v>6.8032659999999998</c:v>
                </c:pt>
                <c:pt idx="3709">
                  <c:v>7.0579320000000001</c:v>
                </c:pt>
                <c:pt idx="3710">
                  <c:v>7.1338800000000004</c:v>
                </c:pt>
                <c:pt idx="3711">
                  <c:v>6.9902699999999998</c:v>
                </c:pt>
                <c:pt idx="3712">
                  <c:v>6.509252</c:v>
                </c:pt>
                <c:pt idx="3713">
                  <c:v>6.2562610000000003</c:v>
                </c:pt>
                <c:pt idx="3714">
                  <c:v>6.6394510000000002</c:v>
                </c:pt>
                <c:pt idx="3715">
                  <c:v>6.8176779999999999</c:v>
                </c:pt>
                <c:pt idx="3716">
                  <c:v>6.4884449999999996</c:v>
                </c:pt>
                <c:pt idx="3717">
                  <c:v>6.5054959999999999</c:v>
                </c:pt>
                <c:pt idx="3718">
                  <c:v>6.7156909999999996</c:v>
                </c:pt>
                <c:pt idx="3719">
                  <c:v>6.9040860000000004</c:v>
                </c:pt>
                <c:pt idx="3720">
                  <c:v>6.9254290000000003</c:v>
                </c:pt>
                <c:pt idx="3721">
                  <c:v>6.6752830000000003</c:v>
                </c:pt>
                <c:pt idx="3722">
                  <c:v>6.5423</c:v>
                </c:pt>
                <c:pt idx="3723">
                  <c:v>6.5467500000000003</c:v>
                </c:pt>
                <c:pt idx="3724">
                  <c:v>6.707795</c:v>
                </c:pt>
                <c:pt idx="3725">
                  <c:v>6.8026</c:v>
                </c:pt>
                <c:pt idx="3726">
                  <c:v>6.6033660000000003</c:v>
                </c:pt>
                <c:pt idx="3727">
                  <c:v>6.6191529999999998</c:v>
                </c:pt>
                <c:pt idx="3728">
                  <c:v>6.9392750000000003</c:v>
                </c:pt>
                <c:pt idx="3729">
                  <c:v>6.9087399999999999</c:v>
                </c:pt>
                <c:pt idx="3730">
                  <c:v>6.6470079999999996</c:v>
                </c:pt>
                <c:pt idx="3731">
                  <c:v>6.434552</c:v>
                </c:pt>
                <c:pt idx="3732">
                  <c:v>6.4074410000000004</c:v>
                </c:pt>
                <c:pt idx="3733">
                  <c:v>6.7368810000000003</c:v>
                </c:pt>
                <c:pt idx="3734">
                  <c:v>6.7822680000000002</c:v>
                </c:pt>
                <c:pt idx="3735">
                  <c:v>6.6169010000000004</c:v>
                </c:pt>
                <c:pt idx="3736">
                  <c:v>6.6718950000000001</c:v>
                </c:pt>
                <c:pt idx="3737">
                  <c:v>6.8194939999999997</c:v>
                </c:pt>
                <c:pt idx="3738">
                  <c:v>6.9174889999999998</c:v>
                </c:pt>
                <c:pt idx="3739">
                  <c:v>6.8557709999999998</c:v>
                </c:pt>
                <c:pt idx="3740">
                  <c:v>6.6636110000000004</c:v>
                </c:pt>
                <c:pt idx="3741">
                  <c:v>6.692526</c:v>
                </c:pt>
                <c:pt idx="3742">
                  <c:v>6.8478669999999999</c:v>
                </c:pt>
                <c:pt idx="3743">
                  <c:v>6.8939620000000001</c:v>
                </c:pt>
                <c:pt idx="3744">
                  <c:v>6.87927</c:v>
                </c:pt>
                <c:pt idx="3745">
                  <c:v>6.8336319999999997</c:v>
                </c:pt>
                <c:pt idx="3746">
                  <c:v>6.8235109999999999</c:v>
                </c:pt>
                <c:pt idx="3747">
                  <c:v>6.8500680000000003</c:v>
                </c:pt>
                <c:pt idx="3748">
                  <c:v>6.8638250000000003</c:v>
                </c:pt>
                <c:pt idx="3749">
                  <c:v>6.7795009999999998</c:v>
                </c:pt>
                <c:pt idx="3750">
                  <c:v>6.5424660000000001</c:v>
                </c:pt>
                <c:pt idx="3751">
                  <c:v>6.3383010000000004</c:v>
                </c:pt>
                <c:pt idx="3752">
                  <c:v>6.2526060000000001</c:v>
                </c:pt>
                <c:pt idx="3753">
                  <c:v>6.494256</c:v>
                </c:pt>
                <c:pt idx="3754">
                  <c:v>6.7634470000000002</c:v>
                </c:pt>
                <c:pt idx="3755">
                  <c:v>6.5373729999999997</c:v>
                </c:pt>
                <c:pt idx="3756">
                  <c:v>6.3451310000000003</c:v>
                </c:pt>
                <c:pt idx="3757">
                  <c:v>6.4972250000000003</c:v>
                </c:pt>
                <c:pt idx="3758">
                  <c:v>6.6536390000000001</c:v>
                </c:pt>
                <c:pt idx="3759">
                  <c:v>6.7711240000000004</c:v>
                </c:pt>
                <c:pt idx="3760">
                  <c:v>6.8578910000000004</c:v>
                </c:pt>
                <c:pt idx="3761">
                  <c:v>6.7926019999999996</c:v>
                </c:pt>
                <c:pt idx="3762">
                  <c:v>6.4037839999999999</c:v>
                </c:pt>
                <c:pt idx="3763">
                  <c:v>6.2506640000000004</c:v>
                </c:pt>
                <c:pt idx="3764">
                  <c:v>6.3694959999999998</c:v>
                </c:pt>
                <c:pt idx="3765">
                  <c:v>6.3897760000000003</c:v>
                </c:pt>
                <c:pt idx="3766">
                  <c:v>6.4201269999999999</c:v>
                </c:pt>
                <c:pt idx="3767">
                  <c:v>6.6913489999999998</c:v>
                </c:pt>
                <c:pt idx="3768">
                  <c:v>6.791906</c:v>
                </c:pt>
                <c:pt idx="3769">
                  <c:v>6.524553</c:v>
                </c:pt>
                <c:pt idx="3770">
                  <c:v>6.3572620000000004</c:v>
                </c:pt>
                <c:pt idx="3771">
                  <c:v>6.3591790000000001</c:v>
                </c:pt>
                <c:pt idx="3772">
                  <c:v>6.5408419999999996</c:v>
                </c:pt>
                <c:pt idx="3773">
                  <c:v>6.7388310000000002</c:v>
                </c:pt>
                <c:pt idx="3774">
                  <c:v>6.8086440000000001</c:v>
                </c:pt>
                <c:pt idx="3775">
                  <c:v>6.7353969999999999</c:v>
                </c:pt>
                <c:pt idx="3776">
                  <c:v>6.5610989999999996</c:v>
                </c:pt>
                <c:pt idx="3777">
                  <c:v>6.4455039999999997</c:v>
                </c:pt>
                <c:pt idx="3778">
                  <c:v>6.4099649999999997</c:v>
                </c:pt>
                <c:pt idx="3779">
                  <c:v>6.5287300000000004</c:v>
                </c:pt>
                <c:pt idx="3780">
                  <c:v>6.6557259999999996</c:v>
                </c:pt>
                <c:pt idx="3781">
                  <c:v>6.7497759999999998</c:v>
                </c:pt>
                <c:pt idx="3782">
                  <c:v>6.7016939999999998</c:v>
                </c:pt>
                <c:pt idx="3783">
                  <c:v>6.592848</c:v>
                </c:pt>
                <c:pt idx="3784">
                  <c:v>6.601299</c:v>
                </c:pt>
                <c:pt idx="3785">
                  <c:v>6.7095729999999998</c:v>
                </c:pt>
                <c:pt idx="3786">
                  <c:v>6.8888249999999998</c:v>
                </c:pt>
                <c:pt idx="3787">
                  <c:v>6.9232849999999999</c:v>
                </c:pt>
                <c:pt idx="3788">
                  <c:v>6.808141</c:v>
                </c:pt>
                <c:pt idx="3789">
                  <c:v>6.7765700000000004</c:v>
                </c:pt>
                <c:pt idx="3790">
                  <c:v>6.771674</c:v>
                </c:pt>
                <c:pt idx="3791">
                  <c:v>6.7500530000000003</c:v>
                </c:pt>
                <c:pt idx="3792">
                  <c:v>6.7419650000000004</c:v>
                </c:pt>
                <c:pt idx="3793">
                  <c:v>6.7538330000000002</c:v>
                </c:pt>
                <c:pt idx="3794">
                  <c:v>6.6699299999999999</c:v>
                </c:pt>
                <c:pt idx="3795">
                  <c:v>6.5348769999999998</c:v>
                </c:pt>
                <c:pt idx="3796">
                  <c:v>6.3806089999999998</c:v>
                </c:pt>
                <c:pt idx="3797">
                  <c:v>6.3320800000000004</c:v>
                </c:pt>
                <c:pt idx="3798">
                  <c:v>6.4564859999999999</c:v>
                </c:pt>
                <c:pt idx="3799">
                  <c:v>6.5687730000000002</c:v>
                </c:pt>
                <c:pt idx="3800">
                  <c:v>6.6386890000000003</c:v>
                </c:pt>
                <c:pt idx="3801">
                  <c:v>6.588889</c:v>
                </c:pt>
                <c:pt idx="3802">
                  <c:v>6.5427860000000004</c:v>
                </c:pt>
                <c:pt idx="3803">
                  <c:v>6.5671220000000003</c:v>
                </c:pt>
                <c:pt idx="3804">
                  <c:v>6.5287810000000004</c:v>
                </c:pt>
                <c:pt idx="3805">
                  <c:v>6.4486829999999999</c:v>
                </c:pt>
                <c:pt idx="3806">
                  <c:v>6.5745550000000001</c:v>
                </c:pt>
                <c:pt idx="3807">
                  <c:v>6.7193069999999997</c:v>
                </c:pt>
                <c:pt idx="3808">
                  <c:v>6.7226080000000001</c:v>
                </c:pt>
                <c:pt idx="3809">
                  <c:v>6.7323310000000003</c:v>
                </c:pt>
                <c:pt idx="3810">
                  <c:v>6.7927629999999999</c:v>
                </c:pt>
                <c:pt idx="3811">
                  <c:v>6.7015120000000001</c:v>
                </c:pt>
                <c:pt idx="3812">
                  <c:v>6.5949280000000003</c:v>
                </c:pt>
                <c:pt idx="3813">
                  <c:v>6.6543289999999997</c:v>
                </c:pt>
                <c:pt idx="3814">
                  <c:v>6.7054729999999996</c:v>
                </c:pt>
                <c:pt idx="3815">
                  <c:v>6.6270480000000003</c:v>
                </c:pt>
                <c:pt idx="3816">
                  <c:v>6.6277549999999996</c:v>
                </c:pt>
                <c:pt idx="3817">
                  <c:v>6.6672979999999997</c:v>
                </c:pt>
                <c:pt idx="3818">
                  <c:v>6.6621880000000004</c:v>
                </c:pt>
                <c:pt idx="3819">
                  <c:v>6.6027120000000004</c:v>
                </c:pt>
                <c:pt idx="3820">
                  <c:v>6.4012869999999999</c:v>
                </c:pt>
                <c:pt idx="3821">
                  <c:v>6.3990729999999996</c:v>
                </c:pt>
                <c:pt idx="3822">
                  <c:v>6.5256400000000001</c:v>
                </c:pt>
                <c:pt idx="3823">
                  <c:v>6.4923799999999998</c:v>
                </c:pt>
                <c:pt idx="3824">
                  <c:v>6.4127749999999999</c:v>
                </c:pt>
                <c:pt idx="3825">
                  <c:v>6.4462570000000001</c:v>
                </c:pt>
                <c:pt idx="3826">
                  <c:v>6.4223800000000004</c:v>
                </c:pt>
                <c:pt idx="3827">
                  <c:v>6.3263569999999998</c:v>
                </c:pt>
                <c:pt idx="3828">
                  <c:v>6.114751</c:v>
                </c:pt>
                <c:pt idx="3829">
                  <c:v>5.961392</c:v>
                </c:pt>
                <c:pt idx="3830">
                  <c:v>6.172307</c:v>
                </c:pt>
                <c:pt idx="3831">
                  <c:v>6.5032379999999996</c:v>
                </c:pt>
                <c:pt idx="3832">
                  <c:v>6.8403830000000001</c:v>
                </c:pt>
                <c:pt idx="3833">
                  <c:v>6.4941779999999998</c:v>
                </c:pt>
                <c:pt idx="3834">
                  <c:v>5.923165</c:v>
                </c:pt>
                <c:pt idx="3835">
                  <c:v>6.4656840000000004</c:v>
                </c:pt>
                <c:pt idx="3836">
                  <c:v>6.9755269999999996</c:v>
                </c:pt>
                <c:pt idx="3837">
                  <c:v>6.9073580000000003</c:v>
                </c:pt>
                <c:pt idx="3838">
                  <c:v>6.5866290000000003</c:v>
                </c:pt>
                <c:pt idx="3839">
                  <c:v>6.2265220000000001</c:v>
                </c:pt>
                <c:pt idx="3840">
                  <c:v>6.3067330000000004</c:v>
                </c:pt>
                <c:pt idx="3841">
                  <c:v>6.5359860000000003</c:v>
                </c:pt>
                <c:pt idx="3842">
                  <c:v>6.682391</c:v>
                </c:pt>
                <c:pt idx="3843">
                  <c:v>6.6231200000000001</c:v>
                </c:pt>
                <c:pt idx="3844">
                  <c:v>6.4396440000000004</c:v>
                </c:pt>
                <c:pt idx="3845">
                  <c:v>6.5772659999999998</c:v>
                </c:pt>
                <c:pt idx="3846">
                  <c:v>6.803623</c:v>
                </c:pt>
                <c:pt idx="3847">
                  <c:v>6.7585509999999998</c:v>
                </c:pt>
                <c:pt idx="3848">
                  <c:v>6.4792540000000001</c:v>
                </c:pt>
                <c:pt idx="3849">
                  <c:v>6.0638529999999999</c:v>
                </c:pt>
                <c:pt idx="3850">
                  <c:v>6.0940450000000004</c:v>
                </c:pt>
                <c:pt idx="3851">
                  <c:v>6.3551000000000002</c:v>
                </c:pt>
                <c:pt idx="3852">
                  <c:v>6.453468</c:v>
                </c:pt>
                <c:pt idx="3853">
                  <c:v>6.3186349999999996</c:v>
                </c:pt>
                <c:pt idx="3854">
                  <c:v>6.0001569999999997</c:v>
                </c:pt>
                <c:pt idx="3855">
                  <c:v>6.1361520000000001</c:v>
                </c:pt>
                <c:pt idx="3856">
                  <c:v>6.5401910000000001</c:v>
                </c:pt>
                <c:pt idx="3857">
                  <c:v>6.5435059999999998</c:v>
                </c:pt>
                <c:pt idx="3858">
                  <c:v>6.4437189999999998</c:v>
                </c:pt>
                <c:pt idx="3859">
                  <c:v>6.3796270000000002</c:v>
                </c:pt>
                <c:pt idx="3860">
                  <c:v>6.372611</c:v>
                </c:pt>
                <c:pt idx="3861">
                  <c:v>6.4163069999999998</c:v>
                </c:pt>
                <c:pt idx="3862">
                  <c:v>6.5010380000000003</c:v>
                </c:pt>
                <c:pt idx="3863">
                  <c:v>6.5354039999999998</c:v>
                </c:pt>
                <c:pt idx="3864">
                  <c:v>6.473147</c:v>
                </c:pt>
                <c:pt idx="3865">
                  <c:v>6.4373570000000004</c:v>
                </c:pt>
                <c:pt idx="3866">
                  <c:v>6.474653</c:v>
                </c:pt>
                <c:pt idx="3867">
                  <c:v>6.6569900000000004</c:v>
                </c:pt>
                <c:pt idx="3868">
                  <c:v>6.7958939999999997</c:v>
                </c:pt>
                <c:pt idx="3869">
                  <c:v>6.7124680000000003</c:v>
                </c:pt>
                <c:pt idx="3870">
                  <c:v>6.5454040000000004</c:v>
                </c:pt>
                <c:pt idx="3871">
                  <c:v>6.3639250000000001</c:v>
                </c:pt>
                <c:pt idx="3872">
                  <c:v>6.454053</c:v>
                </c:pt>
                <c:pt idx="3873">
                  <c:v>6.6147999999999998</c:v>
                </c:pt>
                <c:pt idx="3874">
                  <c:v>6.4877520000000004</c:v>
                </c:pt>
                <c:pt idx="3875">
                  <c:v>6.3431470000000001</c:v>
                </c:pt>
                <c:pt idx="3876">
                  <c:v>6.2725600000000004</c:v>
                </c:pt>
                <c:pt idx="3877">
                  <c:v>6.5240049999999998</c:v>
                </c:pt>
                <c:pt idx="3878">
                  <c:v>6.8825719999999997</c:v>
                </c:pt>
                <c:pt idx="3879">
                  <c:v>6.7485790000000003</c:v>
                </c:pt>
                <c:pt idx="3880">
                  <c:v>6.5433000000000003</c:v>
                </c:pt>
                <c:pt idx="3881">
                  <c:v>6.4036020000000002</c:v>
                </c:pt>
                <c:pt idx="3882">
                  <c:v>6.4934060000000002</c:v>
                </c:pt>
                <c:pt idx="3883">
                  <c:v>6.7030570000000003</c:v>
                </c:pt>
                <c:pt idx="3884">
                  <c:v>6.6552290000000003</c:v>
                </c:pt>
                <c:pt idx="3885">
                  <c:v>6.5713100000000004</c:v>
                </c:pt>
                <c:pt idx="3886">
                  <c:v>6.5471269999999997</c:v>
                </c:pt>
                <c:pt idx="3887">
                  <c:v>6.49153</c:v>
                </c:pt>
                <c:pt idx="3888">
                  <c:v>6.4009130000000001</c:v>
                </c:pt>
                <c:pt idx="3889">
                  <c:v>6.2976970000000003</c:v>
                </c:pt>
                <c:pt idx="3890">
                  <c:v>6.3238839999999996</c:v>
                </c:pt>
                <c:pt idx="3891">
                  <c:v>6.5270900000000003</c:v>
                </c:pt>
                <c:pt idx="3892">
                  <c:v>6.6024539999999998</c:v>
                </c:pt>
                <c:pt idx="3893">
                  <c:v>6.5034340000000004</c:v>
                </c:pt>
                <c:pt idx="3894">
                  <c:v>6.5644679999999997</c:v>
                </c:pt>
                <c:pt idx="3895">
                  <c:v>6.5721579999999999</c:v>
                </c:pt>
                <c:pt idx="3896">
                  <c:v>6.3769499999999999</c:v>
                </c:pt>
                <c:pt idx="3897">
                  <c:v>6.2528800000000002</c:v>
                </c:pt>
                <c:pt idx="3898">
                  <c:v>6.306724</c:v>
                </c:pt>
                <c:pt idx="3899">
                  <c:v>6.5079609999999999</c:v>
                </c:pt>
                <c:pt idx="3900">
                  <c:v>6.7429399999999999</c:v>
                </c:pt>
                <c:pt idx="3901">
                  <c:v>6.9097929999999996</c:v>
                </c:pt>
                <c:pt idx="3902">
                  <c:v>6.9445649999999999</c:v>
                </c:pt>
                <c:pt idx="3903">
                  <c:v>6.8307599999999997</c:v>
                </c:pt>
                <c:pt idx="3904">
                  <c:v>6.8234380000000003</c:v>
                </c:pt>
                <c:pt idx="3905">
                  <c:v>6.8097240000000001</c:v>
                </c:pt>
                <c:pt idx="3906">
                  <c:v>6.548934</c:v>
                </c:pt>
                <c:pt idx="3907">
                  <c:v>6.3292250000000001</c:v>
                </c:pt>
                <c:pt idx="3908">
                  <c:v>6.2450219999999996</c:v>
                </c:pt>
                <c:pt idx="3909">
                  <c:v>6.3585430000000001</c:v>
                </c:pt>
                <c:pt idx="3910">
                  <c:v>6.5837199999999996</c:v>
                </c:pt>
                <c:pt idx="3911">
                  <c:v>6.8186799999999996</c:v>
                </c:pt>
                <c:pt idx="3912">
                  <c:v>6.9328430000000001</c:v>
                </c:pt>
                <c:pt idx="3913">
                  <c:v>6.8878329999999997</c:v>
                </c:pt>
                <c:pt idx="3914">
                  <c:v>6.6728040000000002</c:v>
                </c:pt>
                <c:pt idx="3915">
                  <c:v>6.4200819999999998</c:v>
                </c:pt>
                <c:pt idx="3916">
                  <c:v>6.5898940000000001</c:v>
                </c:pt>
                <c:pt idx="3917">
                  <c:v>6.6096389999999996</c:v>
                </c:pt>
                <c:pt idx="3918">
                  <c:v>6.3206540000000002</c:v>
                </c:pt>
                <c:pt idx="3919">
                  <c:v>6.2392430000000001</c:v>
                </c:pt>
                <c:pt idx="3920">
                  <c:v>6.3530990000000003</c:v>
                </c:pt>
                <c:pt idx="3921">
                  <c:v>6.4029160000000003</c:v>
                </c:pt>
                <c:pt idx="3922">
                  <c:v>6.4741489999999997</c:v>
                </c:pt>
                <c:pt idx="3923">
                  <c:v>6.5942530000000001</c:v>
                </c:pt>
                <c:pt idx="3924">
                  <c:v>6.647767</c:v>
                </c:pt>
                <c:pt idx="3925">
                  <c:v>6.6259889999999997</c:v>
                </c:pt>
                <c:pt idx="3926">
                  <c:v>6.5708919999999997</c:v>
                </c:pt>
                <c:pt idx="3927">
                  <c:v>6.5090599999999998</c:v>
                </c:pt>
                <c:pt idx="3928">
                  <c:v>6.4550599999999996</c:v>
                </c:pt>
                <c:pt idx="3929">
                  <c:v>6.2960310000000002</c:v>
                </c:pt>
                <c:pt idx="3930">
                  <c:v>6.1000730000000001</c:v>
                </c:pt>
                <c:pt idx="3931">
                  <c:v>6.2833459999999999</c:v>
                </c:pt>
                <c:pt idx="3932">
                  <c:v>6.5829310000000003</c:v>
                </c:pt>
                <c:pt idx="3933">
                  <c:v>6.8255100000000004</c:v>
                </c:pt>
                <c:pt idx="3934">
                  <c:v>6.9740460000000004</c:v>
                </c:pt>
                <c:pt idx="3935">
                  <c:v>7.0040880000000003</c:v>
                </c:pt>
                <c:pt idx="3936">
                  <c:v>6.9470640000000001</c:v>
                </c:pt>
                <c:pt idx="3937">
                  <c:v>6.7788950000000003</c:v>
                </c:pt>
                <c:pt idx="3938">
                  <c:v>6.4338579999999999</c:v>
                </c:pt>
                <c:pt idx="3939">
                  <c:v>6.3684750000000001</c:v>
                </c:pt>
                <c:pt idx="3940">
                  <c:v>6.5716409999999996</c:v>
                </c:pt>
                <c:pt idx="3941">
                  <c:v>6.4906079999999999</c:v>
                </c:pt>
              </c:numCache>
            </c:numRef>
          </c:yVal>
          <c:smooth val="1"/>
        </c:ser>
        <c:dLbls>
          <c:showLegendKey val="0"/>
          <c:showVal val="0"/>
          <c:showCatName val="0"/>
          <c:showSerName val="0"/>
          <c:showPercent val="0"/>
          <c:showBubbleSize val="0"/>
        </c:dLbls>
        <c:axId val="488972952"/>
        <c:axId val="485690496"/>
      </c:scatterChart>
      <c:valAx>
        <c:axId val="488972952"/>
        <c:scaling>
          <c:orientation val="minMax"/>
          <c:max val="3000"/>
          <c:min val="1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Wavelength</a:t>
                </a:r>
                <a:endParaRPr lang="en-CA" dirty="0"/>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5690496"/>
        <c:crosses val="autoZero"/>
        <c:crossBetween val="midCat"/>
      </c:valAx>
      <c:valAx>
        <c:axId val="4856904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Characteristics</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897295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a:t>Resistance in varying temperature and magnetic field</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test!$C$1</c:f>
              <c:strCache>
                <c:ptCount val="1"/>
                <c:pt idx="0">
                  <c:v>15K</c:v>
                </c:pt>
              </c:strCache>
            </c:strRef>
          </c:tx>
          <c:spPr>
            <a:ln w="19050" cap="rnd">
              <a:solidFill>
                <a:schemeClr val="accent1"/>
              </a:solidFill>
              <a:round/>
            </a:ln>
            <a:effectLst/>
          </c:spPr>
          <c:marker>
            <c:symbol val="none"/>
          </c:marker>
          <c:xVal>
            <c:numRef>
              <c:f>test!$B$2:$B$117</c:f>
              <c:numCache>
                <c:formatCode>General</c:formatCode>
                <c:ptCount val="116"/>
                <c:pt idx="0">
                  <c:v>10050.4</c:v>
                </c:pt>
                <c:pt idx="1">
                  <c:v>9575.6</c:v>
                </c:pt>
                <c:pt idx="2">
                  <c:v>9096.7999999999993</c:v>
                </c:pt>
                <c:pt idx="3">
                  <c:v>8611.2999999999993</c:v>
                </c:pt>
                <c:pt idx="4">
                  <c:v>8124</c:v>
                </c:pt>
                <c:pt idx="5">
                  <c:v>7632.5</c:v>
                </c:pt>
                <c:pt idx="6">
                  <c:v>7140.2</c:v>
                </c:pt>
                <c:pt idx="7">
                  <c:v>6646.4</c:v>
                </c:pt>
                <c:pt idx="8">
                  <c:v>6152.3</c:v>
                </c:pt>
                <c:pt idx="9">
                  <c:v>5651</c:v>
                </c:pt>
                <c:pt idx="10">
                  <c:v>5151.3999999999996</c:v>
                </c:pt>
                <c:pt idx="11">
                  <c:v>4649.1000000000004</c:v>
                </c:pt>
                <c:pt idx="12">
                  <c:v>4144.3999999999996</c:v>
                </c:pt>
                <c:pt idx="13">
                  <c:v>3638.7</c:v>
                </c:pt>
                <c:pt idx="14">
                  <c:v>3129.9</c:v>
                </c:pt>
                <c:pt idx="15">
                  <c:v>2622.3</c:v>
                </c:pt>
                <c:pt idx="16">
                  <c:v>2111.6999999999998</c:v>
                </c:pt>
                <c:pt idx="17">
                  <c:v>1602.82</c:v>
                </c:pt>
                <c:pt idx="18">
                  <c:v>1093.0899999999999</c:v>
                </c:pt>
                <c:pt idx="19">
                  <c:v>582.67999999999995</c:v>
                </c:pt>
                <c:pt idx="20">
                  <c:v>72.945999999999998</c:v>
                </c:pt>
                <c:pt idx="21">
                  <c:v>-437.19</c:v>
                </c:pt>
                <c:pt idx="22">
                  <c:v>-946.26</c:v>
                </c:pt>
                <c:pt idx="23">
                  <c:v>-1454.2</c:v>
                </c:pt>
                <c:pt idx="24">
                  <c:v>-1961.37</c:v>
                </c:pt>
                <c:pt idx="25">
                  <c:v>-2467.3200000000002</c:v>
                </c:pt>
                <c:pt idx="26">
                  <c:v>-2970.77</c:v>
                </c:pt>
                <c:pt idx="27">
                  <c:v>-3474.7</c:v>
                </c:pt>
                <c:pt idx="28">
                  <c:v>-3976</c:v>
                </c:pt>
                <c:pt idx="29">
                  <c:v>-4479.8</c:v>
                </c:pt>
                <c:pt idx="30">
                  <c:v>-4978.3</c:v>
                </c:pt>
                <c:pt idx="31">
                  <c:v>-5477.5</c:v>
                </c:pt>
                <c:pt idx="32">
                  <c:v>-5974.4</c:v>
                </c:pt>
                <c:pt idx="33">
                  <c:v>-6468.1</c:v>
                </c:pt>
                <c:pt idx="34">
                  <c:v>-6959.9</c:v>
                </c:pt>
                <c:pt idx="35">
                  <c:v>-7451.7</c:v>
                </c:pt>
                <c:pt idx="36">
                  <c:v>-7938</c:v>
                </c:pt>
                <c:pt idx="37">
                  <c:v>-8421.7000000000007</c:v>
                </c:pt>
                <c:pt idx="38">
                  <c:v>-8907.5</c:v>
                </c:pt>
                <c:pt idx="39">
                  <c:v>-9387.7000000000007</c:v>
                </c:pt>
                <c:pt idx="40">
                  <c:v>-9859.1</c:v>
                </c:pt>
                <c:pt idx="41">
                  <c:v>-10330.200000000001</c:v>
                </c:pt>
                <c:pt idx="42">
                  <c:v>-10793.9</c:v>
                </c:pt>
              </c:numCache>
            </c:numRef>
          </c:xVal>
          <c:yVal>
            <c:numRef>
              <c:f>test!$C$2:$C$117</c:f>
              <c:numCache>
                <c:formatCode>General</c:formatCode>
                <c:ptCount val="116"/>
                <c:pt idx="0">
                  <c:v>23.735726</c:v>
                </c:pt>
                <c:pt idx="1">
                  <c:v>23.551034999999999</c:v>
                </c:pt>
                <c:pt idx="2">
                  <c:v>23.350210000000001</c:v>
                </c:pt>
                <c:pt idx="3">
                  <c:v>23.138268</c:v>
                </c:pt>
                <c:pt idx="4">
                  <c:v>22.930160000000001</c:v>
                </c:pt>
                <c:pt idx="5">
                  <c:v>22.713744999999999</c:v>
                </c:pt>
                <c:pt idx="6">
                  <c:v>22.498956</c:v>
                </c:pt>
                <c:pt idx="7">
                  <c:v>22.880918000000001</c:v>
                </c:pt>
                <c:pt idx="8">
                  <c:v>22.680693000000002</c:v>
                </c:pt>
                <c:pt idx="9">
                  <c:v>22.466075</c:v>
                </c:pt>
                <c:pt idx="10">
                  <c:v>22.249978000000002</c:v>
                </c:pt>
                <c:pt idx="11">
                  <c:v>21.995022000000002</c:v>
                </c:pt>
                <c:pt idx="12">
                  <c:v>21.752474000000003</c:v>
                </c:pt>
                <c:pt idx="13">
                  <c:v>21.464119</c:v>
                </c:pt>
                <c:pt idx="14">
                  <c:v>20.615120000000001</c:v>
                </c:pt>
                <c:pt idx="15">
                  <c:v>20.37847</c:v>
                </c:pt>
                <c:pt idx="16">
                  <c:v>20.125527000000002</c:v>
                </c:pt>
                <c:pt idx="17">
                  <c:v>19.631270000000001</c:v>
                </c:pt>
                <c:pt idx="18">
                  <c:v>19.411052999999999</c:v>
                </c:pt>
                <c:pt idx="19">
                  <c:v>19.232870999999999</c:v>
                </c:pt>
                <c:pt idx="20">
                  <c:v>19.07592</c:v>
                </c:pt>
                <c:pt idx="21">
                  <c:v>19.010404999999999</c:v>
                </c:pt>
                <c:pt idx="22">
                  <c:v>19.089725000000001</c:v>
                </c:pt>
                <c:pt idx="23">
                  <c:v>19.214559999999999</c:v>
                </c:pt>
                <c:pt idx="24">
                  <c:v>20.004796000000002</c:v>
                </c:pt>
                <c:pt idx="25">
                  <c:v>20.215013000000003</c:v>
                </c:pt>
                <c:pt idx="26">
                  <c:v>20.452627</c:v>
                </c:pt>
                <c:pt idx="27">
                  <c:v>20.646531000000003</c:v>
                </c:pt>
                <c:pt idx="28">
                  <c:v>20.854100000000003</c:v>
                </c:pt>
                <c:pt idx="29">
                  <c:v>21.094692000000002</c:v>
                </c:pt>
                <c:pt idx="30">
                  <c:v>21.33389</c:v>
                </c:pt>
                <c:pt idx="31">
                  <c:v>21.556529000000001</c:v>
                </c:pt>
                <c:pt idx="32">
                  <c:v>21.745379</c:v>
                </c:pt>
                <c:pt idx="33">
                  <c:v>22.009530000000002</c:v>
                </c:pt>
                <c:pt idx="34">
                  <c:v>22.353163000000002</c:v>
                </c:pt>
                <c:pt idx="35">
                  <c:v>22.578104</c:v>
                </c:pt>
                <c:pt idx="36">
                  <c:v>22.795091000000003</c:v>
                </c:pt>
                <c:pt idx="37">
                  <c:v>22.994240000000001</c:v>
                </c:pt>
                <c:pt idx="38">
                  <c:v>23.220066000000003</c:v>
                </c:pt>
                <c:pt idx="39">
                  <c:v>23.414439000000002</c:v>
                </c:pt>
                <c:pt idx="40">
                  <c:v>23.61768</c:v>
                </c:pt>
                <c:pt idx="41">
                  <c:v>23.822814000000001</c:v>
                </c:pt>
                <c:pt idx="42">
                  <c:v>24.021327000000003</c:v>
                </c:pt>
              </c:numCache>
            </c:numRef>
          </c:yVal>
          <c:smooth val="1"/>
        </c:ser>
        <c:ser>
          <c:idx val="1"/>
          <c:order val="1"/>
          <c:tx>
            <c:strRef>
              <c:f>test!$D$1</c:f>
              <c:strCache>
                <c:ptCount val="1"/>
                <c:pt idx="0">
                  <c:v>30K</c:v>
                </c:pt>
              </c:strCache>
            </c:strRef>
          </c:tx>
          <c:spPr>
            <a:ln w="19050" cap="rnd">
              <a:solidFill>
                <a:schemeClr val="accent2"/>
              </a:solidFill>
              <a:round/>
            </a:ln>
            <a:effectLst/>
          </c:spPr>
          <c:marker>
            <c:symbol val="none"/>
          </c:marker>
          <c:xVal>
            <c:numRef>
              <c:f>test!$B$2:$B$117</c:f>
              <c:numCache>
                <c:formatCode>General</c:formatCode>
                <c:ptCount val="116"/>
                <c:pt idx="0">
                  <c:v>10050.4</c:v>
                </c:pt>
                <c:pt idx="1">
                  <c:v>9575.6</c:v>
                </c:pt>
                <c:pt idx="2">
                  <c:v>9096.7999999999993</c:v>
                </c:pt>
                <c:pt idx="3">
                  <c:v>8611.2999999999993</c:v>
                </c:pt>
                <c:pt idx="4">
                  <c:v>8124</c:v>
                </c:pt>
                <c:pt idx="5">
                  <c:v>7632.5</c:v>
                </c:pt>
                <c:pt idx="6">
                  <c:v>7140.2</c:v>
                </c:pt>
                <c:pt idx="7">
                  <c:v>6646.4</c:v>
                </c:pt>
                <c:pt idx="8">
                  <c:v>6152.3</c:v>
                </c:pt>
                <c:pt idx="9">
                  <c:v>5651</c:v>
                </c:pt>
                <c:pt idx="10">
                  <c:v>5151.3999999999996</c:v>
                </c:pt>
                <c:pt idx="11">
                  <c:v>4649.1000000000004</c:v>
                </c:pt>
                <c:pt idx="12">
                  <c:v>4144.3999999999996</c:v>
                </c:pt>
                <c:pt idx="13">
                  <c:v>3638.7</c:v>
                </c:pt>
                <c:pt idx="14">
                  <c:v>3129.9</c:v>
                </c:pt>
                <c:pt idx="15">
                  <c:v>2622.3</c:v>
                </c:pt>
                <c:pt idx="16">
                  <c:v>2111.6999999999998</c:v>
                </c:pt>
                <c:pt idx="17">
                  <c:v>1602.82</c:v>
                </c:pt>
                <c:pt idx="18">
                  <c:v>1093.0899999999999</c:v>
                </c:pt>
                <c:pt idx="19">
                  <c:v>582.67999999999995</c:v>
                </c:pt>
                <c:pt idx="20">
                  <c:v>72.945999999999998</c:v>
                </c:pt>
                <c:pt idx="21">
                  <c:v>-437.19</c:v>
                </c:pt>
                <c:pt idx="22">
                  <c:v>-946.26</c:v>
                </c:pt>
                <c:pt idx="23">
                  <c:v>-1454.2</c:v>
                </c:pt>
                <c:pt idx="24">
                  <c:v>-1961.37</c:v>
                </c:pt>
                <c:pt idx="25">
                  <c:v>-2467.3200000000002</c:v>
                </c:pt>
                <c:pt idx="26">
                  <c:v>-2970.77</c:v>
                </c:pt>
                <c:pt idx="27">
                  <c:v>-3474.7</c:v>
                </c:pt>
                <c:pt idx="28">
                  <c:v>-3976</c:v>
                </c:pt>
                <c:pt idx="29">
                  <c:v>-4479.8</c:v>
                </c:pt>
                <c:pt idx="30">
                  <c:v>-4978.3</c:v>
                </c:pt>
                <c:pt idx="31">
                  <c:v>-5477.5</c:v>
                </c:pt>
                <c:pt idx="32">
                  <c:v>-5974.4</c:v>
                </c:pt>
                <c:pt idx="33">
                  <c:v>-6468.1</c:v>
                </c:pt>
                <c:pt idx="34">
                  <c:v>-6959.9</c:v>
                </c:pt>
                <c:pt idx="35">
                  <c:v>-7451.7</c:v>
                </c:pt>
                <c:pt idx="36">
                  <c:v>-7938</c:v>
                </c:pt>
                <c:pt idx="37">
                  <c:v>-8421.7000000000007</c:v>
                </c:pt>
                <c:pt idx="38">
                  <c:v>-8907.5</c:v>
                </c:pt>
                <c:pt idx="39">
                  <c:v>-9387.7000000000007</c:v>
                </c:pt>
                <c:pt idx="40">
                  <c:v>-9859.1</c:v>
                </c:pt>
                <c:pt idx="41">
                  <c:v>-10330.200000000001</c:v>
                </c:pt>
                <c:pt idx="42">
                  <c:v>-10793.9</c:v>
                </c:pt>
              </c:numCache>
            </c:numRef>
          </c:xVal>
          <c:yVal>
            <c:numRef>
              <c:f>test!$D$2:$D$117</c:f>
              <c:numCache>
                <c:formatCode>General</c:formatCode>
                <c:ptCount val="116"/>
                <c:pt idx="0">
                  <c:v>25.235726</c:v>
                </c:pt>
                <c:pt idx="1">
                  <c:v>25.051034999999999</c:v>
                </c:pt>
                <c:pt idx="2">
                  <c:v>24.850210000000001</c:v>
                </c:pt>
                <c:pt idx="3">
                  <c:v>24.638268</c:v>
                </c:pt>
                <c:pt idx="4">
                  <c:v>24.430160000000001</c:v>
                </c:pt>
                <c:pt idx="5">
                  <c:v>24.213744999999999</c:v>
                </c:pt>
                <c:pt idx="6">
                  <c:v>23.998956</c:v>
                </c:pt>
                <c:pt idx="7">
                  <c:v>23.780918</c:v>
                </c:pt>
                <c:pt idx="8">
                  <c:v>23.580693</c:v>
                </c:pt>
                <c:pt idx="9">
                  <c:v>23.366074999999999</c:v>
                </c:pt>
                <c:pt idx="10">
                  <c:v>23.149978000000001</c:v>
                </c:pt>
                <c:pt idx="11">
                  <c:v>22.895022000000001</c:v>
                </c:pt>
                <c:pt idx="12">
                  <c:v>22.652474000000002</c:v>
                </c:pt>
                <c:pt idx="13">
                  <c:v>22.364118999999999</c:v>
                </c:pt>
                <c:pt idx="14">
                  <c:v>22.115120000000001</c:v>
                </c:pt>
                <c:pt idx="15">
                  <c:v>21.87847</c:v>
                </c:pt>
                <c:pt idx="16">
                  <c:v>21.625527000000002</c:v>
                </c:pt>
                <c:pt idx="17">
                  <c:v>21.131270000000001</c:v>
                </c:pt>
                <c:pt idx="18">
                  <c:v>20.911052999999999</c:v>
                </c:pt>
                <c:pt idx="19">
                  <c:v>20.732870999999999</c:v>
                </c:pt>
                <c:pt idx="20">
                  <c:v>20.57592</c:v>
                </c:pt>
                <c:pt idx="21">
                  <c:v>20.510404999999999</c:v>
                </c:pt>
                <c:pt idx="22">
                  <c:v>20.589725000000001</c:v>
                </c:pt>
                <c:pt idx="23">
                  <c:v>20.714559999999999</c:v>
                </c:pt>
                <c:pt idx="24">
                  <c:v>20.904796000000001</c:v>
                </c:pt>
                <c:pt idx="25">
                  <c:v>21.115013000000001</c:v>
                </c:pt>
                <c:pt idx="26">
                  <c:v>21.352626999999998</c:v>
                </c:pt>
                <c:pt idx="27">
                  <c:v>21.546531000000002</c:v>
                </c:pt>
                <c:pt idx="28">
                  <c:v>21.754100000000001</c:v>
                </c:pt>
                <c:pt idx="29">
                  <c:v>21.994692000000001</c:v>
                </c:pt>
                <c:pt idx="30">
                  <c:v>22.233889999999999</c:v>
                </c:pt>
                <c:pt idx="31">
                  <c:v>22.456529</c:v>
                </c:pt>
                <c:pt idx="32">
                  <c:v>22.645378999999998</c:v>
                </c:pt>
                <c:pt idx="33">
                  <c:v>22.90953</c:v>
                </c:pt>
                <c:pt idx="34">
                  <c:v>23.253163000000001</c:v>
                </c:pt>
                <c:pt idx="35">
                  <c:v>23.478103999999998</c:v>
                </c:pt>
                <c:pt idx="36">
                  <c:v>23.695091000000001</c:v>
                </c:pt>
                <c:pt idx="37">
                  <c:v>23.89424</c:v>
                </c:pt>
                <c:pt idx="38">
                  <c:v>24.120066000000001</c:v>
                </c:pt>
                <c:pt idx="39">
                  <c:v>24.314439</c:v>
                </c:pt>
                <c:pt idx="40">
                  <c:v>24.517679999999999</c:v>
                </c:pt>
                <c:pt idx="41">
                  <c:v>24.722814</c:v>
                </c:pt>
                <c:pt idx="42">
                  <c:v>24.921327000000002</c:v>
                </c:pt>
              </c:numCache>
            </c:numRef>
          </c:yVal>
          <c:smooth val="1"/>
        </c:ser>
        <c:ser>
          <c:idx val="2"/>
          <c:order val="2"/>
          <c:tx>
            <c:strRef>
              <c:f>test!$E$1</c:f>
              <c:strCache>
                <c:ptCount val="1"/>
                <c:pt idx="0">
                  <c:v>60K</c:v>
                </c:pt>
              </c:strCache>
            </c:strRef>
          </c:tx>
          <c:spPr>
            <a:ln w="19050" cap="rnd">
              <a:solidFill>
                <a:schemeClr val="accent3"/>
              </a:solidFill>
              <a:round/>
            </a:ln>
            <a:effectLst/>
          </c:spPr>
          <c:marker>
            <c:symbol val="none"/>
          </c:marker>
          <c:xVal>
            <c:numRef>
              <c:f>test!$B$2:$B$117</c:f>
              <c:numCache>
                <c:formatCode>General</c:formatCode>
                <c:ptCount val="116"/>
                <c:pt idx="0">
                  <c:v>10050.4</c:v>
                </c:pt>
                <c:pt idx="1">
                  <c:v>9575.6</c:v>
                </c:pt>
                <c:pt idx="2">
                  <c:v>9096.7999999999993</c:v>
                </c:pt>
                <c:pt idx="3">
                  <c:v>8611.2999999999993</c:v>
                </c:pt>
                <c:pt idx="4">
                  <c:v>8124</c:v>
                </c:pt>
                <c:pt idx="5">
                  <c:v>7632.5</c:v>
                </c:pt>
                <c:pt idx="6">
                  <c:v>7140.2</c:v>
                </c:pt>
                <c:pt idx="7">
                  <c:v>6646.4</c:v>
                </c:pt>
                <c:pt idx="8">
                  <c:v>6152.3</c:v>
                </c:pt>
                <c:pt idx="9">
                  <c:v>5651</c:v>
                </c:pt>
                <c:pt idx="10">
                  <c:v>5151.3999999999996</c:v>
                </c:pt>
                <c:pt idx="11">
                  <c:v>4649.1000000000004</c:v>
                </c:pt>
                <c:pt idx="12">
                  <c:v>4144.3999999999996</c:v>
                </c:pt>
                <c:pt idx="13">
                  <c:v>3638.7</c:v>
                </c:pt>
                <c:pt idx="14">
                  <c:v>3129.9</c:v>
                </c:pt>
                <c:pt idx="15">
                  <c:v>2622.3</c:v>
                </c:pt>
                <c:pt idx="16">
                  <c:v>2111.6999999999998</c:v>
                </c:pt>
                <c:pt idx="17">
                  <c:v>1602.82</c:v>
                </c:pt>
                <c:pt idx="18">
                  <c:v>1093.0899999999999</c:v>
                </c:pt>
                <c:pt idx="19">
                  <c:v>582.67999999999995</c:v>
                </c:pt>
                <c:pt idx="20">
                  <c:v>72.945999999999998</c:v>
                </c:pt>
                <c:pt idx="21">
                  <c:v>-437.19</c:v>
                </c:pt>
                <c:pt idx="22">
                  <c:v>-946.26</c:v>
                </c:pt>
                <c:pt idx="23">
                  <c:v>-1454.2</c:v>
                </c:pt>
                <c:pt idx="24">
                  <c:v>-1961.37</c:v>
                </c:pt>
                <c:pt idx="25">
                  <c:v>-2467.3200000000002</c:v>
                </c:pt>
                <c:pt idx="26">
                  <c:v>-2970.77</c:v>
                </c:pt>
                <c:pt idx="27">
                  <c:v>-3474.7</c:v>
                </c:pt>
                <c:pt idx="28">
                  <c:v>-3976</c:v>
                </c:pt>
                <c:pt idx="29">
                  <c:v>-4479.8</c:v>
                </c:pt>
                <c:pt idx="30">
                  <c:v>-4978.3</c:v>
                </c:pt>
                <c:pt idx="31">
                  <c:v>-5477.5</c:v>
                </c:pt>
                <c:pt idx="32">
                  <c:v>-5974.4</c:v>
                </c:pt>
                <c:pt idx="33">
                  <c:v>-6468.1</c:v>
                </c:pt>
                <c:pt idx="34">
                  <c:v>-6959.9</c:v>
                </c:pt>
                <c:pt idx="35">
                  <c:v>-7451.7</c:v>
                </c:pt>
                <c:pt idx="36">
                  <c:v>-7938</c:v>
                </c:pt>
                <c:pt idx="37">
                  <c:v>-8421.7000000000007</c:v>
                </c:pt>
                <c:pt idx="38">
                  <c:v>-8907.5</c:v>
                </c:pt>
                <c:pt idx="39">
                  <c:v>-9387.7000000000007</c:v>
                </c:pt>
                <c:pt idx="40">
                  <c:v>-9859.1</c:v>
                </c:pt>
                <c:pt idx="41">
                  <c:v>-10330.200000000001</c:v>
                </c:pt>
                <c:pt idx="42">
                  <c:v>-10793.9</c:v>
                </c:pt>
              </c:numCache>
            </c:numRef>
          </c:xVal>
          <c:yVal>
            <c:numRef>
              <c:f>test!$E$2:$E$117</c:f>
              <c:numCache>
                <c:formatCode>General</c:formatCode>
                <c:ptCount val="116"/>
                <c:pt idx="0">
                  <c:v>33.715595</c:v>
                </c:pt>
                <c:pt idx="1">
                  <c:v>33.388883999999997</c:v>
                </c:pt>
                <c:pt idx="2">
                  <c:v>33.046877000000002</c:v>
                </c:pt>
                <c:pt idx="3">
                  <c:v>32.731777000000001</c:v>
                </c:pt>
                <c:pt idx="4">
                  <c:v>32.381549999999997</c:v>
                </c:pt>
                <c:pt idx="5">
                  <c:v>32.026592999999998</c:v>
                </c:pt>
                <c:pt idx="6">
                  <c:v>31.675488000000001</c:v>
                </c:pt>
                <c:pt idx="7">
                  <c:v>31.319047999999999</c:v>
                </c:pt>
                <c:pt idx="8">
                  <c:v>30.963646000000001</c:v>
                </c:pt>
                <c:pt idx="9">
                  <c:v>30.589732000000001</c:v>
                </c:pt>
                <c:pt idx="10">
                  <c:v>30.258412</c:v>
                </c:pt>
                <c:pt idx="11">
                  <c:v>29.904693000000002</c:v>
                </c:pt>
                <c:pt idx="12">
                  <c:v>29.542942</c:v>
                </c:pt>
                <c:pt idx="13">
                  <c:v>29.208615000000002</c:v>
                </c:pt>
                <c:pt idx="14">
                  <c:v>28.861141</c:v>
                </c:pt>
                <c:pt idx="15">
                  <c:v>28.539811</c:v>
                </c:pt>
                <c:pt idx="16">
                  <c:v>28.219639999999998</c:v>
                </c:pt>
                <c:pt idx="17">
                  <c:v>27.957383</c:v>
                </c:pt>
                <c:pt idx="18">
                  <c:v>27.693148999999998</c:v>
                </c:pt>
                <c:pt idx="19">
                  <c:v>27.443639999999998</c:v>
                </c:pt>
                <c:pt idx="20">
                  <c:v>27.248775999999999</c:v>
                </c:pt>
                <c:pt idx="21">
                  <c:v>27.087050999999999</c:v>
                </c:pt>
                <c:pt idx="22">
                  <c:v>27.026233000000001</c:v>
                </c:pt>
                <c:pt idx="23">
                  <c:v>27.065567000000001</c:v>
                </c:pt>
                <c:pt idx="24">
                  <c:v>27.203278000000001</c:v>
                </c:pt>
                <c:pt idx="25">
                  <c:v>27.379702000000002</c:v>
                </c:pt>
                <c:pt idx="26">
                  <c:v>27.613299999999999</c:v>
                </c:pt>
                <c:pt idx="27">
                  <c:v>27.866985</c:v>
                </c:pt>
                <c:pt idx="28">
                  <c:v>28.175198999999999</c:v>
                </c:pt>
                <c:pt idx="29">
                  <c:v>28.468762999999999</c:v>
                </c:pt>
                <c:pt idx="30">
                  <c:v>28.794668000000001</c:v>
                </c:pt>
                <c:pt idx="31">
                  <c:v>29.118649000000001</c:v>
                </c:pt>
                <c:pt idx="32">
                  <c:v>29.845713</c:v>
                </c:pt>
                <c:pt idx="33">
                  <c:v>29.861772999999999</c:v>
                </c:pt>
                <c:pt idx="34">
                  <c:v>30.152062000000001</c:v>
                </c:pt>
                <c:pt idx="35">
                  <c:v>30.719901</c:v>
                </c:pt>
                <c:pt idx="36">
                  <c:v>30.952605999999999</c:v>
                </c:pt>
                <c:pt idx="37">
                  <c:v>31.302921000000001</c:v>
                </c:pt>
                <c:pt idx="38">
                  <c:v>31.59788</c:v>
                </c:pt>
                <c:pt idx="39">
                  <c:v>32.052087</c:v>
                </c:pt>
                <c:pt idx="40">
                  <c:v>32.324021000000002</c:v>
                </c:pt>
                <c:pt idx="41">
                  <c:v>32.648732000000003</c:v>
                </c:pt>
                <c:pt idx="42">
                  <c:v>32.970300000000002</c:v>
                </c:pt>
              </c:numCache>
            </c:numRef>
          </c:yVal>
          <c:smooth val="1"/>
        </c:ser>
        <c:dLbls>
          <c:showLegendKey val="0"/>
          <c:showVal val="0"/>
          <c:showCatName val="0"/>
          <c:showSerName val="0"/>
          <c:showPercent val="0"/>
          <c:showBubbleSize val="0"/>
        </c:dLbls>
        <c:axId val="518119016"/>
        <c:axId val="501858744"/>
      </c:scatterChart>
      <c:valAx>
        <c:axId val="51811901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CA"/>
                  <a:t>Magnetic field (10^-4T)</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1858744"/>
        <c:crosses val="autoZero"/>
        <c:crossBetween val="midCat"/>
      </c:valAx>
      <c:valAx>
        <c:axId val="5018587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CN"/>
                  <a:t>Resistance (ohm)</a:t>
                </a:r>
                <a:endParaRPr lang="en-CA"/>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8119016"/>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a:t>Resistance</a:t>
            </a:r>
            <a:r>
              <a:rPr lang="en-CA" baseline="0"/>
              <a:t> at B=0T</a:t>
            </a:r>
            <a:endParaRPr lang="en-CA"/>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NEW_IV_15K_0T!$G$46:$G$47</c:f>
              <c:strCache>
                <c:ptCount val="2"/>
                <c:pt idx="0">
                  <c:v>Reading</c:v>
                </c:pt>
                <c:pt idx="1">
                  <c:v>15K</c:v>
                </c:pt>
              </c:strCache>
            </c:strRef>
          </c:tx>
          <c:spPr>
            <a:ln w="19050" cap="rnd">
              <a:solidFill>
                <a:schemeClr val="accent1"/>
              </a:solidFill>
              <a:round/>
            </a:ln>
            <a:effectLst/>
          </c:spPr>
          <c:marker>
            <c:symbol val="none"/>
          </c:marker>
          <c:xVal>
            <c:numRef>
              <c:f>NEW_IV_15K_0T!$F$48:$F$107</c:f>
              <c:numCache>
                <c:formatCode>General</c:formatCode>
                <c:ptCount val="60"/>
                <c:pt idx="0">
                  <c:v>2</c:v>
                </c:pt>
                <c:pt idx="1">
                  <c:v>1.9322029999999999</c:v>
                </c:pt>
                <c:pt idx="2">
                  <c:v>1.8644069999999999</c:v>
                </c:pt>
                <c:pt idx="3">
                  <c:v>1.79661</c:v>
                </c:pt>
                <c:pt idx="4">
                  <c:v>1.7288140000000001</c:v>
                </c:pt>
                <c:pt idx="5">
                  <c:v>1.661017</c:v>
                </c:pt>
                <c:pt idx="6">
                  <c:v>1.5932200000000001</c:v>
                </c:pt>
                <c:pt idx="7">
                  <c:v>1.5254239999999999</c:v>
                </c:pt>
                <c:pt idx="8">
                  <c:v>1.457627</c:v>
                </c:pt>
                <c:pt idx="9">
                  <c:v>1.3898299999999999</c:v>
                </c:pt>
                <c:pt idx="10">
                  <c:v>1.3220339999999999</c:v>
                </c:pt>
                <c:pt idx="11">
                  <c:v>1.254237</c:v>
                </c:pt>
                <c:pt idx="12">
                  <c:v>1.1864410000000001</c:v>
                </c:pt>
                <c:pt idx="13">
                  <c:v>1.118644</c:v>
                </c:pt>
                <c:pt idx="14">
                  <c:v>1.0508470000000001</c:v>
                </c:pt>
                <c:pt idx="15">
                  <c:v>0.9830508</c:v>
                </c:pt>
                <c:pt idx="16">
                  <c:v>0.91525420000000002</c:v>
                </c:pt>
                <c:pt idx="17">
                  <c:v>0.84745760000000003</c:v>
                </c:pt>
                <c:pt idx="18">
                  <c:v>0.77966100000000005</c:v>
                </c:pt>
                <c:pt idx="19">
                  <c:v>0.71186439999999995</c:v>
                </c:pt>
                <c:pt idx="20">
                  <c:v>0.64406779999999997</c:v>
                </c:pt>
                <c:pt idx="21">
                  <c:v>0.57627119999999998</c:v>
                </c:pt>
                <c:pt idx="22">
                  <c:v>0.5084746</c:v>
                </c:pt>
                <c:pt idx="23">
                  <c:v>0.44067800000000001</c:v>
                </c:pt>
                <c:pt idx="24">
                  <c:v>0.37288139999999997</c:v>
                </c:pt>
                <c:pt idx="25">
                  <c:v>0.30508469999999999</c:v>
                </c:pt>
                <c:pt idx="26">
                  <c:v>0.2372881</c:v>
                </c:pt>
                <c:pt idx="27">
                  <c:v>0.16949149999999999</c:v>
                </c:pt>
                <c:pt idx="28">
                  <c:v>0.1016949</c:v>
                </c:pt>
                <c:pt idx="29">
                  <c:v>3.3898310000000001E-2</c:v>
                </c:pt>
                <c:pt idx="30">
                  <c:v>-3.3898310000000001E-2</c:v>
                </c:pt>
                <c:pt idx="31">
                  <c:v>-0.1016949</c:v>
                </c:pt>
                <c:pt idx="32">
                  <c:v>-0.16949149999999999</c:v>
                </c:pt>
                <c:pt idx="33">
                  <c:v>-0.2372881</c:v>
                </c:pt>
                <c:pt idx="34">
                  <c:v>-0.30508469999999999</c:v>
                </c:pt>
                <c:pt idx="35">
                  <c:v>-0.37288139999999997</c:v>
                </c:pt>
                <c:pt idx="36">
                  <c:v>-0.44067800000000001</c:v>
                </c:pt>
                <c:pt idx="37">
                  <c:v>-0.5084746</c:v>
                </c:pt>
                <c:pt idx="38">
                  <c:v>-0.57627119999999998</c:v>
                </c:pt>
                <c:pt idx="39">
                  <c:v>-0.64406779999999997</c:v>
                </c:pt>
                <c:pt idx="40">
                  <c:v>-0.71186439999999995</c:v>
                </c:pt>
                <c:pt idx="41">
                  <c:v>-0.77966100000000005</c:v>
                </c:pt>
                <c:pt idx="42">
                  <c:v>-0.84745760000000003</c:v>
                </c:pt>
                <c:pt idx="43">
                  <c:v>-0.91525420000000002</c:v>
                </c:pt>
                <c:pt idx="44">
                  <c:v>-0.9830508</c:v>
                </c:pt>
                <c:pt idx="45">
                  <c:v>-1.0508470000000001</c:v>
                </c:pt>
                <c:pt idx="46">
                  <c:v>-1.118644</c:v>
                </c:pt>
                <c:pt idx="47">
                  <c:v>-1.1864410000000001</c:v>
                </c:pt>
                <c:pt idx="48">
                  <c:v>-1.254237</c:v>
                </c:pt>
                <c:pt idx="49">
                  <c:v>-1.3220339999999999</c:v>
                </c:pt>
                <c:pt idx="50">
                  <c:v>-1.3898299999999999</c:v>
                </c:pt>
                <c:pt idx="51">
                  <c:v>-1.457627</c:v>
                </c:pt>
                <c:pt idx="52">
                  <c:v>-1.5254239999999999</c:v>
                </c:pt>
                <c:pt idx="53">
                  <c:v>-1.5932200000000001</c:v>
                </c:pt>
                <c:pt idx="54">
                  <c:v>-1.661017</c:v>
                </c:pt>
                <c:pt idx="55">
                  <c:v>-1.7288140000000001</c:v>
                </c:pt>
                <c:pt idx="56">
                  <c:v>-1.79661</c:v>
                </c:pt>
                <c:pt idx="57">
                  <c:v>-1.8644069999999999</c:v>
                </c:pt>
                <c:pt idx="58">
                  <c:v>-1.9322029999999999</c:v>
                </c:pt>
                <c:pt idx="59">
                  <c:v>-2</c:v>
                </c:pt>
              </c:numCache>
            </c:numRef>
          </c:xVal>
          <c:yVal>
            <c:numRef>
              <c:f>NEW_IV_15K_0T!$G$48:$G$107</c:f>
              <c:numCache>
                <c:formatCode>General</c:formatCode>
                <c:ptCount val="60"/>
                <c:pt idx="0">
                  <c:v>9.5450129999999994E-2</c:v>
                </c:pt>
                <c:pt idx="1">
                  <c:v>9.2513739999999997E-2</c:v>
                </c:pt>
                <c:pt idx="2">
                  <c:v>8.8383820000000002E-2</c:v>
                </c:pt>
                <c:pt idx="3">
                  <c:v>8.5921590000000006E-2</c:v>
                </c:pt>
                <c:pt idx="4">
                  <c:v>8.2872230000000005E-2</c:v>
                </c:pt>
                <c:pt idx="5">
                  <c:v>7.9666929999999997E-2</c:v>
                </c:pt>
                <c:pt idx="6">
                  <c:v>7.6007560000000002E-2</c:v>
                </c:pt>
                <c:pt idx="7">
                  <c:v>7.2926019999999994E-2</c:v>
                </c:pt>
                <c:pt idx="8">
                  <c:v>6.6863889999999995E-2</c:v>
                </c:pt>
                <c:pt idx="9">
                  <c:v>6.6727079999999994E-2</c:v>
                </c:pt>
                <c:pt idx="10">
                  <c:v>6.3313019999999998E-2</c:v>
                </c:pt>
                <c:pt idx="11">
                  <c:v>5.8739840000000001E-2</c:v>
                </c:pt>
                <c:pt idx="12">
                  <c:v>5.5241940000000003E-2</c:v>
                </c:pt>
                <c:pt idx="13">
                  <c:v>5.3412639999999997E-2</c:v>
                </c:pt>
                <c:pt idx="14">
                  <c:v>5.0218609999999997E-2</c:v>
                </c:pt>
                <c:pt idx="15">
                  <c:v>4.690838E-2</c:v>
                </c:pt>
                <c:pt idx="16">
                  <c:v>4.3511180000000003E-2</c:v>
                </c:pt>
                <c:pt idx="17">
                  <c:v>3.9136410000000003E-2</c:v>
                </c:pt>
                <c:pt idx="18">
                  <c:v>3.6320030000000003E-2</c:v>
                </c:pt>
                <c:pt idx="19">
                  <c:v>3.3907600000000003E-2</c:v>
                </c:pt>
                <c:pt idx="20">
                  <c:v>3.060038E-2</c:v>
                </c:pt>
                <c:pt idx="21">
                  <c:v>2.7338899999999999E-2</c:v>
                </c:pt>
                <c:pt idx="22">
                  <c:v>2.4120880000000001E-2</c:v>
                </c:pt>
                <c:pt idx="23">
                  <c:v>2.0916029999999999E-2</c:v>
                </c:pt>
                <c:pt idx="24">
                  <c:v>1.7479439999999999E-2</c:v>
                </c:pt>
                <c:pt idx="25">
                  <c:v>1.446128E-2</c:v>
                </c:pt>
                <c:pt idx="26">
                  <c:v>1.122824E-2</c:v>
                </c:pt>
                <c:pt idx="27">
                  <c:v>5.9973600000000002E-3</c:v>
                </c:pt>
                <c:pt idx="28">
                  <c:v>4.7881240000000004E-3</c:v>
                </c:pt>
                <c:pt idx="29">
                  <c:v>1.594853E-3</c:v>
                </c:pt>
                <c:pt idx="30">
                  <c:v>-1.618934E-3</c:v>
                </c:pt>
                <c:pt idx="31">
                  <c:v>-4.8282630000000002E-3</c:v>
                </c:pt>
                <c:pt idx="32">
                  <c:v>-8.0187439999999995E-3</c:v>
                </c:pt>
                <c:pt idx="33">
                  <c:v>-1.0900190000000001E-2</c:v>
                </c:pt>
                <c:pt idx="34">
                  <c:v>-1.4495890000000001E-2</c:v>
                </c:pt>
                <c:pt idx="35">
                  <c:v>-1.776285E-2</c:v>
                </c:pt>
                <c:pt idx="36">
                  <c:v>-2.0644300000000001E-2</c:v>
                </c:pt>
                <c:pt idx="37">
                  <c:v>-2.3901820000000001E-2</c:v>
                </c:pt>
                <c:pt idx="38">
                  <c:v>-2.7407939999999999E-2</c:v>
                </c:pt>
                <c:pt idx="39">
                  <c:v>-3.0661730000000002E-2</c:v>
                </c:pt>
                <c:pt idx="40">
                  <c:v>-3.3867679999999997E-2</c:v>
                </c:pt>
                <c:pt idx="41">
                  <c:v>-3.7054959999999998E-2</c:v>
                </c:pt>
                <c:pt idx="42">
                  <c:v>-3.9164520000000001E-2</c:v>
                </c:pt>
                <c:pt idx="43">
                  <c:v>-4.2354169999999997E-2</c:v>
                </c:pt>
                <c:pt idx="44">
                  <c:v>-4.6598359999999998E-2</c:v>
                </c:pt>
                <c:pt idx="45">
                  <c:v>-4.9627539999999998E-2</c:v>
                </c:pt>
                <c:pt idx="46">
                  <c:v>-5.2584390000000002E-2</c:v>
                </c:pt>
                <c:pt idx="47">
                  <c:v>-5.5889290000000001E-2</c:v>
                </c:pt>
                <c:pt idx="48">
                  <c:v>-5.9024979999999998E-2</c:v>
                </c:pt>
                <c:pt idx="49">
                  <c:v>-6.141431E-2</c:v>
                </c:pt>
                <c:pt idx="50">
                  <c:v>-6.5271689999999993E-2</c:v>
                </c:pt>
                <c:pt idx="51">
                  <c:v>-6.8171679999999998E-2</c:v>
                </c:pt>
                <c:pt idx="52">
                  <c:v>-7.1022929999999998E-2</c:v>
                </c:pt>
                <c:pt idx="53">
                  <c:v>-7.4120240000000004E-2</c:v>
                </c:pt>
                <c:pt idx="54">
                  <c:v>-7.7376159999999999E-2</c:v>
                </c:pt>
                <c:pt idx="55">
                  <c:v>-8.047646E-2</c:v>
                </c:pt>
                <c:pt idx="56">
                  <c:v>-8.3547090000000004E-2</c:v>
                </c:pt>
                <c:pt idx="57">
                  <c:v>-8.6275519999999994E-2</c:v>
                </c:pt>
                <c:pt idx="58">
                  <c:v>-8.5177660000000002E-2</c:v>
                </c:pt>
                <c:pt idx="59">
                  <c:v>-9.2633270000000004E-2</c:v>
                </c:pt>
              </c:numCache>
            </c:numRef>
          </c:yVal>
          <c:smooth val="1"/>
        </c:ser>
        <c:ser>
          <c:idx val="1"/>
          <c:order val="1"/>
          <c:tx>
            <c:strRef>
              <c:f>NEW_IV_15K_0T!$H$46:$H$47</c:f>
              <c:strCache>
                <c:ptCount val="2"/>
                <c:pt idx="0">
                  <c:v>Reading</c:v>
                </c:pt>
                <c:pt idx="1">
                  <c:v>30K</c:v>
                </c:pt>
              </c:strCache>
            </c:strRef>
          </c:tx>
          <c:spPr>
            <a:ln w="19050" cap="rnd">
              <a:solidFill>
                <a:schemeClr val="accent2"/>
              </a:solidFill>
              <a:round/>
            </a:ln>
            <a:effectLst/>
          </c:spPr>
          <c:marker>
            <c:symbol val="none"/>
          </c:marker>
          <c:xVal>
            <c:numRef>
              <c:f>NEW_IV_15K_0T!$F$48:$F$107</c:f>
              <c:numCache>
                <c:formatCode>General</c:formatCode>
                <c:ptCount val="60"/>
                <c:pt idx="0">
                  <c:v>2</c:v>
                </c:pt>
                <c:pt idx="1">
                  <c:v>1.9322029999999999</c:v>
                </c:pt>
                <c:pt idx="2">
                  <c:v>1.8644069999999999</c:v>
                </c:pt>
                <c:pt idx="3">
                  <c:v>1.79661</c:v>
                </c:pt>
                <c:pt idx="4">
                  <c:v>1.7288140000000001</c:v>
                </c:pt>
                <c:pt idx="5">
                  <c:v>1.661017</c:v>
                </c:pt>
                <c:pt idx="6">
                  <c:v>1.5932200000000001</c:v>
                </c:pt>
                <c:pt idx="7">
                  <c:v>1.5254239999999999</c:v>
                </c:pt>
                <c:pt idx="8">
                  <c:v>1.457627</c:v>
                </c:pt>
                <c:pt idx="9">
                  <c:v>1.3898299999999999</c:v>
                </c:pt>
                <c:pt idx="10">
                  <c:v>1.3220339999999999</c:v>
                </c:pt>
                <c:pt idx="11">
                  <c:v>1.254237</c:v>
                </c:pt>
                <c:pt idx="12">
                  <c:v>1.1864410000000001</c:v>
                </c:pt>
                <c:pt idx="13">
                  <c:v>1.118644</c:v>
                </c:pt>
                <c:pt idx="14">
                  <c:v>1.0508470000000001</c:v>
                </c:pt>
                <c:pt idx="15">
                  <c:v>0.9830508</c:v>
                </c:pt>
                <c:pt idx="16">
                  <c:v>0.91525420000000002</c:v>
                </c:pt>
                <c:pt idx="17">
                  <c:v>0.84745760000000003</c:v>
                </c:pt>
                <c:pt idx="18">
                  <c:v>0.77966100000000005</c:v>
                </c:pt>
                <c:pt idx="19">
                  <c:v>0.71186439999999995</c:v>
                </c:pt>
                <c:pt idx="20">
                  <c:v>0.64406779999999997</c:v>
                </c:pt>
                <c:pt idx="21">
                  <c:v>0.57627119999999998</c:v>
                </c:pt>
                <c:pt idx="22">
                  <c:v>0.5084746</c:v>
                </c:pt>
                <c:pt idx="23">
                  <c:v>0.44067800000000001</c:v>
                </c:pt>
                <c:pt idx="24">
                  <c:v>0.37288139999999997</c:v>
                </c:pt>
                <c:pt idx="25">
                  <c:v>0.30508469999999999</c:v>
                </c:pt>
                <c:pt idx="26">
                  <c:v>0.2372881</c:v>
                </c:pt>
                <c:pt idx="27">
                  <c:v>0.16949149999999999</c:v>
                </c:pt>
                <c:pt idx="28">
                  <c:v>0.1016949</c:v>
                </c:pt>
                <c:pt idx="29">
                  <c:v>3.3898310000000001E-2</c:v>
                </c:pt>
                <c:pt idx="30">
                  <c:v>-3.3898310000000001E-2</c:v>
                </c:pt>
                <c:pt idx="31">
                  <c:v>-0.1016949</c:v>
                </c:pt>
                <c:pt idx="32">
                  <c:v>-0.16949149999999999</c:v>
                </c:pt>
                <c:pt idx="33">
                  <c:v>-0.2372881</c:v>
                </c:pt>
                <c:pt idx="34">
                  <c:v>-0.30508469999999999</c:v>
                </c:pt>
                <c:pt idx="35">
                  <c:v>-0.37288139999999997</c:v>
                </c:pt>
                <c:pt idx="36">
                  <c:v>-0.44067800000000001</c:v>
                </c:pt>
                <c:pt idx="37">
                  <c:v>-0.5084746</c:v>
                </c:pt>
                <c:pt idx="38">
                  <c:v>-0.57627119999999998</c:v>
                </c:pt>
                <c:pt idx="39">
                  <c:v>-0.64406779999999997</c:v>
                </c:pt>
                <c:pt idx="40">
                  <c:v>-0.71186439999999995</c:v>
                </c:pt>
                <c:pt idx="41">
                  <c:v>-0.77966100000000005</c:v>
                </c:pt>
                <c:pt idx="42">
                  <c:v>-0.84745760000000003</c:v>
                </c:pt>
                <c:pt idx="43">
                  <c:v>-0.91525420000000002</c:v>
                </c:pt>
                <c:pt idx="44">
                  <c:v>-0.9830508</c:v>
                </c:pt>
                <c:pt idx="45">
                  <c:v>-1.0508470000000001</c:v>
                </c:pt>
                <c:pt idx="46">
                  <c:v>-1.118644</c:v>
                </c:pt>
                <c:pt idx="47">
                  <c:v>-1.1864410000000001</c:v>
                </c:pt>
                <c:pt idx="48">
                  <c:v>-1.254237</c:v>
                </c:pt>
                <c:pt idx="49">
                  <c:v>-1.3220339999999999</c:v>
                </c:pt>
                <c:pt idx="50">
                  <c:v>-1.3898299999999999</c:v>
                </c:pt>
                <c:pt idx="51">
                  <c:v>-1.457627</c:v>
                </c:pt>
                <c:pt idx="52">
                  <c:v>-1.5254239999999999</c:v>
                </c:pt>
                <c:pt idx="53">
                  <c:v>-1.5932200000000001</c:v>
                </c:pt>
                <c:pt idx="54">
                  <c:v>-1.661017</c:v>
                </c:pt>
                <c:pt idx="55">
                  <c:v>-1.7288140000000001</c:v>
                </c:pt>
                <c:pt idx="56">
                  <c:v>-1.79661</c:v>
                </c:pt>
                <c:pt idx="57">
                  <c:v>-1.8644069999999999</c:v>
                </c:pt>
                <c:pt idx="58">
                  <c:v>-1.9322029999999999</c:v>
                </c:pt>
                <c:pt idx="59">
                  <c:v>-2</c:v>
                </c:pt>
              </c:numCache>
            </c:numRef>
          </c:xVal>
          <c:yVal>
            <c:numRef>
              <c:f>NEW_IV_15K_0T!$H$48:$H$107</c:f>
              <c:numCache>
                <c:formatCode>General</c:formatCode>
                <c:ptCount val="60"/>
                <c:pt idx="0">
                  <c:v>9.6301670000000006E-2</c:v>
                </c:pt>
                <c:pt idx="1">
                  <c:v>9.2664739999999995E-2</c:v>
                </c:pt>
                <c:pt idx="2">
                  <c:v>8.9575370000000001E-2</c:v>
                </c:pt>
                <c:pt idx="3">
                  <c:v>8.6304279999999997E-2</c:v>
                </c:pt>
                <c:pt idx="4">
                  <c:v>8.3018880000000003E-2</c:v>
                </c:pt>
                <c:pt idx="5">
                  <c:v>7.9545699999999997E-2</c:v>
                </c:pt>
                <c:pt idx="6">
                  <c:v>7.6431730000000003E-2</c:v>
                </c:pt>
                <c:pt idx="7">
                  <c:v>7.2027980000000005E-2</c:v>
                </c:pt>
                <c:pt idx="8">
                  <c:v>6.9852849999999994E-2</c:v>
                </c:pt>
                <c:pt idx="9">
                  <c:v>6.6756579999999996E-2</c:v>
                </c:pt>
                <c:pt idx="10">
                  <c:v>6.3323260000000006E-2</c:v>
                </c:pt>
                <c:pt idx="11">
                  <c:v>6.0042440000000002E-2</c:v>
                </c:pt>
                <c:pt idx="12">
                  <c:v>5.6774579999999998E-2</c:v>
                </c:pt>
                <c:pt idx="13">
                  <c:v>5.3463730000000001E-2</c:v>
                </c:pt>
                <c:pt idx="14">
                  <c:v>4.9478099999999997E-2</c:v>
                </c:pt>
                <c:pt idx="15">
                  <c:v>4.6926700000000002E-2</c:v>
                </c:pt>
                <c:pt idx="16">
                  <c:v>4.3585510000000001E-2</c:v>
                </c:pt>
                <c:pt idx="17">
                  <c:v>4.0226140000000001E-2</c:v>
                </c:pt>
                <c:pt idx="18">
                  <c:v>3.7240519999999999E-2</c:v>
                </c:pt>
                <c:pt idx="19">
                  <c:v>3.3906899999999997E-2</c:v>
                </c:pt>
                <c:pt idx="20">
                  <c:v>3.0655749999999999E-2</c:v>
                </c:pt>
                <c:pt idx="21">
                  <c:v>2.7416780000000002E-2</c:v>
                </c:pt>
                <c:pt idx="22">
                  <c:v>2.4155670000000001E-2</c:v>
                </c:pt>
                <c:pt idx="23">
                  <c:v>1.991745E-2</c:v>
                </c:pt>
                <c:pt idx="24">
                  <c:v>1.7709450000000002E-2</c:v>
                </c:pt>
                <c:pt idx="25">
                  <c:v>1.448281E-2</c:v>
                </c:pt>
                <c:pt idx="26">
                  <c:v>1.125894E-2</c:v>
                </c:pt>
                <c:pt idx="27">
                  <c:v>8.0534579999999995E-3</c:v>
                </c:pt>
                <c:pt idx="28">
                  <c:v>4.8174740000000004E-3</c:v>
                </c:pt>
                <c:pt idx="29">
                  <c:v>1.602411E-3</c:v>
                </c:pt>
                <c:pt idx="30">
                  <c:v>-1.621735E-3</c:v>
                </c:pt>
                <c:pt idx="31">
                  <c:v>-4.8362250000000004E-3</c:v>
                </c:pt>
                <c:pt idx="32">
                  <c:v>-7.8586219999999991E-3</c:v>
                </c:pt>
                <c:pt idx="33">
                  <c:v>-1.1293269999999999E-2</c:v>
                </c:pt>
                <c:pt idx="34">
                  <c:v>-1.4530980000000001E-2</c:v>
                </c:pt>
                <c:pt idx="35">
                  <c:v>-1.7763870000000001E-2</c:v>
                </c:pt>
                <c:pt idx="36">
                  <c:v>-2.099935E-2</c:v>
                </c:pt>
                <c:pt idx="37">
                  <c:v>-2.4240749999999998E-2</c:v>
                </c:pt>
                <c:pt idx="38">
                  <c:v>-2.7445509999999999E-2</c:v>
                </c:pt>
                <c:pt idx="39">
                  <c:v>-3.0434869999999999E-2</c:v>
                </c:pt>
                <c:pt idx="40">
                  <c:v>-3.3972259999999997E-2</c:v>
                </c:pt>
                <c:pt idx="41">
                  <c:v>-3.6965159999999997E-2</c:v>
                </c:pt>
                <c:pt idx="42">
                  <c:v>-4.012524E-2</c:v>
                </c:pt>
                <c:pt idx="43">
                  <c:v>-4.3448779999999999E-2</c:v>
                </c:pt>
                <c:pt idx="44">
                  <c:v>-4.6604260000000002E-2</c:v>
                </c:pt>
                <c:pt idx="45">
                  <c:v>-4.9713399999999998E-2</c:v>
                </c:pt>
                <c:pt idx="46">
                  <c:v>-5.284399E-2</c:v>
                </c:pt>
                <c:pt idx="47">
                  <c:v>-5.5943159999999999E-2</c:v>
                </c:pt>
                <c:pt idx="48">
                  <c:v>-6.2160350000000003E-2</c:v>
                </c:pt>
                <c:pt idx="49">
                  <c:v>-6.5271629999999997E-2</c:v>
                </c:pt>
                <c:pt idx="50">
                  <c:v>-6.8272260000000001E-2</c:v>
                </c:pt>
                <c:pt idx="51">
                  <c:v>-7.1459629999999996E-2</c:v>
                </c:pt>
                <c:pt idx="52">
                  <c:v>-7.4557880000000007E-2</c:v>
                </c:pt>
                <c:pt idx="53">
                  <c:v>-7.7622570000000002E-2</c:v>
                </c:pt>
                <c:pt idx="54">
                  <c:v>-8.0174319999999993E-2</c:v>
                </c:pt>
                <c:pt idx="55">
                  <c:v>-8.3641670000000001E-2</c:v>
                </c:pt>
                <c:pt idx="56">
                  <c:v>-8.5175589999999995E-2</c:v>
                </c:pt>
                <c:pt idx="57">
                  <c:v>-8.9724470000000001E-2</c:v>
                </c:pt>
                <c:pt idx="58">
                  <c:v>-9.2740349999999999E-2</c:v>
                </c:pt>
              </c:numCache>
            </c:numRef>
          </c:yVal>
          <c:smooth val="1"/>
        </c:ser>
        <c:ser>
          <c:idx val="2"/>
          <c:order val="2"/>
          <c:tx>
            <c:strRef>
              <c:f>NEW_IV_15K_0T!$I$46:$I$47</c:f>
              <c:strCache>
                <c:ptCount val="2"/>
                <c:pt idx="0">
                  <c:v>Reading</c:v>
                </c:pt>
                <c:pt idx="1">
                  <c:v>60K</c:v>
                </c:pt>
              </c:strCache>
            </c:strRef>
          </c:tx>
          <c:spPr>
            <a:ln w="19050" cap="rnd">
              <a:solidFill>
                <a:schemeClr val="accent3"/>
              </a:solidFill>
              <a:round/>
            </a:ln>
            <a:effectLst/>
          </c:spPr>
          <c:marker>
            <c:symbol val="none"/>
          </c:marker>
          <c:xVal>
            <c:numRef>
              <c:f>NEW_IV_15K_0T!$F$48:$F$107</c:f>
              <c:numCache>
                <c:formatCode>General</c:formatCode>
                <c:ptCount val="60"/>
                <c:pt idx="0">
                  <c:v>2</c:v>
                </c:pt>
                <c:pt idx="1">
                  <c:v>1.9322029999999999</c:v>
                </c:pt>
                <c:pt idx="2">
                  <c:v>1.8644069999999999</c:v>
                </c:pt>
                <c:pt idx="3">
                  <c:v>1.79661</c:v>
                </c:pt>
                <c:pt idx="4">
                  <c:v>1.7288140000000001</c:v>
                </c:pt>
                <c:pt idx="5">
                  <c:v>1.661017</c:v>
                </c:pt>
                <c:pt idx="6">
                  <c:v>1.5932200000000001</c:v>
                </c:pt>
                <c:pt idx="7">
                  <c:v>1.5254239999999999</c:v>
                </c:pt>
                <c:pt idx="8">
                  <c:v>1.457627</c:v>
                </c:pt>
                <c:pt idx="9">
                  <c:v>1.3898299999999999</c:v>
                </c:pt>
                <c:pt idx="10">
                  <c:v>1.3220339999999999</c:v>
                </c:pt>
                <c:pt idx="11">
                  <c:v>1.254237</c:v>
                </c:pt>
                <c:pt idx="12">
                  <c:v>1.1864410000000001</c:v>
                </c:pt>
                <c:pt idx="13">
                  <c:v>1.118644</c:v>
                </c:pt>
                <c:pt idx="14">
                  <c:v>1.0508470000000001</c:v>
                </c:pt>
                <c:pt idx="15">
                  <c:v>0.9830508</c:v>
                </c:pt>
                <c:pt idx="16">
                  <c:v>0.91525420000000002</c:v>
                </c:pt>
                <c:pt idx="17">
                  <c:v>0.84745760000000003</c:v>
                </c:pt>
                <c:pt idx="18">
                  <c:v>0.77966100000000005</c:v>
                </c:pt>
                <c:pt idx="19">
                  <c:v>0.71186439999999995</c:v>
                </c:pt>
                <c:pt idx="20">
                  <c:v>0.64406779999999997</c:v>
                </c:pt>
                <c:pt idx="21">
                  <c:v>0.57627119999999998</c:v>
                </c:pt>
                <c:pt idx="22">
                  <c:v>0.5084746</c:v>
                </c:pt>
                <c:pt idx="23">
                  <c:v>0.44067800000000001</c:v>
                </c:pt>
                <c:pt idx="24">
                  <c:v>0.37288139999999997</c:v>
                </c:pt>
                <c:pt idx="25">
                  <c:v>0.30508469999999999</c:v>
                </c:pt>
                <c:pt idx="26">
                  <c:v>0.2372881</c:v>
                </c:pt>
                <c:pt idx="27">
                  <c:v>0.16949149999999999</c:v>
                </c:pt>
                <c:pt idx="28">
                  <c:v>0.1016949</c:v>
                </c:pt>
                <c:pt idx="29">
                  <c:v>3.3898310000000001E-2</c:v>
                </c:pt>
                <c:pt idx="30">
                  <c:v>-3.3898310000000001E-2</c:v>
                </c:pt>
                <c:pt idx="31">
                  <c:v>-0.1016949</c:v>
                </c:pt>
                <c:pt idx="32">
                  <c:v>-0.16949149999999999</c:v>
                </c:pt>
                <c:pt idx="33">
                  <c:v>-0.2372881</c:v>
                </c:pt>
                <c:pt idx="34">
                  <c:v>-0.30508469999999999</c:v>
                </c:pt>
                <c:pt idx="35">
                  <c:v>-0.37288139999999997</c:v>
                </c:pt>
                <c:pt idx="36">
                  <c:v>-0.44067800000000001</c:v>
                </c:pt>
                <c:pt idx="37">
                  <c:v>-0.5084746</c:v>
                </c:pt>
                <c:pt idx="38">
                  <c:v>-0.57627119999999998</c:v>
                </c:pt>
                <c:pt idx="39">
                  <c:v>-0.64406779999999997</c:v>
                </c:pt>
                <c:pt idx="40">
                  <c:v>-0.71186439999999995</c:v>
                </c:pt>
                <c:pt idx="41">
                  <c:v>-0.77966100000000005</c:v>
                </c:pt>
                <c:pt idx="42">
                  <c:v>-0.84745760000000003</c:v>
                </c:pt>
                <c:pt idx="43">
                  <c:v>-0.91525420000000002</c:v>
                </c:pt>
                <c:pt idx="44">
                  <c:v>-0.9830508</c:v>
                </c:pt>
                <c:pt idx="45">
                  <c:v>-1.0508470000000001</c:v>
                </c:pt>
                <c:pt idx="46">
                  <c:v>-1.118644</c:v>
                </c:pt>
                <c:pt idx="47">
                  <c:v>-1.1864410000000001</c:v>
                </c:pt>
                <c:pt idx="48">
                  <c:v>-1.254237</c:v>
                </c:pt>
                <c:pt idx="49">
                  <c:v>-1.3220339999999999</c:v>
                </c:pt>
                <c:pt idx="50">
                  <c:v>-1.3898299999999999</c:v>
                </c:pt>
                <c:pt idx="51">
                  <c:v>-1.457627</c:v>
                </c:pt>
                <c:pt idx="52">
                  <c:v>-1.5254239999999999</c:v>
                </c:pt>
                <c:pt idx="53">
                  <c:v>-1.5932200000000001</c:v>
                </c:pt>
                <c:pt idx="54">
                  <c:v>-1.661017</c:v>
                </c:pt>
                <c:pt idx="55">
                  <c:v>-1.7288140000000001</c:v>
                </c:pt>
                <c:pt idx="56">
                  <c:v>-1.79661</c:v>
                </c:pt>
                <c:pt idx="57">
                  <c:v>-1.8644069999999999</c:v>
                </c:pt>
                <c:pt idx="58">
                  <c:v>-1.9322029999999999</c:v>
                </c:pt>
                <c:pt idx="59">
                  <c:v>-2</c:v>
                </c:pt>
              </c:numCache>
            </c:numRef>
          </c:xVal>
          <c:yVal>
            <c:numRef>
              <c:f>NEW_IV_15K_0T!$I$48:$I$107</c:f>
              <c:numCache>
                <c:formatCode>General</c:formatCode>
                <c:ptCount val="60"/>
                <c:pt idx="0">
                  <c:v>7.4062279999999994E-2</c:v>
                </c:pt>
                <c:pt idx="1">
                  <c:v>7.0752549999999997E-2</c:v>
                </c:pt>
                <c:pt idx="2">
                  <c:v>6.883997E-2</c:v>
                </c:pt>
                <c:pt idx="3">
                  <c:v>6.6379300000000002E-2</c:v>
                </c:pt>
                <c:pt idx="4">
                  <c:v>6.3855700000000001E-2</c:v>
                </c:pt>
                <c:pt idx="5">
                  <c:v>6.1351940000000001E-2</c:v>
                </c:pt>
                <c:pt idx="6">
                  <c:v>5.8837630000000002E-2</c:v>
                </c:pt>
                <c:pt idx="7">
                  <c:v>5.6277239999999999E-2</c:v>
                </c:pt>
                <c:pt idx="8">
                  <c:v>5.3641540000000001E-2</c:v>
                </c:pt>
                <c:pt idx="9">
                  <c:v>5.1251440000000002E-2</c:v>
                </c:pt>
                <c:pt idx="10">
                  <c:v>4.8293469999999998E-2</c:v>
                </c:pt>
                <c:pt idx="11">
                  <c:v>4.6175729999999998E-2</c:v>
                </c:pt>
                <c:pt idx="12">
                  <c:v>4.3625160000000003E-2</c:v>
                </c:pt>
                <c:pt idx="13">
                  <c:v>4.11464E-2</c:v>
                </c:pt>
                <c:pt idx="14">
                  <c:v>3.8641269999999998E-2</c:v>
                </c:pt>
                <c:pt idx="15">
                  <c:v>3.6136979999999999E-2</c:v>
                </c:pt>
                <c:pt idx="16">
                  <c:v>3.3605339999999997E-2</c:v>
                </c:pt>
                <c:pt idx="17">
                  <c:v>3.0952759999999999E-2</c:v>
                </c:pt>
                <c:pt idx="18">
                  <c:v>2.8623059999999999E-2</c:v>
                </c:pt>
                <c:pt idx="19">
                  <c:v>2.6042369999999999E-2</c:v>
                </c:pt>
                <c:pt idx="20">
                  <c:v>2.3470029999999999E-2</c:v>
                </c:pt>
                <c:pt idx="21">
                  <c:v>2.109128E-2</c:v>
                </c:pt>
                <c:pt idx="22">
                  <c:v>1.860125E-2</c:v>
                </c:pt>
                <c:pt idx="23">
                  <c:v>1.610257E-2</c:v>
                </c:pt>
                <c:pt idx="24">
                  <c:v>1.3632689999999999E-2</c:v>
                </c:pt>
                <c:pt idx="25">
                  <c:v>1.113607E-2</c:v>
                </c:pt>
                <c:pt idx="26">
                  <c:v>8.5785979999999998E-3</c:v>
                </c:pt>
                <c:pt idx="27">
                  <c:v>6.1913369999999999E-3</c:v>
                </c:pt>
                <c:pt idx="28">
                  <c:v>3.7086609999999998E-3</c:v>
                </c:pt>
                <c:pt idx="29">
                  <c:v>1.2334939999999999E-3</c:v>
                </c:pt>
                <c:pt idx="30">
                  <c:v>-1.2526270000000001E-3</c:v>
                </c:pt>
                <c:pt idx="31">
                  <c:v>-3.7316680000000001E-3</c:v>
                </c:pt>
                <c:pt idx="32">
                  <c:v>-6.2061909999999998E-3</c:v>
                </c:pt>
                <c:pt idx="33">
                  <c:v>-8.6750390000000007E-3</c:v>
                </c:pt>
                <c:pt idx="34">
                  <c:v>-1.116259E-2</c:v>
                </c:pt>
                <c:pt idx="35">
                  <c:v>-1.3559099999999999E-2</c:v>
                </c:pt>
                <c:pt idx="36">
                  <c:v>-1.6143890000000001E-2</c:v>
                </c:pt>
                <c:pt idx="37">
                  <c:v>-1.86476E-2</c:v>
                </c:pt>
                <c:pt idx="38">
                  <c:v>-2.1142660000000001E-2</c:v>
                </c:pt>
                <c:pt idx="39">
                  <c:v>-2.3649900000000001E-2</c:v>
                </c:pt>
                <c:pt idx="40">
                  <c:v>-2.6155069999999999E-2</c:v>
                </c:pt>
                <c:pt idx="41">
                  <c:v>-2.8643999999999999E-2</c:v>
                </c:pt>
                <c:pt idx="42">
                  <c:v>-3.1073529999999999E-2</c:v>
                </c:pt>
                <c:pt idx="43">
                  <c:v>-3.3578249999999997E-2</c:v>
                </c:pt>
                <c:pt idx="44">
                  <c:v>-3.5996599999999997E-2</c:v>
                </c:pt>
                <c:pt idx="45">
                  <c:v>-3.8389050000000001E-2</c:v>
                </c:pt>
                <c:pt idx="46">
                  <c:v>-4.090564E-2</c:v>
                </c:pt>
                <c:pt idx="47">
                  <c:v>-4.332047E-2</c:v>
                </c:pt>
                <c:pt idx="48">
                  <c:v>-4.5691700000000002E-2</c:v>
                </c:pt>
                <c:pt idx="49">
                  <c:v>-4.8127360000000001E-2</c:v>
                </c:pt>
                <c:pt idx="50">
                  <c:v>-5.0477519999999998E-2</c:v>
                </c:pt>
                <c:pt idx="51">
                  <c:v>-5.2726380000000003E-2</c:v>
                </c:pt>
                <c:pt idx="52">
                  <c:v>-5.5275070000000003E-2</c:v>
                </c:pt>
                <c:pt idx="53">
                  <c:v>-5.7722910000000002E-2</c:v>
                </c:pt>
                <c:pt idx="54">
                  <c:v>-6.0071159999999998E-2</c:v>
                </c:pt>
                <c:pt idx="55">
                  <c:v>-6.2466830000000001E-2</c:v>
                </c:pt>
                <c:pt idx="56">
                  <c:v>-6.4853149999999998E-2</c:v>
                </c:pt>
                <c:pt idx="57">
                  <c:v>-6.7120089999999993E-2</c:v>
                </c:pt>
                <c:pt idx="58">
                  <c:v>-6.9420590000000004E-2</c:v>
                </c:pt>
                <c:pt idx="59">
                  <c:v>-7.1806839999999997E-2</c:v>
                </c:pt>
              </c:numCache>
            </c:numRef>
          </c:yVal>
          <c:smooth val="1"/>
        </c:ser>
        <c:dLbls>
          <c:showLegendKey val="0"/>
          <c:showVal val="0"/>
          <c:showCatName val="0"/>
          <c:showSerName val="0"/>
          <c:showPercent val="0"/>
          <c:showBubbleSize val="0"/>
        </c:dLbls>
        <c:axId val="523176392"/>
        <c:axId val="523176784"/>
      </c:scatterChart>
      <c:valAx>
        <c:axId val="5231763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176784"/>
        <c:crosses val="autoZero"/>
        <c:crossBetween val="midCat"/>
      </c:valAx>
      <c:valAx>
        <c:axId val="5231767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176392"/>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2246F3-1963-4746-8C44-E5D1C58916B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CA"/>
        </a:p>
      </dgm:t>
    </dgm:pt>
    <dgm:pt modelId="{61ACD6C0-46EB-4ABD-B43E-EAD6D23112E1}">
      <dgm:prSet phldrT="[Text]"/>
      <dgm:spPr>
        <a:solidFill>
          <a:schemeClr val="bg1"/>
        </a:solidFill>
      </dgm:spPr>
      <dgm:t>
        <a:bodyPr/>
        <a:lstStyle/>
        <a:p>
          <a:r>
            <a:rPr lang="en-US" dirty="0" smtClean="0">
              <a:solidFill>
                <a:schemeClr val="tx1"/>
              </a:solidFill>
              <a:latin typeface="Microsoft YaHei UI" panose="020B0503020204020204" pitchFamily="34" charset="-122"/>
              <a:ea typeface="Microsoft YaHei UI" panose="020B0503020204020204" pitchFamily="34" charset="-122"/>
            </a:rPr>
            <a:t>Introduction</a:t>
          </a:r>
          <a:endParaRPr lang="en-CA" dirty="0">
            <a:solidFill>
              <a:schemeClr val="tx1"/>
            </a:solidFill>
            <a:latin typeface="Microsoft YaHei UI" panose="020B0503020204020204" pitchFamily="34" charset="-122"/>
            <a:ea typeface="Microsoft YaHei UI" panose="020B0503020204020204" pitchFamily="34" charset="-122"/>
          </a:endParaRPr>
        </a:p>
      </dgm:t>
    </dgm:pt>
    <dgm:pt modelId="{B881A16B-DA29-4F68-9FF2-F59F4E084F9C}" type="parTrans" cxnId="{F07ED2F9-EB9B-4490-B0A6-0C5236545C38}">
      <dgm:prSet/>
      <dgm:spPr/>
      <dgm:t>
        <a:bodyPr/>
        <a:lstStyle/>
        <a:p>
          <a:endParaRPr lang="en-CA"/>
        </a:p>
      </dgm:t>
    </dgm:pt>
    <dgm:pt modelId="{38B7B5A3-BAA7-44C1-BF71-1B386606DB2B}" type="sibTrans" cxnId="{F07ED2F9-EB9B-4490-B0A6-0C5236545C38}">
      <dgm:prSet/>
      <dgm:spPr/>
      <dgm:t>
        <a:bodyPr/>
        <a:lstStyle/>
        <a:p>
          <a:endParaRPr lang="en-CA"/>
        </a:p>
      </dgm:t>
    </dgm:pt>
    <dgm:pt modelId="{78F5D497-C0A5-472E-BE5A-8BF475485537}">
      <dgm:prSet phldrT="[Text]"/>
      <dgm:spPr>
        <a:solidFill>
          <a:schemeClr val="lt1">
            <a:hueOff val="0"/>
            <a:satOff val="0"/>
            <a:lumOff val="0"/>
          </a:schemeClr>
        </a:solidFill>
      </dgm:spPr>
      <dgm:t>
        <a:bodyPr/>
        <a:lstStyle/>
        <a:p>
          <a:r>
            <a:rPr lang="en-US" dirty="0" smtClean="0">
              <a:solidFill>
                <a:schemeClr val="tx1"/>
              </a:solidFill>
            </a:rPr>
            <a:t>How to prepare Graphene: CVD</a:t>
          </a:r>
          <a:endParaRPr lang="en-CA" dirty="0">
            <a:solidFill>
              <a:schemeClr val="tx1"/>
            </a:solidFill>
          </a:endParaRPr>
        </a:p>
      </dgm:t>
    </dgm:pt>
    <dgm:pt modelId="{397AC493-B975-484B-B9CF-C0DD4C076BE3}" type="parTrans" cxnId="{28924D3F-AF70-4D7C-9520-E48AC3866E9F}">
      <dgm:prSet/>
      <dgm:spPr/>
      <dgm:t>
        <a:bodyPr/>
        <a:lstStyle/>
        <a:p>
          <a:endParaRPr lang="en-CA"/>
        </a:p>
      </dgm:t>
    </dgm:pt>
    <dgm:pt modelId="{83070EC6-690F-4756-9A10-E3A04181CFAB}" type="sibTrans" cxnId="{28924D3F-AF70-4D7C-9520-E48AC3866E9F}">
      <dgm:prSet/>
      <dgm:spPr/>
      <dgm:t>
        <a:bodyPr/>
        <a:lstStyle/>
        <a:p>
          <a:endParaRPr lang="en-CA"/>
        </a:p>
      </dgm:t>
    </dgm:pt>
    <dgm:pt modelId="{E46695E9-345F-4013-A11B-A602501C0747}">
      <dgm:prSet phldrT="[Text]"/>
      <dgm:spPr>
        <a:solidFill>
          <a:schemeClr val="bg1"/>
        </a:solidFill>
      </dgm:spPr>
      <dgm:t>
        <a:bodyPr/>
        <a:lstStyle/>
        <a:p>
          <a:r>
            <a:rPr lang="en-US" dirty="0" smtClean="0">
              <a:solidFill>
                <a:schemeClr val="tx1"/>
              </a:solidFill>
            </a:rPr>
            <a:t>Experiment: Visualizing Weak Localization</a:t>
          </a:r>
          <a:endParaRPr lang="en-CA" dirty="0">
            <a:solidFill>
              <a:schemeClr val="tx1"/>
            </a:solidFill>
          </a:endParaRPr>
        </a:p>
      </dgm:t>
    </dgm:pt>
    <dgm:pt modelId="{1CB08042-46F6-44BB-8B14-9D6A9183CA45}" type="parTrans" cxnId="{031660AC-143D-4B49-80DA-3F20170A1E20}">
      <dgm:prSet/>
      <dgm:spPr/>
      <dgm:t>
        <a:bodyPr/>
        <a:lstStyle/>
        <a:p>
          <a:endParaRPr lang="en-CA"/>
        </a:p>
      </dgm:t>
    </dgm:pt>
    <dgm:pt modelId="{B3FEE1E2-A077-4CBB-98BF-B0F14F31D2F8}" type="sibTrans" cxnId="{031660AC-143D-4B49-80DA-3F20170A1E20}">
      <dgm:prSet/>
      <dgm:spPr/>
      <dgm:t>
        <a:bodyPr/>
        <a:lstStyle/>
        <a:p>
          <a:endParaRPr lang="en-CA"/>
        </a:p>
      </dgm:t>
    </dgm:pt>
    <dgm:pt modelId="{F6049B17-97FA-40D9-88F9-A6E70E7040CC}" type="pres">
      <dgm:prSet presAssocID="{AA2246F3-1963-4746-8C44-E5D1C58916B8}" presName="Name0" presStyleCnt="0">
        <dgm:presLayoutVars>
          <dgm:chMax val="7"/>
          <dgm:chPref val="7"/>
          <dgm:dir/>
        </dgm:presLayoutVars>
      </dgm:prSet>
      <dgm:spPr/>
      <dgm:t>
        <a:bodyPr/>
        <a:lstStyle/>
        <a:p>
          <a:endParaRPr lang="en-CA"/>
        </a:p>
      </dgm:t>
    </dgm:pt>
    <dgm:pt modelId="{8E30E5D5-37F5-4CD6-951F-DBFA8BE3C955}" type="pres">
      <dgm:prSet presAssocID="{AA2246F3-1963-4746-8C44-E5D1C58916B8}" presName="Name1" presStyleCnt="0"/>
      <dgm:spPr/>
    </dgm:pt>
    <dgm:pt modelId="{E43ED30C-4BAD-4DFB-9466-2A492B81E056}" type="pres">
      <dgm:prSet presAssocID="{AA2246F3-1963-4746-8C44-E5D1C58916B8}" presName="cycle" presStyleCnt="0"/>
      <dgm:spPr/>
    </dgm:pt>
    <dgm:pt modelId="{BD773C93-C749-4D29-964B-B39B83B5E4C0}" type="pres">
      <dgm:prSet presAssocID="{AA2246F3-1963-4746-8C44-E5D1C58916B8}" presName="srcNode" presStyleLbl="node1" presStyleIdx="0" presStyleCnt="3"/>
      <dgm:spPr/>
    </dgm:pt>
    <dgm:pt modelId="{4102F1E8-9230-4A9C-8DBD-B27687A8228A}" type="pres">
      <dgm:prSet presAssocID="{AA2246F3-1963-4746-8C44-E5D1C58916B8}" presName="conn" presStyleLbl="parChTrans1D2" presStyleIdx="0" presStyleCnt="1"/>
      <dgm:spPr/>
      <dgm:t>
        <a:bodyPr/>
        <a:lstStyle/>
        <a:p>
          <a:endParaRPr lang="en-CA"/>
        </a:p>
      </dgm:t>
    </dgm:pt>
    <dgm:pt modelId="{DC5E7099-51CB-40DE-97EA-7043E78159CB}" type="pres">
      <dgm:prSet presAssocID="{AA2246F3-1963-4746-8C44-E5D1C58916B8}" presName="extraNode" presStyleLbl="node1" presStyleIdx="0" presStyleCnt="3"/>
      <dgm:spPr/>
    </dgm:pt>
    <dgm:pt modelId="{47AA8D8E-071A-4CDC-8091-FBF390A10637}" type="pres">
      <dgm:prSet presAssocID="{AA2246F3-1963-4746-8C44-E5D1C58916B8}" presName="dstNode" presStyleLbl="node1" presStyleIdx="0" presStyleCnt="3"/>
      <dgm:spPr/>
    </dgm:pt>
    <dgm:pt modelId="{9685D845-A62A-43F5-9D4F-25614A345C02}" type="pres">
      <dgm:prSet presAssocID="{61ACD6C0-46EB-4ABD-B43E-EAD6D23112E1}" presName="text_1" presStyleLbl="node1" presStyleIdx="0" presStyleCnt="3" custLinFactNeighborX="232" custLinFactNeighborY="-7604">
        <dgm:presLayoutVars>
          <dgm:bulletEnabled val="1"/>
        </dgm:presLayoutVars>
      </dgm:prSet>
      <dgm:spPr/>
      <dgm:t>
        <a:bodyPr/>
        <a:lstStyle/>
        <a:p>
          <a:endParaRPr lang="en-CA"/>
        </a:p>
      </dgm:t>
    </dgm:pt>
    <dgm:pt modelId="{0B82722D-DD24-4A69-9EE2-88486B205A1E}" type="pres">
      <dgm:prSet presAssocID="{61ACD6C0-46EB-4ABD-B43E-EAD6D23112E1}" presName="accent_1" presStyleCnt="0"/>
      <dgm:spPr/>
    </dgm:pt>
    <dgm:pt modelId="{A60A702D-CD01-4854-BA41-256789A11A94}" type="pres">
      <dgm:prSet presAssocID="{61ACD6C0-46EB-4ABD-B43E-EAD6D23112E1}" presName="accentRepeatNode" presStyleLbl="solidFgAcc1" presStyleIdx="0" presStyleCnt="3"/>
      <dgm:spPr/>
    </dgm:pt>
    <dgm:pt modelId="{062DA001-AC17-4424-A8F8-3E4C62F7B892}" type="pres">
      <dgm:prSet presAssocID="{78F5D497-C0A5-472E-BE5A-8BF475485537}" presName="text_2" presStyleLbl="node1" presStyleIdx="1" presStyleCnt="3">
        <dgm:presLayoutVars>
          <dgm:bulletEnabled val="1"/>
        </dgm:presLayoutVars>
      </dgm:prSet>
      <dgm:spPr/>
      <dgm:t>
        <a:bodyPr/>
        <a:lstStyle/>
        <a:p>
          <a:endParaRPr lang="en-CA"/>
        </a:p>
      </dgm:t>
    </dgm:pt>
    <dgm:pt modelId="{C3D140C0-DB0F-4AFE-90F2-59552AE9D04A}" type="pres">
      <dgm:prSet presAssocID="{78F5D497-C0A5-472E-BE5A-8BF475485537}" presName="accent_2" presStyleCnt="0"/>
      <dgm:spPr/>
    </dgm:pt>
    <dgm:pt modelId="{303C48AA-B9F7-4997-9B36-11B4B6FF5753}" type="pres">
      <dgm:prSet presAssocID="{78F5D497-C0A5-472E-BE5A-8BF475485537}" presName="accentRepeatNode" presStyleLbl="solidFgAcc1" presStyleIdx="1" presStyleCnt="3"/>
      <dgm:spPr/>
    </dgm:pt>
    <dgm:pt modelId="{5F05E420-3D71-414C-85DD-D5AAD381750C}" type="pres">
      <dgm:prSet presAssocID="{E46695E9-345F-4013-A11B-A602501C0747}" presName="text_3" presStyleLbl="node1" presStyleIdx="2" presStyleCnt="3">
        <dgm:presLayoutVars>
          <dgm:bulletEnabled val="1"/>
        </dgm:presLayoutVars>
      </dgm:prSet>
      <dgm:spPr/>
      <dgm:t>
        <a:bodyPr/>
        <a:lstStyle/>
        <a:p>
          <a:endParaRPr lang="en-CA"/>
        </a:p>
      </dgm:t>
    </dgm:pt>
    <dgm:pt modelId="{03855C50-BFA1-4A21-9AE3-4330522BEADD}" type="pres">
      <dgm:prSet presAssocID="{E46695E9-345F-4013-A11B-A602501C0747}" presName="accent_3" presStyleCnt="0"/>
      <dgm:spPr/>
    </dgm:pt>
    <dgm:pt modelId="{3C069B24-C228-4A54-B1F3-20267383A4AA}" type="pres">
      <dgm:prSet presAssocID="{E46695E9-345F-4013-A11B-A602501C0747}" presName="accentRepeatNode" presStyleLbl="solidFgAcc1" presStyleIdx="2" presStyleCnt="3"/>
      <dgm:spPr/>
    </dgm:pt>
  </dgm:ptLst>
  <dgm:cxnLst>
    <dgm:cxn modelId="{28924D3F-AF70-4D7C-9520-E48AC3866E9F}" srcId="{AA2246F3-1963-4746-8C44-E5D1C58916B8}" destId="{78F5D497-C0A5-472E-BE5A-8BF475485537}" srcOrd="1" destOrd="0" parTransId="{397AC493-B975-484B-B9CF-C0DD4C076BE3}" sibTransId="{83070EC6-690F-4756-9A10-E3A04181CFAB}"/>
    <dgm:cxn modelId="{031660AC-143D-4B49-80DA-3F20170A1E20}" srcId="{AA2246F3-1963-4746-8C44-E5D1C58916B8}" destId="{E46695E9-345F-4013-A11B-A602501C0747}" srcOrd="2" destOrd="0" parTransId="{1CB08042-46F6-44BB-8B14-9D6A9183CA45}" sibTransId="{B3FEE1E2-A077-4CBB-98BF-B0F14F31D2F8}"/>
    <dgm:cxn modelId="{F07ED2F9-EB9B-4490-B0A6-0C5236545C38}" srcId="{AA2246F3-1963-4746-8C44-E5D1C58916B8}" destId="{61ACD6C0-46EB-4ABD-B43E-EAD6D23112E1}" srcOrd="0" destOrd="0" parTransId="{B881A16B-DA29-4F68-9FF2-F59F4E084F9C}" sibTransId="{38B7B5A3-BAA7-44C1-BF71-1B386606DB2B}"/>
    <dgm:cxn modelId="{0F21C555-99B8-49B5-9A1A-4D23B244C627}" type="presOf" srcId="{AA2246F3-1963-4746-8C44-E5D1C58916B8}" destId="{F6049B17-97FA-40D9-88F9-A6E70E7040CC}" srcOrd="0" destOrd="0" presId="urn:microsoft.com/office/officeart/2008/layout/VerticalCurvedList"/>
    <dgm:cxn modelId="{51F75000-9F29-4D16-9C58-1BAEFB481D5A}" type="presOf" srcId="{61ACD6C0-46EB-4ABD-B43E-EAD6D23112E1}" destId="{9685D845-A62A-43F5-9D4F-25614A345C02}" srcOrd="0" destOrd="0" presId="urn:microsoft.com/office/officeart/2008/layout/VerticalCurvedList"/>
    <dgm:cxn modelId="{1B09B478-4A62-4BB6-973D-A5248DCA2E2D}" type="presOf" srcId="{E46695E9-345F-4013-A11B-A602501C0747}" destId="{5F05E420-3D71-414C-85DD-D5AAD381750C}" srcOrd="0" destOrd="0" presId="urn:microsoft.com/office/officeart/2008/layout/VerticalCurvedList"/>
    <dgm:cxn modelId="{FD04461A-1910-43A5-994D-A1A09C522021}" type="presOf" srcId="{38B7B5A3-BAA7-44C1-BF71-1B386606DB2B}" destId="{4102F1E8-9230-4A9C-8DBD-B27687A8228A}" srcOrd="0" destOrd="0" presId="urn:microsoft.com/office/officeart/2008/layout/VerticalCurvedList"/>
    <dgm:cxn modelId="{A40F76ED-92ED-4BB8-B1F9-0292BF154F66}" type="presOf" srcId="{78F5D497-C0A5-472E-BE5A-8BF475485537}" destId="{062DA001-AC17-4424-A8F8-3E4C62F7B892}" srcOrd="0" destOrd="0" presId="urn:microsoft.com/office/officeart/2008/layout/VerticalCurvedList"/>
    <dgm:cxn modelId="{296EBBD7-3F97-4F35-8B4D-429A0BB4F71A}" type="presParOf" srcId="{F6049B17-97FA-40D9-88F9-A6E70E7040CC}" destId="{8E30E5D5-37F5-4CD6-951F-DBFA8BE3C955}" srcOrd="0" destOrd="0" presId="urn:microsoft.com/office/officeart/2008/layout/VerticalCurvedList"/>
    <dgm:cxn modelId="{43805F0B-ED99-49F0-8E45-2208DAE44952}" type="presParOf" srcId="{8E30E5D5-37F5-4CD6-951F-DBFA8BE3C955}" destId="{E43ED30C-4BAD-4DFB-9466-2A492B81E056}" srcOrd="0" destOrd="0" presId="urn:microsoft.com/office/officeart/2008/layout/VerticalCurvedList"/>
    <dgm:cxn modelId="{11C16027-E729-4975-ABA9-1FAFC953BC23}" type="presParOf" srcId="{E43ED30C-4BAD-4DFB-9466-2A492B81E056}" destId="{BD773C93-C749-4D29-964B-B39B83B5E4C0}" srcOrd="0" destOrd="0" presId="urn:microsoft.com/office/officeart/2008/layout/VerticalCurvedList"/>
    <dgm:cxn modelId="{86266D07-B43A-41C4-B118-B1D8A6784D7C}" type="presParOf" srcId="{E43ED30C-4BAD-4DFB-9466-2A492B81E056}" destId="{4102F1E8-9230-4A9C-8DBD-B27687A8228A}" srcOrd="1" destOrd="0" presId="urn:microsoft.com/office/officeart/2008/layout/VerticalCurvedList"/>
    <dgm:cxn modelId="{6F72451F-2223-464D-BB78-7EA815A5D7F8}" type="presParOf" srcId="{E43ED30C-4BAD-4DFB-9466-2A492B81E056}" destId="{DC5E7099-51CB-40DE-97EA-7043E78159CB}" srcOrd="2" destOrd="0" presId="urn:microsoft.com/office/officeart/2008/layout/VerticalCurvedList"/>
    <dgm:cxn modelId="{40C3AA02-1A50-4E65-A869-3AF0B2D0474A}" type="presParOf" srcId="{E43ED30C-4BAD-4DFB-9466-2A492B81E056}" destId="{47AA8D8E-071A-4CDC-8091-FBF390A10637}" srcOrd="3" destOrd="0" presId="urn:microsoft.com/office/officeart/2008/layout/VerticalCurvedList"/>
    <dgm:cxn modelId="{48C7819A-527E-4821-B0EB-E88BB553A39D}" type="presParOf" srcId="{8E30E5D5-37F5-4CD6-951F-DBFA8BE3C955}" destId="{9685D845-A62A-43F5-9D4F-25614A345C02}" srcOrd="1" destOrd="0" presId="urn:microsoft.com/office/officeart/2008/layout/VerticalCurvedList"/>
    <dgm:cxn modelId="{7E071BF7-65D4-4639-A3D2-88906983075F}" type="presParOf" srcId="{8E30E5D5-37F5-4CD6-951F-DBFA8BE3C955}" destId="{0B82722D-DD24-4A69-9EE2-88486B205A1E}" srcOrd="2" destOrd="0" presId="urn:microsoft.com/office/officeart/2008/layout/VerticalCurvedList"/>
    <dgm:cxn modelId="{A5575B31-D0BE-4A91-BDC7-903BD29DCB07}" type="presParOf" srcId="{0B82722D-DD24-4A69-9EE2-88486B205A1E}" destId="{A60A702D-CD01-4854-BA41-256789A11A94}" srcOrd="0" destOrd="0" presId="urn:microsoft.com/office/officeart/2008/layout/VerticalCurvedList"/>
    <dgm:cxn modelId="{6B58CF9B-F356-4DD3-BE88-3C6F7733D52D}" type="presParOf" srcId="{8E30E5D5-37F5-4CD6-951F-DBFA8BE3C955}" destId="{062DA001-AC17-4424-A8F8-3E4C62F7B892}" srcOrd="3" destOrd="0" presId="urn:microsoft.com/office/officeart/2008/layout/VerticalCurvedList"/>
    <dgm:cxn modelId="{E654C670-38F1-4247-8FB8-F4E9BEC4EFA7}" type="presParOf" srcId="{8E30E5D5-37F5-4CD6-951F-DBFA8BE3C955}" destId="{C3D140C0-DB0F-4AFE-90F2-59552AE9D04A}" srcOrd="4" destOrd="0" presId="urn:microsoft.com/office/officeart/2008/layout/VerticalCurvedList"/>
    <dgm:cxn modelId="{F8A627D9-B5AB-4EB8-A7C9-C41A15943DC7}" type="presParOf" srcId="{C3D140C0-DB0F-4AFE-90F2-59552AE9D04A}" destId="{303C48AA-B9F7-4997-9B36-11B4B6FF5753}" srcOrd="0" destOrd="0" presId="urn:microsoft.com/office/officeart/2008/layout/VerticalCurvedList"/>
    <dgm:cxn modelId="{EEDEFC89-71F1-442C-8C60-49DDEA747CCB}" type="presParOf" srcId="{8E30E5D5-37F5-4CD6-951F-DBFA8BE3C955}" destId="{5F05E420-3D71-414C-85DD-D5AAD381750C}" srcOrd="5" destOrd="0" presId="urn:microsoft.com/office/officeart/2008/layout/VerticalCurvedList"/>
    <dgm:cxn modelId="{8F21C224-E722-4D1B-A2AA-D8E259D6DE65}" type="presParOf" srcId="{8E30E5D5-37F5-4CD6-951F-DBFA8BE3C955}" destId="{03855C50-BFA1-4A21-9AE3-4330522BEADD}" srcOrd="6" destOrd="0" presId="urn:microsoft.com/office/officeart/2008/layout/VerticalCurvedList"/>
    <dgm:cxn modelId="{52B236FC-F585-4C9A-9CC0-EEBEC376C723}" type="presParOf" srcId="{03855C50-BFA1-4A21-9AE3-4330522BEADD}" destId="{3C069B24-C228-4A54-B1F3-20267383A4AA}" srcOrd="0" destOrd="0" presId="urn:microsoft.com/office/officeart/2008/layout/VerticalCurved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02F1E8-9230-4A9C-8DBD-B27687A8228A}">
      <dsp:nvSpPr>
        <dsp:cNvPr id="0" name=""/>
        <dsp:cNvSpPr/>
      </dsp:nvSpPr>
      <dsp:spPr>
        <a:xfrm>
          <a:off x="-5663896" y="-867160"/>
          <a:ext cx="6744553" cy="6744553"/>
        </a:xfrm>
        <a:prstGeom prst="blockArc">
          <a:avLst>
            <a:gd name="adj1" fmla="val 18900000"/>
            <a:gd name="adj2" fmla="val 2700000"/>
            <a:gd name="adj3" fmla="val 32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85D845-A62A-43F5-9D4F-25614A345C02}">
      <dsp:nvSpPr>
        <dsp:cNvPr id="0" name=""/>
        <dsp:cNvSpPr/>
      </dsp:nvSpPr>
      <dsp:spPr>
        <a:xfrm>
          <a:off x="714441" y="424827"/>
          <a:ext cx="8198880" cy="1002046"/>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5374" tIns="78740" rIns="78740" bIns="78740" numCol="1" spcCol="1270" anchor="ctr" anchorCtr="0">
          <a:noAutofit/>
        </a:bodyPr>
        <a:lstStyle/>
        <a:p>
          <a:pPr lvl="0" algn="l" defTabSz="1377950">
            <a:lnSpc>
              <a:spcPct val="90000"/>
            </a:lnSpc>
            <a:spcBef>
              <a:spcPct val="0"/>
            </a:spcBef>
            <a:spcAft>
              <a:spcPct val="35000"/>
            </a:spcAft>
          </a:pPr>
          <a:r>
            <a:rPr lang="en-US" sz="3100" kern="1200" dirty="0" smtClean="0">
              <a:solidFill>
                <a:schemeClr val="tx1"/>
              </a:solidFill>
              <a:latin typeface="Microsoft YaHei UI" panose="020B0503020204020204" pitchFamily="34" charset="-122"/>
              <a:ea typeface="Microsoft YaHei UI" panose="020B0503020204020204" pitchFamily="34" charset="-122"/>
            </a:rPr>
            <a:t>Introduction</a:t>
          </a:r>
          <a:endParaRPr lang="en-CA" sz="3100" kern="1200" dirty="0">
            <a:solidFill>
              <a:schemeClr val="tx1"/>
            </a:solidFill>
            <a:latin typeface="Microsoft YaHei UI" panose="020B0503020204020204" pitchFamily="34" charset="-122"/>
            <a:ea typeface="Microsoft YaHei UI" panose="020B0503020204020204" pitchFamily="34" charset="-122"/>
          </a:endParaRPr>
        </a:p>
      </dsp:txBody>
      <dsp:txXfrm>
        <a:off x="714441" y="424827"/>
        <a:ext cx="8198880" cy="1002046"/>
      </dsp:txXfrm>
    </dsp:sp>
    <dsp:sp modelId="{A60A702D-CD01-4854-BA41-256789A11A94}">
      <dsp:nvSpPr>
        <dsp:cNvPr id="0" name=""/>
        <dsp:cNvSpPr/>
      </dsp:nvSpPr>
      <dsp:spPr>
        <a:xfrm>
          <a:off x="69141" y="375767"/>
          <a:ext cx="1252558" cy="1252558"/>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2DA001-AC17-4424-A8F8-3E4C62F7B892}">
      <dsp:nvSpPr>
        <dsp:cNvPr id="0" name=""/>
        <dsp:cNvSpPr/>
      </dsp:nvSpPr>
      <dsp:spPr>
        <a:xfrm>
          <a:off x="1059664" y="2004093"/>
          <a:ext cx="7834636" cy="1002046"/>
        </a:xfrm>
        <a:prstGeom prst="rect">
          <a:avLst/>
        </a:prstGeom>
        <a:solidFill>
          <a:schemeClr val="lt1">
            <a:hueOff val="0"/>
            <a:satOff val="0"/>
            <a:lum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5374" tIns="78740" rIns="78740" bIns="78740" numCol="1" spcCol="1270" anchor="ctr" anchorCtr="0">
          <a:noAutofit/>
        </a:bodyPr>
        <a:lstStyle/>
        <a:p>
          <a:pPr lvl="0" algn="l" defTabSz="1377950">
            <a:lnSpc>
              <a:spcPct val="90000"/>
            </a:lnSpc>
            <a:spcBef>
              <a:spcPct val="0"/>
            </a:spcBef>
            <a:spcAft>
              <a:spcPct val="35000"/>
            </a:spcAft>
          </a:pPr>
          <a:r>
            <a:rPr lang="en-US" sz="3100" kern="1200" dirty="0" smtClean="0">
              <a:solidFill>
                <a:schemeClr val="tx1"/>
              </a:solidFill>
            </a:rPr>
            <a:t>How to prepare Graphene: CVD</a:t>
          </a:r>
          <a:endParaRPr lang="en-CA" sz="3100" kern="1200" dirty="0">
            <a:solidFill>
              <a:schemeClr val="tx1"/>
            </a:solidFill>
          </a:endParaRPr>
        </a:p>
      </dsp:txBody>
      <dsp:txXfrm>
        <a:off x="1059664" y="2004093"/>
        <a:ext cx="7834636" cy="1002046"/>
      </dsp:txXfrm>
    </dsp:sp>
    <dsp:sp modelId="{303C48AA-B9F7-4997-9B36-11B4B6FF5753}">
      <dsp:nvSpPr>
        <dsp:cNvPr id="0" name=""/>
        <dsp:cNvSpPr/>
      </dsp:nvSpPr>
      <dsp:spPr>
        <a:xfrm>
          <a:off x="433385" y="1878837"/>
          <a:ext cx="1252558" cy="1252558"/>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05E420-3D71-414C-85DD-D5AAD381750C}">
      <dsp:nvSpPr>
        <dsp:cNvPr id="0" name=""/>
        <dsp:cNvSpPr/>
      </dsp:nvSpPr>
      <dsp:spPr>
        <a:xfrm>
          <a:off x="695420" y="3507163"/>
          <a:ext cx="8198880" cy="1002046"/>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5374" tIns="78740" rIns="78740" bIns="78740" numCol="1" spcCol="1270" anchor="ctr" anchorCtr="0">
          <a:noAutofit/>
        </a:bodyPr>
        <a:lstStyle/>
        <a:p>
          <a:pPr lvl="0" algn="l" defTabSz="1377950">
            <a:lnSpc>
              <a:spcPct val="90000"/>
            </a:lnSpc>
            <a:spcBef>
              <a:spcPct val="0"/>
            </a:spcBef>
            <a:spcAft>
              <a:spcPct val="35000"/>
            </a:spcAft>
          </a:pPr>
          <a:r>
            <a:rPr lang="en-US" sz="3100" kern="1200" dirty="0" smtClean="0">
              <a:solidFill>
                <a:schemeClr val="tx1"/>
              </a:solidFill>
            </a:rPr>
            <a:t>Experiment: Visualizing Weak Localization</a:t>
          </a:r>
          <a:endParaRPr lang="en-CA" sz="3100" kern="1200" dirty="0">
            <a:solidFill>
              <a:schemeClr val="tx1"/>
            </a:solidFill>
          </a:endParaRPr>
        </a:p>
      </dsp:txBody>
      <dsp:txXfrm>
        <a:off x="695420" y="3507163"/>
        <a:ext cx="8198880" cy="1002046"/>
      </dsp:txXfrm>
    </dsp:sp>
    <dsp:sp modelId="{3C069B24-C228-4A54-B1F3-20267383A4AA}">
      <dsp:nvSpPr>
        <dsp:cNvPr id="0" name=""/>
        <dsp:cNvSpPr/>
      </dsp:nvSpPr>
      <dsp:spPr>
        <a:xfrm>
          <a:off x="69141" y="3381907"/>
          <a:ext cx="1252558" cy="1252558"/>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3/30/2015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3/30/2015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3/30/2015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en.wikipedia.org/wiki/Special:BookSources/0521599431" TargetMode="External"/><Relationship Id="rId2" Type="http://schemas.openxmlformats.org/officeDocument/2006/relationships/hyperlink" Target="http://en.wikipedia.org/wiki/International_Standard_Book_Number"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438274"/>
          </a:xfrm>
        </p:spPr>
        <p:txBody>
          <a:bodyPr>
            <a:normAutofit/>
          </a:bodyPr>
          <a:lstStyle/>
          <a:p>
            <a:r>
              <a:rPr lang="en-US" sz="4800" smtClean="0"/>
              <a:t/>
            </a:r>
            <a:br>
              <a:rPr lang="en-US" sz="4800" smtClean="0"/>
            </a:br>
            <a:r>
              <a:rPr lang="en-US" sz="4800" smtClean="0"/>
              <a:t/>
            </a:r>
            <a:br>
              <a:rPr lang="en-US" sz="4800" smtClean="0"/>
            </a:br>
            <a:r>
              <a:rPr lang="en-US" sz="4800" smtClean="0"/>
              <a:t>Disorder in Graphene: </a:t>
            </a:r>
            <a:br>
              <a:rPr lang="en-US" sz="4800" smtClean="0"/>
            </a:br>
            <a:r>
              <a:rPr lang="en-US" sz="4800" smtClean="0"/>
              <a:t/>
            </a:r>
            <a:br>
              <a:rPr lang="en-US" sz="4800" smtClean="0"/>
            </a:br>
            <a:r>
              <a:rPr lang="en-US" sz="4800" smtClean="0"/>
              <a:t>							 Weak Localization</a:t>
            </a:r>
            <a:endParaRPr lang="en-CA" sz="4800" dirty="0"/>
          </a:p>
        </p:txBody>
      </p:sp>
    </p:spTree>
    <p:extLst>
      <p:ext uri="{BB962C8B-B14F-4D97-AF65-F5344CB8AC3E}">
        <p14:creationId xmlns:p14="http://schemas.microsoft.com/office/powerpoint/2010/main" val="5303443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78872541"/>
              </p:ext>
            </p:extLst>
          </p:nvPr>
        </p:nvGraphicFramePr>
        <p:xfrm>
          <a:off x="870369" y="780967"/>
          <a:ext cx="8963442" cy="50102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89796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2080382"/>
            <a:ext cx="8596668" cy="1826581"/>
          </a:xfrm>
        </p:spPr>
        <p:txBody>
          <a:bodyPr/>
          <a:lstStyle/>
          <a:p>
            <a:r>
              <a:rPr lang="en-US" dirty="0" smtClean="0"/>
              <a:t>Background Knowledge and Introduction</a:t>
            </a:r>
            <a:endParaRPr lang="en-CA" dirty="0"/>
          </a:p>
        </p:txBody>
      </p:sp>
    </p:spTree>
    <p:extLst>
      <p:ext uri="{BB962C8B-B14F-4D97-AF65-F5344CB8AC3E}">
        <p14:creationId xmlns:p14="http://schemas.microsoft.com/office/powerpoint/2010/main" val="31296605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zh-CN" dirty="0" smtClean="0"/>
              <a:t>What is Graphene ?</a:t>
            </a:r>
            <a:endParaRPr lang="en-CA" dirty="0"/>
          </a:p>
        </p:txBody>
      </p:sp>
      <p:sp>
        <p:nvSpPr>
          <p:cNvPr id="5" name="Content Placeholder 4"/>
          <p:cNvSpPr>
            <a:spLocks noGrp="1"/>
          </p:cNvSpPr>
          <p:nvPr>
            <p:ph idx="1"/>
          </p:nvPr>
        </p:nvSpPr>
        <p:spPr>
          <a:xfrm>
            <a:off x="677334" y="1626679"/>
            <a:ext cx="8596668" cy="3880773"/>
          </a:xfrm>
        </p:spPr>
        <p:txBody>
          <a:bodyPr/>
          <a:lstStyle/>
          <a:p>
            <a:r>
              <a:rPr lang="en-US" dirty="0" smtClean="0"/>
              <a:t>Graphene is a two-dimensional material in which carbon atoms are arranged in a planar hexagonal lattice.</a:t>
            </a:r>
          </a:p>
          <a:p>
            <a:r>
              <a:rPr lang="en-US" dirty="0"/>
              <a:t>Graphene is </a:t>
            </a:r>
            <a:r>
              <a:rPr lang="en-US" dirty="0" smtClean="0"/>
              <a:t>an </a:t>
            </a:r>
            <a:r>
              <a:rPr lang="en-US" dirty="0"/>
              <a:t>atomic scale material, </a:t>
            </a:r>
            <a:r>
              <a:rPr lang="en-US" dirty="0" smtClean="0"/>
              <a:t>so </a:t>
            </a:r>
            <a:r>
              <a:rPr lang="en-US" dirty="0"/>
              <a:t>q</a:t>
            </a:r>
            <a:r>
              <a:rPr lang="en-US" dirty="0" smtClean="0"/>
              <a:t>uantum mechanical effects are expected to be </a:t>
            </a:r>
            <a:r>
              <a:rPr lang="en-US" dirty="0"/>
              <a:t>prominent</a:t>
            </a:r>
            <a:r>
              <a:rPr lang="en-US" dirty="0" smtClean="0"/>
              <a:t>. One such effect is “weak localization”.</a:t>
            </a:r>
            <a:endParaRPr lang="en-CA" dirty="0"/>
          </a:p>
          <a:p>
            <a:endParaRPr lang="en-US" dirty="0" smtClean="0"/>
          </a:p>
          <a:p>
            <a:pPr marL="0" indent="0">
              <a:buNone/>
            </a:pPr>
            <a:endParaRPr lang="en-CA"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385" y="3507007"/>
            <a:ext cx="5258416" cy="3155050"/>
          </a:xfrm>
          <a:prstGeom prst="rect">
            <a:avLst/>
          </a:prstGeom>
        </p:spPr>
      </p:pic>
    </p:spTree>
    <p:extLst>
      <p:ext uri="{BB962C8B-B14F-4D97-AF65-F5344CB8AC3E}">
        <p14:creationId xmlns:p14="http://schemas.microsoft.com/office/powerpoint/2010/main" val="42690436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Weak Localization: Wave-particle duality</a:t>
            </a:r>
            <a:endParaRPr lang="en-CA" dirty="0"/>
          </a:p>
        </p:txBody>
      </p:sp>
      <p:pic>
        <p:nvPicPr>
          <p:cNvPr id="2050" name="Picture 2" descr="http://upload.wikimedia.org/wikipedia/commons/thumb/d/d8/Weak_localization_scattering.svg/372px-Weak_localization_scattering.sv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533" y="3365712"/>
            <a:ext cx="4616270" cy="2171633"/>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865415" y="5657671"/>
            <a:ext cx="9601200" cy="1200329"/>
          </a:xfrm>
          <a:prstGeom prst="rect">
            <a:avLst/>
          </a:prstGeom>
          <a:noFill/>
        </p:spPr>
        <p:txBody>
          <a:bodyPr wrap="square" rtlCol="0">
            <a:spAutoFit/>
          </a:bodyPr>
          <a:lstStyle/>
          <a:p>
            <a:r>
              <a:rPr lang="en-CA" dirty="0"/>
              <a:t>"Weak localization scattering" by A13ean - Own work. Licensed under CC BY-SA 3.0 via Wikimedia Commons - http://commons.wikimedia.org/wiki/File:Weak_localization_scattering.svg#/media/File:Weak_localization_scattering.svg</a:t>
            </a:r>
          </a:p>
        </p:txBody>
      </p:sp>
      <p:sp>
        <p:nvSpPr>
          <p:cNvPr id="5" name="TextBox 4"/>
          <p:cNvSpPr txBox="1"/>
          <p:nvPr/>
        </p:nvSpPr>
        <p:spPr>
          <a:xfrm>
            <a:off x="1012372" y="1439780"/>
            <a:ext cx="8210106" cy="2585323"/>
          </a:xfrm>
          <a:prstGeom prst="rect">
            <a:avLst/>
          </a:prstGeom>
          <a:noFill/>
        </p:spPr>
        <p:txBody>
          <a:bodyPr wrap="square" rtlCol="0">
            <a:spAutoFit/>
          </a:bodyPr>
          <a:lstStyle/>
          <a:p>
            <a:r>
              <a:rPr lang="en-US" dirty="0" smtClean="0"/>
              <a:t>In Graphene, the wave property of electrons is noticeable in current-voltage characteristics. </a:t>
            </a:r>
          </a:p>
          <a:p>
            <a:endParaRPr lang="en-US" dirty="0"/>
          </a:p>
          <a:p>
            <a:r>
              <a:rPr lang="en-US" dirty="0" smtClean="0"/>
              <a:t>When magnetic field is absent, due to constructive interference we expect increased possibility of electron at same point, which means lower current and higher resistance.</a:t>
            </a:r>
          </a:p>
          <a:p>
            <a:endParaRPr lang="en-US" dirty="0"/>
          </a:p>
          <a:p>
            <a:r>
              <a:rPr lang="en-US" dirty="0" smtClean="0"/>
              <a:t>In presence of magnetic field, constructive interference is lost and resistance decreases.</a:t>
            </a:r>
          </a:p>
        </p:txBody>
      </p:sp>
    </p:spTree>
    <p:extLst>
      <p:ext uri="{BB962C8B-B14F-4D97-AF65-F5344CB8AC3E}">
        <p14:creationId xmlns:p14="http://schemas.microsoft.com/office/powerpoint/2010/main" val="6512265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closer look of weak localization</a:t>
            </a:r>
            <a:endParaRPr lang="en-CA" dirty="0"/>
          </a:p>
        </p:txBody>
      </p:sp>
      <p:pic>
        <p:nvPicPr>
          <p:cNvPr id="5" name="Content Placeholder 4"/>
          <p:cNvPicPr>
            <a:picLocks noGrp="1" noChangeAspect="1"/>
          </p:cNvPicPr>
          <p:nvPr>
            <p:ph idx="1"/>
          </p:nvPr>
        </p:nvPicPr>
        <p:blipFill>
          <a:blip r:embed="rId2"/>
          <a:stretch>
            <a:fillRect/>
          </a:stretch>
        </p:blipFill>
        <p:spPr>
          <a:xfrm>
            <a:off x="2592164" y="1554842"/>
            <a:ext cx="4767007" cy="3881437"/>
          </a:xfrm>
          <a:prstGeom prst="rect">
            <a:avLst/>
          </a:prstGeom>
        </p:spPr>
      </p:pic>
      <p:sp>
        <p:nvSpPr>
          <p:cNvPr id="6" name="TextBox 5"/>
          <p:cNvSpPr txBox="1"/>
          <p:nvPr/>
        </p:nvSpPr>
        <p:spPr>
          <a:xfrm>
            <a:off x="2220684" y="5811837"/>
            <a:ext cx="6270171" cy="923330"/>
          </a:xfrm>
          <a:prstGeom prst="rect">
            <a:avLst/>
          </a:prstGeom>
          <a:noFill/>
        </p:spPr>
        <p:txBody>
          <a:bodyPr wrap="square" rtlCol="0">
            <a:spAutoFit/>
          </a:bodyPr>
          <a:lstStyle/>
          <a:p>
            <a:r>
              <a:rPr lang="en-CA" dirty="0" err="1"/>
              <a:t>Hilke</a:t>
            </a:r>
            <a:r>
              <a:rPr lang="en-CA" dirty="0"/>
              <a:t>, Michael &amp; </a:t>
            </a:r>
            <a:r>
              <a:rPr lang="en-CA" dirty="0" err="1"/>
              <a:t>Massicotte</a:t>
            </a:r>
            <a:r>
              <a:rPr lang="en-CA" dirty="0"/>
              <a:t>, Mathieu &amp; </a:t>
            </a:r>
            <a:r>
              <a:rPr lang="en-CA" dirty="0" err="1"/>
              <a:t>Whiteway</a:t>
            </a:r>
            <a:r>
              <a:rPr lang="en-CA" dirty="0"/>
              <a:t>, Eric &amp; Yu, Victor</a:t>
            </a:r>
            <a:br>
              <a:rPr lang="en-CA" dirty="0"/>
            </a:br>
            <a:r>
              <a:rPr lang="en-CA" i="1" dirty="0" err="1"/>
              <a:t>TheScientificWorldJournal</a:t>
            </a:r>
            <a:r>
              <a:rPr lang="en-CA" dirty="0"/>
              <a:t>, </a:t>
            </a:r>
            <a:r>
              <a:rPr lang="en-CA" b="1" dirty="0"/>
              <a:t>2014</a:t>
            </a:r>
            <a:r>
              <a:rPr lang="en-CA" dirty="0"/>
              <a:t>, 737296--737296 (2014)</a:t>
            </a:r>
          </a:p>
        </p:txBody>
      </p:sp>
    </p:spTree>
    <p:extLst>
      <p:ext uri="{BB962C8B-B14F-4D97-AF65-F5344CB8AC3E}">
        <p14:creationId xmlns:p14="http://schemas.microsoft.com/office/powerpoint/2010/main" val="34144884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931002"/>
            <a:ext cx="7766936" cy="1646302"/>
          </a:xfrm>
        </p:spPr>
        <p:txBody>
          <a:bodyPr/>
          <a:lstStyle/>
          <a:p>
            <a:pPr algn="l"/>
            <a:r>
              <a:rPr lang="en-US" sz="4000" dirty="0" smtClean="0"/>
              <a:t>How to prepare Graphene</a:t>
            </a:r>
            <a:endParaRPr lang="en-CA" sz="4000" dirty="0"/>
          </a:p>
        </p:txBody>
      </p:sp>
      <p:sp>
        <p:nvSpPr>
          <p:cNvPr id="3" name="Subtitle 2"/>
          <p:cNvSpPr>
            <a:spLocks noGrp="1"/>
          </p:cNvSpPr>
          <p:nvPr>
            <p:ph type="subTitle" idx="1"/>
          </p:nvPr>
        </p:nvSpPr>
        <p:spPr>
          <a:xfrm>
            <a:off x="1507067" y="3577304"/>
            <a:ext cx="7766936" cy="1096899"/>
          </a:xfrm>
        </p:spPr>
        <p:txBody>
          <a:bodyPr/>
          <a:lstStyle/>
          <a:p>
            <a:r>
              <a:rPr lang="en-CA" dirty="0"/>
              <a:t>The Development of Growing Graphene by CVD and Transferring method</a:t>
            </a:r>
          </a:p>
        </p:txBody>
      </p:sp>
    </p:spTree>
    <p:extLst>
      <p:ext uri="{BB962C8B-B14F-4D97-AF65-F5344CB8AC3E}">
        <p14:creationId xmlns:p14="http://schemas.microsoft.com/office/powerpoint/2010/main" val="33046970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CVD: Chemical vapor deposition</a:t>
            </a:r>
            <a:endParaRPr lang="en-CA" dirty="0"/>
          </a:p>
        </p:txBody>
      </p:sp>
      <p:sp>
        <p:nvSpPr>
          <p:cNvPr id="3" name="Content Placeholder 2"/>
          <p:cNvSpPr>
            <a:spLocks noGrp="1"/>
          </p:cNvSpPr>
          <p:nvPr>
            <p:ph idx="1"/>
          </p:nvPr>
        </p:nvSpPr>
        <p:spPr>
          <a:xfrm>
            <a:off x="677334" y="1703389"/>
            <a:ext cx="8596668" cy="3880773"/>
          </a:xfrm>
        </p:spPr>
        <p:txBody>
          <a:bodyPr/>
          <a:lstStyle/>
          <a:p>
            <a:pPr marL="0" indent="0">
              <a:buNone/>
            </a:pPr>
            <a:r>
              <a:rPr lang="en-CA" dirty="0" smtClean="0"/>
              <a:t>In order to produce thin layer graphene, we need to expose metal film to hydrocarbon flow.</a:t>
            </a:r>
            <a:endParaRPr lang="en-CA" dirty="0"/>
          </a:p>
          <a:p>
            <a:pPr marL="0" indent="0">
              <a:buNone/>
            </a:pPr>
            <a:endParaRPr lang="en-CA" dirty="0"/>
          </a:p>
        </p:txBody>
      </p:sp>
      <p:pic>
        <p:nvPicPr>
          <p:cNvPr id="5" name="Picture 4"/>
          <p:cNvPicPr>
            <a:picLocks noChangeAspect="1"/>
          </p:cNvPicPr>
          <p:nvPr/>
        </p:nvPicPr>
        <p:blipFill>
          <a:blip r:embed="rId2"/>
          <a:stretch>
            <a:fillRect/>
          </a:stretch>
        </p:blipFill>
        <p:spPr>
          <a:xfrm>
            <a:off x="1027339" y="2732085"/>
            <a:ext cx="4573361" cy="3618367"/>
          </a:xfrm>
          <a:prstGeom prst="rect">
            <a:avLst/>
          </a:prstGeom>
        </p:spPr>
      </p:pic>
      <p:sp>
        <p:nvSpPr>
          <p:cNvPr id="6" name="TextBox 5"/>
          <p:cNvSpPr txBox="1"/>
          <p:nvPr/>
        </p:nvSpPr>
        <p:spPr>
          <a:xfrm>
            <a:off x="5950705" y="4891664"/>
            <a:ext cx="2808514" cy="1384995"/>
          </a:xfrm>
          <a:prstGeom prst="rect">
            <a:avLst/>
          </a:prstGeom>
          <a:noFill/>
        </p:spPr>
        <p:txBody>
          <a:bodyPr wrap="square" rtlCol="0">
            <a:spAutoFit/>
          </a:bodyPr>
          <a:lstStyle/>
          <a:p>
            <a:r>
              <a:rPr lang="en-CA" sz="1400" dirty="0"/>
              <a:t>Yu, Q., </a:t>
            </a:r>
            <a:r>
              <a:rPr lang="en-CA" sz="1400" dirty="0" err="1"/>
              <a:t>Lian</a:t>
            </a:r>
            <a:r>
              <a:rPr lang="en-CA" sz="1400" dirty="0"/>
              <a:t>, J., </a:t>
            </a:r>
            <a:r>
              <a:rPr lang="en-CA" sz="1400" dirty="0" err="1"/>
              <a:t>Siriponglert</a:t>
            </a:r>
            <a:r>
              <a:rPr lang="en-CA" sz="1400" dirty="0"/>
              <a:t>, S., Li, H., Chen, Y. P., &amp; Pei, S. S. (2008). Graphene segregated on Ni surfaces and transferred to insulators. </a:t>
            </a:r>
            <a:r>
              <a:rPr lang="en-CA" sz="1400" i="1" dirty="0"/>
              <a:t>Applied Physics Letters</a:t>
            </a:r>
            <a:r>
              <a:rPr lang="en-CA" sz="1400" dirty="0"/>
              <a:t>, </a:t>
            </a:r>
            <a:r>
              <a:rPr lang="en-CA" sz="1400" i="1" dirty="0"/>
              <a:t>93</a:t>
            </a:r>
            <a:r>
              <a:rPr lang="en-CA" sz="1400" dirty="0"/>
              <a:t>(11), 113103.</a:t>
            </a:r>
          </a:p>
        </p:txBody>
      </p:sp>
    </p:spTree>
    <p:extLst>
      <p:ext uri="{BB962C8B-B14F-4D97-AF65-F5344CB8AC3E}">
        <p14:creationId xmlns:p14="http://schemas.microsoft.com/office/powerpoint/2010/main" val="37296993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refinement of CVD</a:t>
            </a:r>
            <a:endParaRPr lang="en-CA" dirty="0"/>
          </a:p>
        </p:txBody>
      </p:sp>
      <p:sp>
        <p:nvSpPr>
          <p:cNvPr id="3" name="Content Placeholder 2"/>
          <p:cNvSpPr>
            <a:spLocks noGrp="1"/>
          </p:cNvSpPr>
          <p:nvPr>
            <p:ph idx="1"/>
          </p:nvPr>
        </p:nvSpPr>
        <p:spPr>
          <a:xfrm>
            <a:off x="677334" y="1649446"/>
            <a:ext cx="8596668" cy="3880773"/>
          </a:xfrm>
        </p:spPr>
        <p:txBody>
          <a:bodyPr/>
          <a:lstStyle/>
          <a:p>
            <a:r>
              <a:rPr lang="en-CA" dirty="0" smtClean="0"/>
              <a:t>highly diluted hydrocarbon </a:t>
            </a:r>
          </a:p>
          <a:p>
            <a:r>
              <a:rPr lang="en-CA" dirty="0"/>
              <a:t>Single-Crystalline Ni </a:t>
            </a:r>
            <a:r>
              <a:rPr lang="en-CA" dirty="0" smtClean="0"/>
              <a:t>film</a:t>
            </a:r>
            <a:endParaRPr lang="en-US" dirty="0"/>
          </a:p>
          <a:p>
            <a:r>
              <a:rPr lang="en-US" dirty="0" smtClean="0"/>
              <a:t>Thinner layer of metal material</a:t>
            </a:r>
            <a:endParaRPr lang="en-CA" dirty="0" smtClean="0"/>
          </a:p>
          <a:p>
            <a:endParaRPr lang="en-CA" dirty="0" smtClean="0"/>
          </a:p>
          <a:p>
            <a:endParaRPr lang="en-CA" dirty="0"/>
          </a:p>
        </p:txBody>
      </p:sp>
      <p:sp>
        <p:nvSpPr>
          <p:cNvPr id="4" name="TextBox 3"/>
          <p:cNvSpPr txBox="1"/>
          <p:nvPr/>
        </p:nvSpPr>
        <p:spPr>
          <a:xfrm>
            <a:off x="5240845" y="3886200"/>
            <a:ext cx="4033157" cy="2308324"/>
          </a:xfrm>
          <a:prstGeom prst="rect">
            <a:avLst/>
          </a:prstGeom>
          <a:noFill/>
        </p:spPr>
        <p:txBody>
          <a:bodyPr wrap="square" rtlCol="0">
            <a:spAutoFit/>
          </a:bodyPr>
          <a:lstStyle/>
          <a:p>
            <a:r>
              <a:rPr lang="en-CA" dirty="0"/>
              <a:t>Lee, </a:t>
            </a:r>
            <a:r>
              <a:rPr lang="en-CA" dirty="0" err="1"/>
              <a:t>Byeong-Joo</a:t>
            </a:r>
            <a:r>
              <a:rPr lang="en-CA" dirty="0"/>
              <a:t>, Han-Young Yu, and Goo-Hwan </a:t>
            </a:r>
            <a:r>
              <a:rPr lang="en-CA" dirty="0" err="1"/>
              <a:t>Jeong</a:t>
            </a:r>
            <a:r>
              <a:rPr lang="en-CA" dirty="0"/>
              <a:t>. "Controlled synthesis of monolayer graphene toward transparent flexible conductive film </a:t>
            </a:r>
            <a:r>
              <a:rPr lang="en-CA" dirty="0" err="1"/>
              <a:t>application."</a:t>
            </a:r>
            <a:r>
              <a:rPr lang="en-CA" i="1" dirty="0" err="1"/>
              <a:t>Nanoscale</a:t>
            </a:r>
            <a:r>
              <a:rPr lang="en-CA" i="1" dirty="0"/>
              <a:t> research letters</a:t>
            </a:r>
            <a:r>
              <a:rPr lang="en-CA" dirty="0"/>
              <a:t> 5.11 (2010): 1768-1773</a:t>
            </a:r>
            <a:r>
              <a:rPr lang="en-CA" dirty="0" smtClean="0"/>
              <a:t>.</a:t>
            </a:r>
          </a:p>
          <a:p>
            <a:endParaRPr lang="en-CA" dirty="0"/>
          </a:p>
        </p:txBody>
      </p:sp>
      <p:pic>
        <p:nvPicPr>
          <p:cNvPr id="4098" name="Picture 2" descr="Optical microscope images of synthesized graphenes at different temperatures: a 1,000°C, b 900°C, and c 850°C. d Raman spectra depend on the number of graphene layers in the s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3105877"/>
            <a:ext cx="4084281" cy="327859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819086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Experiment Process</a:t>
            </a:r>
            <a:endParaRPr lang="en-CA" dirty="0"/>
          </a:p>
        </p:txBody>
      </p:sp>
    </p:spTree>
    <p:extLst>
      <p:ext uri="{BB962C8B-B14F-4D97-AF65-F5344CB8AC3E}">
        <p14:creationId xmlns:p14="http://schemas.microsoft.com/office/powerpoint/2010/main" val="26176028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Before Transfer: Multi layer Graphene on Copper and Nickle</a:t>
            </a:r>
            <a:endParaRPr lang="en-CA" dirty="0"/>
          </a:p>
        </p:txBody>
      </p:sp>
      <p:pic>
        <p:nvPicPr>
          <p:cNvPr id="6" name="Content Placeholder 5"/>
          <p:cNvPicPr>
            <a:picLocks noGrp="1" noChangeAspect="1"/>
          </p:cNvPicPr>
          <p:nvPr>
            <p:ph idx="1"/>
          </p:nvPr>
        </p:nvPicPr>
        <p:blipFill rotWithShape="1">
          <a:blip r:embed="rId2"/>
          <a:srcRect l="54326" b="48266"/>
          <a:stretch/>
        </p:blipFill>
        <p:spPr>
          <a:xfrm>
            <a:off x="1577932" y="2611685"/>
            <a:ext cx="2637490" cy="2540760"/>
          </a:xfrm>
          <a:prstGeom prst="rect">
            <a:avLst/>
          </a:prstGeom>
        </p:spPr>
      </p:pic>
      <p:pic>
        <p:nvPicPr>
          <p:cNvPr id="3" name="Picture 2"/>
          <p:cNvPicPr>
            <a:picLocks noChangeAspect="1"/>
          </p:cNvPicPr>
          <p:nvPr/>
        </p:nvPicPr>
        <p:blipFill rotWithShape="1">
          <a:blip r:embed="rId3"/>
          <a:srcRect l="27622" t="3140" r="-302" b="30528"/>
          <a:stretch/>
        </p:blipFill>
        <p:spPr>
          <a:xfrm>
            <a:off x="4975668" y="2611685"/>
            <a:ext cx="2387240" cy="2518155"/>
          </a:xfrm>
          <a:prstGeom prst="rect">
            <a:avLst/>
          </a:prstGeom>
        </p:spPr>
      </p:pic>
      <p:sp>
        <p:nvSpPr>
          <p:cNvPr id="4" name="TextBox 3"/>
          <p:cNvSpPr txBox="1"/>
          <p:nvPr/>
        </p:nvSpPr>
        <p:spPr>
          <a:xfrm>
            <a:off x="5225143" y="5437414"/>
            <a:ext cx="1959428" cy="230832"/>
          </a:xfrm>
          <a:prstGeom prst="rect">
            <a:avLst/>
          </a:prstGeom>
          <a:noFill/>
        </p:spPr>
        <p:txBody>
          <a:bodyPr wrap="square" rtlCol="0">
            <a:spAutoFit/>
          </a:bodyPr>
          <a:lstStyle/>
          <a:p>
            <a:r>
              <a:rPr lang="en-US" altLang="zh-CN" sz="900" dirty="0" smtClean="0"/>
              <a:t>From Graphene supermarket</a:t>
            </a:r>
            <a:endParaRPr lang="en-CA" sz="900" dirty="0"/>
          </a:p>
        </p:txBody>
      </p:sp>
    </p:spTree>
    <p:extLst>
      <p:ext uri="{BB962C8B-B14F-4D97-AF65-F5344CB8AC3E}">
        <p14:creationId xmlns:p14="http://schemas.microsoft.com/office/powerpoint/2010/main" val="24882805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Transferring Process: Transfer Graphene On Copper to the substrate</a:t>
            </a:r>
            <a:endParaRPr lang="en-CA" dirty="0"/>
          </a:p>
        </p:txBody>
      </p:sp>
      <p:sp>
        <p:nvSpPr>
          <p:cNvPr id="3" name="Content Placeholder 2"/>
          <p:cNvSpPr>
            <a:spLocks noGrp="1"/>
          </p:cNvSpPr>
          <p:nvPr>
            <p:ph idx="1"/>
          </p:nvPr>
        </p:nvSpPr>
        <p:spPr/>
        <p:txBody>
          <a:bodyPr/>
          <a:lstStyle/>
          <a:p>
            <a:r>
              <a:rPr lang="en-US" dirty="0" smtClean="0"/>
              <a:t>1.wash sample with </a:t>
            </a:r>
            <a:r>
              <a:rPr lang="en-US" dirty="0" smtClean="0"/>
              <a:t>acetone</a:t>
            </a:r>
          </a:p>
          <a:p>
            <a:r>
              <a:rPr lang="en-US" dirty="0" smtClean="0"/>
              <a:t>2.cover the sample with PMMA</a:t>
            </a:r>
            <a:endParaRPr lang="en-US" dirty="0" smtClean="0"/>
          </a:p>
          <a:p>
            <a:r>
              <a:rPr lang="en-US" dirty="0"/>
              <a:t>3</a:t>
            </a:r>
            <a:r>
              <a:rPr lang="en-US" dirty="0" smtClean="0"/>
              <a:t>.heat </a:t>
            </a:r>
            <a:r>
              <a:rPr lang="en-US" dirty="0" smtClean="0"/>
              <a:t>the sample on metal</a:t>
            </a:r>
          </a:p>
          <a:p>
            <a:r>
              <a:rPr lang="en-US" dirty="0" smtClean="0"/>
              <a:t>4</a:t>
            </a:r>
            <a:r>
              <a:rPr lang="en-US" dirty="0" smtClean="0"/>
              <a:t>.Desolve </a:t>
            </a:r>
            <a:r>
              <a:rPr lang="en-US" dirty="0" smtClean="0"/>
              <a:t>metal by acid</a:t>
            </a:r>
          </a:p>
          <a:p>
            <a:r>
              <a:rPr lang="en-US" dirty="0"/>
              <a:t>5</a:t>
            </a:r>
            <a:r>
              <a:rPr lang="en-US" dirty="0" smtClean="0"/>
              <a:t>.Transfer </a:t>
            </a:r>
            <a:r>
              <a:rPr lang="en-US" dirty="0" smtClean="0"/>
              <a:t>remaining PMMA to substrate</a:t>
            </a:r>
            <a:endParaRPr lang="en-US" dirty="0"/>
          </a:p>
          <a:p>
            <a:r>
              <a:rPr lang="en-US" dirty="0"/>
              <a:t>6</a:t>
            </a:r>
            <a:r>
              <a:rPr lang="en-US" dirty="0" smtClean="0"/>
              <a:t>.Heat</a:t>
            </a:r>
            <a:endParaRPr lang="en-US" dirty="0" smtClean="0"/>
          </a:p>
          <a:p>
            <a:r>
              <a:rPr lang="en-US" dirty="0"/>
              <a:t>7</a:t>
            </a:r>
            <a:r>
              <a:rPr lang="en-US" dirty="0" smtClean="0"/>
              <a:t>.Remove </a:t>
            </a:r>
            <a:r>
              <a:rPr lang="en-US" dirty="0" smtClean="0"/>
              <a:t>PMMA by acetone</a:t>
            </a:r>
          </a:p>
          <a:p>
            <a:endParaRPr lang="en-CA" dirty="0"/>
          </a:p>
        </p:txBody>
      </p:sp>
    </p:spTree>
    <p:extLst>
      <p:ext uri="{BB962C8B-B14F-4D97-AF65-F5344CB8AC3E}">
        <p14:creationId xmlns:p14="http://schemas.microsoft.com/office/powerpoint/2010/main" val="27197606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1995170" y="1344885"/>
            <a:ext cx="5458460" cy="4233545"/>
          </a:xfrm>
          <a:prstGeom prst="rect">
            <a:avLst/>
          </a:prstGeom>
          <a:noFill/>
          <a:ln>
            <a:noFill/>
          </a:ln>
        </p:spPr>
      </p:pic>
    </p:spTree>
    <p:extLst>
      <p:ext uri="{BB962C8B-B14F-4D97-AF65-F5344CB8AC3E}">
        <p14:creationId xmlns:p14="http://schemas.microsoft.com/office/powerpoint/2010/main" val="14138176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1993392" y="1344168"/>
            <a:ext cx="5458460" cy="4233672"/>
          </a:xfrm>
          <a:prstGeom prst="rect">
            <a:avLst/>
          </a:prstGeom>
          <a:noFill/>
          <a:ln>
            <a:noFill/>
          </a:ln>
        </p:spPr>
      </p:pic>
    </p:spTree>
    <p:extLst>
      <p:ext uri="{BB962C8B-B14F-4D97-AF65-F5344CB8AC3E}">
        <p14:creationId xmlns:p14="http://schemas.microsoft.com/office/powerpoint/2010/main" val="34941857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p:nvPr/>
        </p:nvPicPr>
        <p:blipFill>
          <a:blip r:embed="rId3">
            <a:extLst>
              <a:ext uri="{28A0092B-C50C-407E-A947-70E740481C1C}">
                <a14:useLocalDpi xmlns:a14="http://schemas.microsoft.com/office/drawing/2010/main" val="0"/>
              </a:ext>
            </a:extLst>
          </a:blip>
          <a:srcRect/>
          <a:stretch>
            <a:fillRect/>
          </a:stretch>
        </p:blipFill>
        <p:spPr bwMode="auto">
          <a:xfrm>
            <a:off x="1993392" y="1344168"/>
            <a:ext cx="5458968" cy="4233672"/>
          </a:xfrm>
          <a:prstGeom prst="rect">
            <a:avLst/>
          </a:prstGeom>
          <a:noFill/>
          <a:ln>
            <a:noFill/>
          </a:ln>
        </p:spPr>
      </p:pic>
    </p:spTree>
    <p:extLst>
      <p:ext uri="{BB962C8B-B14F-4D97-AF65-F5344CB8AC3E}">
        <p14:creationId xmlns:p14="http://schemas.microsoft.com/office/powerpoint/2010/main" val="177291244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p:cNvPicPr/>
          <p:nvPr/>
        </p:nvPicPr>
        <p:blipFill>
          <a:blip r:embed="rId3">
            <a:extLst>
              <a:ext uri="{28A0092B-C50C-407E-A947-70E740481C1C}">
                <a14:useLocalDpi xmlns:a14="http://schemas.microsoft.com/office/drawing/2010/main" val="0"/>
              </a:ext>
            </a:extLst>
          </a:blip>
          <a:srcRect/>
          <a:stretch>
            <a:fillRect/>
          </a:stretch>
        </p:blipFill>
        <p:spPr bwMode="auto">
          <a:xfrm>
            <a:off x="1993392" y="1344168"/>
            <a:ext cx="5458460" cy="4233672"/>
          </a:xfrm>
          <a:prstGeom prst="rect">
            <a:avLst/>
          </a:prstGeom>
          <a:noFill/>
          <a:ln>
            <a:noFill/>
          </a:ln>
        </p:spPr>
      </p:pic>
    </p:spTree>
    <p:extLst>
      <p:ext uri="{BB962C8B-B14F-4D97-AF65-F5344CB8AC3E}">
        <p14:creationId xmlns:p14="http://schemas.microsoft.com/office/powerpoint/2010/main" val="60960532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1737481"/>
            <a:ext cx="8596668" cy="1826581"/>
          </a:xfrm>
        </p:spPr>
        <p:txBody>
          <a:bodyPr/>
          <a:lstStyle/>
          <a:p>
            <a:r>
              <a:rPr lang="en-US" dirty="0" smtClean="0"/>
              <a:t>Results Representation</a:t>
            </a:r>
            <a:endParaRPr lang="en-CA" dirty="0"/>
          </a:p>
        </p:txBody>
      </p:sp>
    </p:spTree>
    <p:extLst>
      <p:ext uri="{BB962C8B-B14F-4D97-AF65-F5344CB8AC3E}">
        <p14:creationId xmlns:p14="http://schemas.microsoft.com/office/powerpoint/2010/main" val="15394530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Raman Spectroscopy: Characteristic of Graphene</a:t>
            </a:r>
            <a:endParaRPr lang="en-CA" dirty="0"/>
          </a:p>
        </p:txBody>
      </p:sp>
      <p:pic>
        <p:nvPicPr>
          <p:cNvPr id="6" name="Content Placeholder 5"/>
          <p:cNvPicPr>
            <a:picLocks noGrp="1" noChangeAspect="1"/>
          </p:cNvPicPr>
          <p:nvPr>
            <p:ph idx="1"/>
          </p:nvPr>
        </p:nvPicPr>
        <p:blipFill>
          <a:blip r:embed="rId2"/>
          <a:stretch>
            <a:fillRect/>
          </a:stretch>
        </p:blipFill>
        <p:spPr>
          <a:xfrm>
            <a:off x="3584497" y="2872203"/>
            <a:ext cx="3206883" cy="3806182"/>
          </a:xfrm>
          <a:prstGeom prst="rect">
            <a:avLst/>
          </a:prstGeom>
        </p:spPr>
      </p:pic>
      <p:sp>
        <p:nvSpPr>
          <p:cNvPr id="7" name="TextBox 6"/>
          <p:cNvSpPr txBox="1"/>
          <p:nvPr/>
        </p:nvSpPr>
        <p:spPr>
          <a:xfrm>
            <a:off x="6791380" y="5130799"/>
            <a:ext cx="2138416" cy="1200329"/>
          </a:xfrm>
          <a:prstGeom prst="rect">
            <a:avLst/>
          </a:prstGeom>
          <a:noFill/>
        </p:spPr>
        <p:txBody>
          <a:bodyPr wrap="square" rtlCol="0">
            <a:spAutoFit/>
          </a:bodyPr>
          <a:lstStyle/>
          <a:p>
            <a:r>
              <a:rPr lang="en-CA" sz="1200" dirty="0" err="1"/>
              <a:t>Childres</a:t>
            </a:r>
            <a:r>
              <a:rPr lang="en-CA" sz="1200" dirty="0"/>
              <a:t>, Isaac, et al. "Raman spectroscopy of graphene and related materials." </a:t>
            </a:r>
            <a:r>
              <a:rPr lang="en-CA" sz="1200" i="1" dirty="0"/>
              <a:t>Developments in photon and materials research</a:t>
            </a:r>
            <a:r>
              <a:rPr lang="en-CA" sz="1200" dirty="0"/>
              <a:t> (2013).</a:t>
            </a:r>
          </a:p>
        </p:txBody>
      </p:sp>
    </p:spTree>
    <p:extLst>
      <p:ext uri="{BB962C8B-B14F-4D97-AF65-F5344CB8AC3E}">
        <p14:creationId xmlns:p14="http://schemas.microsoft.com/office/powerpoint/2010/main" val="8178414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Raman Spectroscopy</a:t>
            </a:r>
            <a:r>
              <a:rPr lang="en-US" dirty="0" smtClean="0"/>
              <a:t>: Defects of Graphene</a:t>
            </a:r>
            <a:endParaRPr lang="en-CA" dirty="0"/>
          </a:p>
        </p:txBody>
      </p:sp>
      <p:pic>
        <p:nvPicPr>
          <p:cNvPr id="4" name="Content Placeholder 3"/>
          <p:cNvPicPr>
            <a:picLocks noGrp="1" noChangeAspect="1"/>
          </p:cNvPicPr>
          <p:nvPr>
            <p:ph idx="1"/>
          </p:nvPr>
        </p:nvPicPr>
        <p:blipFill>
          <a:blip r:embed="rId2"/>
          <a:stretch>
            <a:fillRect/>
          </a:stretch>
        </p:blipFill>
        <p:spPr>
          <a:xfrm>
            <a:off x="2382237" y="2620872"/>
            <a:ext cx="5926396" cy="3215385"/>
          </a:xfrm>
          <a:prstGeom prst="rect">
            <a:avLst/>
          </a:prstGeom>
        </p:spPr>
      </p:pic>
      <p:sp>
        <p:nvSpPr>
          <p:cNvPr id="5" name="TextBox 4"/>
          <p:cNvSpPr txBox="1"/>
          <p:nvPr/>
        </p:nvSpPr>
        <p:spPr>
          <a:xfrm>
            <a:off x="8029630" y="3968749"/>
            <a:ext cx="2138416" cy="1200329"/>
          </a:xfrm>
          <a:prstGeom prst="rect">
            <a:avLst/>
          </a:prstGeom>
          <a:noFill/>
        </p:spPr>
        <p:txBody>
          <a:bodyPr wrap="square" rtlCol="0">
            <a:spAutoFit/>
          </a:bodyPr>
          <a:lstStyle/>
          <a:p>
            <a:r>
              <a:rPr lang="en-CA" sz="1200" dirty="0" err="1"/>
              <a:t>Childres</a:t>
            </a:r>
            <a:r>
              <a:rPr lang="en-CA" sz="1200" dirty="0"/>
              <a:t>, Isaac, et al. "Raman spectroscopy of graphene and related materials." </a:t>
            </a:r>
            <a:r>
              <a:rPr lang="en-CA" sz="1200" i="1" dirty="0"/>
              <a:t>Developments in photon and materials research</a:t>
            </a:r>
            <a:r>
              <a:rPr lang="en-CA" sz="1200" dirty="0"/>
              <a:t> (2013).</a:t>
            </a:r>
          </a:p>
        </p:txBody>
      </p:sp>
    </p:spTree>
    <p:extLst>
      <p:ext uri="{BB962C8B-B14F-4D97-AF65-F5344CB8AC3E}">
        <p14:creationId xmlns:p14="http://schemas.microsoft.com/office/powerpoint/2010/main" val="9402657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Raman Spectrum of Multilayer Graphene on cupper</a:t>
            </a:r>
            <a:endParaRPr lang="en-C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20847698"/>
              </p:ext>
            </p:extLst>
          </p:nvPr>
        </p:nvGraphicFramePr>
        <p:xfrm>
          <a:off x="391886" y="2160589"/>
          <a:ext cx="4555671" cy="340745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ontent Placeholder 3"/>
          <p:cNvGraphicFramePr>
            <a:graphicFrameLocks/>
          </p:cNvGraphicFramePr>
          <p:nvPr>
            <p:extLst>
              <p:ext uri="{D42A27DB-BD31-4B8C-83A1-F6EECF244321}">
                <p14:modId xmlns:p14="http://schemas.microsoft.com/office/powerpoint/2010/main" val="3551430770"/>
              </p:ext>
            </p:extLst>
          </p:nvPr>
        </p:nvGraphicFramePr>
        <p:xfrm>
          <a:off x="4996542" y="2144259"/>
          <a:ext cx="4539343" cy="34564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625315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CIP and CPP</a:t>
            </a:r>
            <a:endParaRPr lang="en-CA" dirty="0"/>
          </a:p>
        </p:txBody>
      </p:sp>
      <p:sp>
        <p:nvSpPr>
          <p:cNvPr id="3" name="Content Placeholder 2"/>
          <p:cNvSpPr>
            <a:spLocks noGrp="1"/>
          </p:cNvSpPr>
          <p:nvPr>
            <p:ph idx="1"/>
          </p:nvPr>
        </p:nvSpPr>
        <p:spPr/>
        <p:txBody>
          <a:bodyPr/>
          <a:lstStyle/>
          <a:p>
            <a:r>
              <a:rPr lang="en-US" dirty="0" smtClean="0"/>
              <a:t>CIP: Current in Plane geometry</a:t>
            </a:r>
          </a:p>
          <a:p>
            <a:r>
              <a:rPr lang="en-US" dirty="0" smtClean="0"/>
              <a:t>CPP: Current Perpendicular to plane configuration</a:t>
            </a:r>
          </a:p>
          <a:p>
            <a:endParaRPr lang="en-US" dirty="0"/>
          </a:p>
          <a:p>
            <a:pPr marL="0" indent="0">
              <a:buNone/>
            </a:pPr>
            <a:endParaRPr lang="en-US" dirty="0" smtClean="0"/>
          </a:p>
          <a:p>
            <a:endParaRPr lang="en-CA" dirty="0"/>
          </a:p>
        </p:txBody>
      </p:sp>
      <p:pic>
        <p:nvPicPr>
          <p:cNvPr id="6" name="Picture 5"/>
          <p:cNvPicPr>
            <a:picLocks noChangeAspect="1"/>
          </p:cNvPicPr>
          <p:nvPr/>
        </p:nvPicPr>
        <p:blipFill>
          <a:blip r:embed="rId2"/>
          <a:stretch>
            <a:fillRect/>
          </a:stretch>
        </p:blipFill>
        <p:spPr>
          <a:xfrm>
            <a:off x="2451543" y="3021937"/>
            <a:ext cx="4667714" cy="2791821"/>
          </a:xfrm>
          <a:prstGeom prst="rect">
            <a:avLst/>
          </a:prstGeom>
        </p:spPr>
      </p:pic>
      <p:sp>
        <p:nvSpPr>
          <p:cNvPr id="9" name="TextBox 8"/>
          <p:cNvSpPr txBox="1"/>
          <p:nvPr/>
        </p:nvSpPr>
        <p:spPr>
          <a:xfrm>
            <a:off x="2451543" y="5813758"/>
            <a:ext cx="4014571" cy="769441"/>
          </a:xfrm>
          <a:prstGeom prst="rect">
            <a:avLst/>
          </a:prstGeom>
          <a:noFill/>
        </p:spPr>
        <p:txBody>
          <a:bodyPr wrap="square" rtlCol="0">
            <a:spAutoFit/>
          </a:bodyPr>
          <a:lstStyle/>
          <a:p>
            <a:r>
              <a:rPr lang="en-CA" sz="1100" dirty="0"/>
              <a:t>"Spin-valve CIP CPP" by Alex-engraver - Own work. Licensed under CC BY-SA 3.0 via Wikimedia </a:t>
            </a:r>
            <a:r>
              <a:rPr lang="en-CA" sz="1100" dirty="0" smtClean="0"/>
              <a:t>Commons-http</a:t>
            </a:r>
            <a:r>
              <a:rPr lang="en-CA" sz="1100" dirty="0"/>
              <a:t>://commons.wikimedia.org/wiki/File:Spin-valve_CIP_CPP.svg#/media/File:Spin-valve_CIP_CPP.svg</a:t>
            </a:r>
          </a:p>
        </p:txBody>
      </p:sp>
    </p:spTree>
    <p:extLst>
      <p:ext uri="{BB962C8B-B14F-4D97-AF65-F5344CB8AC3E}">
        <p14:creationId xmlns:p14="http://schemas.microsoft.com/office/powerpoint/2010/main" val="5108099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CIP Measurement</a:t>
            </a:r>
            <a:endParaRPr lang="en-C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87521295"/>
              </p:ext>
            </p:extLst>
          </p:nvPr>
        </p:nvGraphicFramePr>
        <p:xfrm>
          <a:off x="677863" y="2160588"/>
          <a:ext cx="8596312" cy="38814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524888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CPP Measurement</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32637990"/>
              </p:ext>
            </p:extLst>
          </p:nvPr>
        </p:nvGraphicFramePr>
        <p:xfrm>
          <a:off x="677863" y="2160588"/>
          <a:ext cx="8596312" cy="38814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138870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of circuit</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20138832"/>
              </p:ext>
            </p:extLst>
          </p:nvPr>
        </p:nvGraphicFramePr>
        <p:xfrm>
          <a:off x="677863" y="2160588"/>
          <a:ext cx="8596312" cy="38814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399304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Assumption about absence of weak localization</a:t>
            </a:r>
            <a:endParaRPr lang="en-CA" dirty="0"/>
          </a:p>
        </p:txBody>
      </p:sp>
      <p:sp>
        <p:nvSpPr>
          <p:cNvPr id="3" name="Content Placeholder 2"/>
          <p:cNvSpPr>
            <a:spLocks noGrp="1"/>
          </p:cNvSpPr>
          <p:nvPr>
            <p:ph idx="1"/>
          </p:nvPr>
        </p:nvSpPr>
        <p:spPr/>
        <p:txBody>
          <a:bodyPr/>
          <a:lstStyle/>
          <a:p>
            <a:r>
              <a:rPr lang="en-US" dirty="0" smtClean="0"/>
              <a:t>1. Sample is too thick (sample behave like graphite)</a:t>
            </a:r>
          </a:p>
          <a:p>
            <a:r>
              <a:rPr lang="en-US" dirty="0" smtClean="0"/>
              <a:t>2. Too few defects (too uniform)</a:t>
            </a:r>
          </a:p>
        </p:txBody>
      </p:sp>
    </p:spTree>
    <p:extLst>
      <p:ext uri="{BB962C8B-B14F-4D97-AF65-F5344CB8AC3E}">
        <p14:creationId xmlns:p14="http://schemas.microsoft.com/office/powerpoint/2010/main" val="38516546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7555" y="669920"/>
            <a:ext cx="4273845" cy="5292729"/>
          </a:xfrm>
          <a:prstGeom prst="rect">
            <a:avLst/>
          </a:prstGeom>
        </p:spPr>
      </p:pic>
    </p:spTree>
    <p:extLst>
      <p:ext uri="{BB962C8B-B14F-4D97-AF65-F5344CB8AC3E}">
        <p14:creationId xmlns:p14="http://schemas.microsoft.com/office/powerpoint/2010/main" val="7201479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more defects by hydrogen plasma</a:t>
            </a:r>
            <a:endParaRPr lang="en-CA" dirty="0"/>
          </a:p>
        </p:txBody>
      </p:sp>
      <p:pic>
        <p:nvPicPr>
          <p:cNvPr id="5122" name="Picture 2" descr="http://www.cleanroom.byu.edu/pe2.parts/pe2_O2.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388519" y="2748756"/>
            <a:ext cx="3175000" cy="270510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876693" y="1857080"/>
            <a:ext cx="4996206" cy="646331"/>
          </a:xfrm>
          <a:prstGeom prst="rect">
            <a:avLst/>
          </a:prstGeom>
          <a:noFill/>
        </p:spPr>
        <p:txBody>
          <a:bodyPr wrap="square" rtlCol="0">
            <a:spAutoFit/>
          </a:bodyPr>
          <a:lstStyle/>
          <a:p>
            <a:r>
              <a:rPr lang="en-US" dirty="0" smtClean="0"/>
              <a:t>A new technic allows us to expand defects without etching graphene layers</a:t>
            </a:r>
            <a:endParaRPr lang="en-CA" dirty="0"/>
          </a:p>
        </p:txBody>
      </p:sp>
    </p:spTree>
    <p:extLst>
      <p:ext uri="{BB962C8B-B14F-4D97-AF65-F5344CB8AC3E}">
        <p14:creationId xmlns:p14="http://schemas.microsoft.com/office/powerpoint/2010/main" val="25504037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Comparison of graphene sample before and after hydrogen plasma bombardment</a:t>
            </a:r>
            <a:endParaRPr lang="en-CA" dirty="0"/>
          </a:p>
        </p:txBody>
      </p:sp>
      <p:graphicFrame>
        <p:nvGraphicFramePr>
          <p:cNvPr id="9" name="Chart 8"/>
          <p:cNvGraphicFramePr>
            <a:graphicFrameLocks/>
          </p:cNvGraphicFramePr>
          <p:nvPr>
            <p:extLst>
              <p:ext uri="{D42A27DB-BD31-4B8C-83A1-F6EECF244321}">
                <p14:modId xmlns:p14="http://schemas.microsoft.com/office/powerpoint/2010/main" val="3149442103"/>
              </p:ext>
            </p:extLst>
          </p:nvPr>
        </p:nvGraphicFramePr>
        <p:xfrm>
          <a:off x="5565562" y="2483782"/>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p:cNvGraphicFramePr>
            <a:graphicFrameLocks/>
          </p:cNvGraphicFramePr>
          <p:nvPr>
            <p:extLst>
              <p:ext uri="{D42A27DB-BD31-4B8C-83A1-F6EECF244321}">
                <p14:modId xmlns:p14="http://schemas.microsoft.com/office/powerpoint/2010/main" val="1975447536"/>
              </p:ext>
            </p:extLst>
          </p:nvPr>
        </p:nvGraphicFramePr>
        <p:xfrm>
          <a:off x="677334" y="2509885"/>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646811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CPP Measurement after defect creating</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39459462"/>
              </p:ext>
            </p:extLst>
          </p:nvPr>
        </p:nvGraphicFramePr>
        <p:xfrm>
          <a:off x="677863" y="2160588"/>
          <a:ext cx="8596312" cy="38814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067937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of circuit</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58774685"/>
              </p:ext>
            </p:extLst>
          </p:nvPr>
        </p:nvGraphicFramePr>
        <p:xfrm>
          <a:off x="677863" y="2160588"/>
          <a:ext cx="8596312" cy="38814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369160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Thanking</a:t>
            </a:r>
            <a:endParaRPr lang="en-CA" dirty="0"/>
          </a:p>
        </p:txBody>
      </p:sp>
      <p:sp>
        <p:nvSpPr>
          <p:cNvPr id="3" name="Content Placeholder 2"/>
          <p:cNvSpPr>
            <a:spLocks noGrp="1"/>
          </p:cNvSpPr>
          <p:nvPr>
            <p:ph idx="1"/>
          </p:nvPr>
        </p:nvSpPr>
        <p:spPr/>
        <p:txBody>
          <a:bodyPr/>
          <a:lstStyle/>
          <a:p>
            <a:r>
              <a:rPr lang="en-US" dirty="0" smtClean="0"/>
              <a:t>Dr. Sandipan Pramanik and </a:t>
            </a:r>
            <a:r>
              <a:rPr lang="en-US" dirty="0"/>
              <a:t>Dr. </a:t>
            </a:r>
            <a:r>
              <a:rPr lang="en-CA" dirty="0"/>
              <a:t>Srikrishna Chanakya </a:t>
            </a:r>
            <a:r>
              <a:rPr lang="en-CA" dirty="0" err="1" smtClean="0"/>
              <a:t>Bodepudi</a:t>
            </a:r>
            <a:r>
              <a:rPr lang="en-CA" dirty="0" smtClean="0"/>
              <a:t> have given a lot of help in this research.</a:t>
            </a:r>
          </a:p>
          <a:p>
            <a:r>
              <a:rPr lang="en-US" dirty="0" smtClean="0"/>
              <a:t>Thanks to their consistent and effective guidance, this research can finally flow smoothly and successfully.</a:t>
            </a:r>
            <a:endParaRPr lang="en-CA" dirty="0"/>
          </a:p>
        </p:txBody>
      </p:sp>
    </p:spTree>
    <p:extLst>
      <p:ext uri="{BB962C8B-B14F-4D97-AF65-F5344CB8AC3E}">
        <p14:creationId xmlns:p14="http://schemas.microsoft.com/office/powerpoint/2010/main" val="1674269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Citation</a:t>
            </a:r>
            <a:endParaRPr lang="en-CA" dirty="0"/>
          </a:p>
        </p:txBody>
      </p:sp>
      <p:sp>
        <p:nvSpPr>
          <p:cNvPr id="3" name="Content Placeholder 2"/>
          <p:cNvSpPr>
            <a:spLocks noGrp="1"/>
          </p:cNvSpPr>
          <p:nvPr>
            <p:ph idx="1"/>
          </p:nvPr>
        </p:nvSpPr>
        <p:spPr/>
        <p:txBody>
          <a:bodyPr>
            <a:normAutofit/>
          </a:bodyPr>
          <a:lstStyle/>
          <a:p>
            <a:r>
              <a:rPr lang="en-CA" dirty="0"/>
              <a:t>R. V. Gorbachev, F. V. </a:t>
            </a:r>
            <a:r>
              <a:rPr lang="en-CA" dirty="0" err="1"/>
              <a:t>Tikhonenko</a:t>
            </a:r>
            <a:r>
              <a:rPr lang="en-CA" dirty="0"/>
              <a:t>, A. S. </a:t>
            </a:r>
            <a:r>
              <a:rPr lang="en-CA" dirty="0" err="1"/>
              <a:t>Mayorov</a:t>
            </a:r>
            <a:r>
              <a:rPr lang="en-CA" dirty="0"/>
              <a:t>, D. W. </a:t>
            </a:r>
            <a:r>
              <a:rPr lang="en-CA" dirty="0" err="1"/>
              <a:t>Horsell</a:t>
            </a:r>
            <a:r>
              <a:rPr lang="en-CA" dirty="0"/>
              <a:t>, and A. K. </a:t>
            </a:r>
            <a:r>
              <a:rPr lang="en-CA" dirty="0" err="1"/>
              <a:t>Savchenko</a:t>
            </a:r>
            <a:r>
              <a:rPr lang="en-CA" dirty="0"/>
              <a:t>, Phys. Rev. Lett. 98, 176805,2008,Apr </a:t>
            </a:r>
            <a:r>
              <a:rPr lang="en-CA" dirty="0" smtClean="0"/>
              <a:t>26</a:t>
            </a:r>
          </a:p>
          <a:p>
            <a:r>
              <a:rPr lang="en-CA" dirty="0" err="1"/>
              <a:t>Datta</a:t>
            </a:r>
            <a:r>
              <a:rPr lang="en-CA" dirty="0"/>
              <a:t>, S. (1995). </a:t>
            </a:r>
            <a:r>
              <a:rPr lang="en-CA" i="1" dirty="0"/>
              <a:t>Electronic Transport in Mesoscopic Systems</a:t>
            </a:r>
            <a:r>
              <a:rPr lang="en-CA" dirty="0"/>
              <a:t>. Cambridge University </a:t>
            </a:r>
            <a:r>
              <a:rPr lang="en-CA" dirty="0" err="1"/>
              <a:t>Press.</a:t>
            </a:r>
            <a:r>
              <a:rPr lang="en-CA" dirty="0" err="1">
                <a:hlinkClick r:id="rId2" tooltip="International Standard Book Number"/>
              </a:rPr>
              <a:t>ISBN</a:t>
            </a:r>
            <a:r>
              <a:rPr lang="en-CA" dirty="0"/>
              <a:t> </a:t>
            </a:r>
            <a:r>
              <a:rPr lang="en-CA" dirty="0">
                <a:hlinkClick r:id="rId3" tooltip="Special:BookSources/0521599431"/>
              </a:rPr>
              <a:t>0521599431</a:t>
            </a:r>
            <a:r>
              <a:rPr lang="en-CA" dirty="0" smtClean="0"/>
              <a:t>.</a:t>
            </a:r>
          </a:p>
          <a:p>
            <a:r>
              <a:rPr lang="pt-BR" i="1" dirty="0"/>
              <a:t>A. H. Castro Neto, F. Guinea, N. M. R. Peres, K. S. Novoselov, and A. K. Geim,</a:t>
            </a:r>
            <a:r>
              <a:rPr lang="en-CA" i="1" dirty="0"/>
              <a:t> Rev. Mod. Phys. 81, 109 – Published 14 January </a:t>
            </a:r>
            <a:r>
              <a:rPr lang="en-CA" i="1" dirty="0" smtClean="0"/>
              <a:t>2009</a:t>
            </a:r>
          </a:p>
          <a:p>
            <a:r>
              <a:rPr lang="en-CA" dirty="0" err="1"/>
              <a:t>Zhimin</a:t>
            </a:r>
            <a:r>
              <a:rPr lang="en-CA" dirty="0"/>
              <a:t> L, </a:t>
            </a:r>
            <a:r>
              <a:rPr lang="en-CA" dirty="0" err="1"/>
              <a:t>Hanchun</a:t>
            </a:r>
            <a:r>
              <a:rPr lang="en-CA" dirty="0"/>
              <a:t> W, </a:t>
            </a:r>
            <a:r>
              <a:rPr lang="en-CA" dirty="0" err="1"/>
              <a:t>Shishir</a:t>
            </a:r>
            <a:r>
              <a:rPr lang="en-CA" dirty="0"/>
              <a:t> K, </a:t>
            </a:r>
            <a:r>
              <a:rPr lang="en-CA" dirty="0" err="1"/>
              <a:t>Duesberg</a:t>
            </a:r>
            <a:r>
              <a:rPr lang="en-CA" dirty="0"/>
              <a:t> G S, </a:t>
            </a:r>
            <a:r>
              <a:rPr lang="en-CA" dirty="0" err="1"/>
              <a:t>Yangbo</a:t>
            </a:r>
            <a:r>
              <a:rPr lang="en-CA" dirty="0"/>
              <a:t> Z, Cross G L W, </a:t>
            </a:r>
            <a:r>
              <a:rPr lang="en-CA" dirty="0" err="1"/>
              <a:t>Shvets</a:t>
            </a:r>
            <a:r>
              <a:rPr lang="en-CA" dirty="0"/>
              <a:t> I V and </a:t>
            </a:r>
            <a:r>
              <a:rPr lang="en-CA" dirty="0" err="1"/>
              <a:t>Dapeng</a:t>
            </a:r>
            <a:r>
              <a:rPr lang="en-CA" dirty="0"/>
              <a:t> Y 2012 </a:t>
            </a:r>
            <a:r>
              <a:rPr lang="en-CA" i="1" dirty="0"/>
              <a:t>Adv. Mater.</a:t>
            </a:r>
            <a:r>
              <a:rPr lang="en-CA" dirty="0"/>
              <a:t> </a:t>
            </a:r>
            <a:r>
              <a:rPr lang="en-CA" b="1" dirty="0"/>
              <a:t>24</a:t>
            </a:r>
            <a:r>
              <a:rPr lang="en-CA" dirty="0"/>
              <a:t> 1862</a:t>
            </a:r>
            <a:endParaRPr lang="en-CA" i="1" dirty="0"/>
          </a:p>
          <a:p>
            <a:endParaRPr lang="fr-FR" dirty="0"/>
          </a:p>
        </p:txBody>
      </p:sp>
    </p:spTree>
    <p:extLst>
      <p:ext uri="{BB962C8B-B14F-4D97-AF65-F5344CB8AC3E}">
        <p14:creationId xmlns:p14="http://schemas.microsoft.com/office/powerpoint/2010/main" val="41890958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Citation</a:t>
            </a:r>
            <a:endParaRPr lang="en-CA" dirty="0"/>
          </a:p>
        </p:txBody>
      </p:sp>
      <p:sp>
        <p:nvSpPr>
          <p:cNvPr id="3" name="Content Placeholder 2"/>
          <p:cNvSpPr>
            <a:spLocks noGrp="1"/>
          </p:cNvSpPr>
          <p:nvPr>
            <p:ph idx="1"/>
          </p:nvPr>
        </p:nvSpPr>
        <p:spPr/>
        <p:txBody>
          <a:bodyPr/>
          <a:lstStyle/>
          <a:p>
            <a:r>
              <a:rPr lang="fr-FR" dirty="0" err="1"/>
              <a:t>Yu</a:t>
            </a:r>
            <a:r>
              <a:rPr lang="fr-FR" dirty="0"/>
              <a:t>, Q.; </a:t>
            </a:r>
            <a:r>
              <a:rPr lang="fr-FR" dirty="0" err="1"/>
              <a:t>Lian</a:t>
            </a:r>
            <a:r>
              <a:rPr lang="fr-FR" dirty="0"/>
              <a:t>, J.; </a:t>
            </a:r>
            <a:r>
              <a:rPr lang="fr-FR" dirty="0" err="1"/>
              <a:t>Siriponglert</a:t>
            </a:r>
            <a:r>
              <a:rPr lang="fr-FR" dirty="0"/>
              <a:t>, S.; Li, H.; Chen, Y. P.; Pei, S.-S. </a:t>
            </a:r>
            <a:r>
              <a:rPr lang="fr-FR" dirty="0" err="1"/>
              <a:t>Applied</a:t>
            </a:r>
            <a:r>
              <a:rPr lang="fr-FR" dirty="0"/>
              <a:t> </a:t>
            </a:r>
            <a:r>
              <a:rPr lang="fr-FR" dirty="0" err="1"/>
              <a:t>Physics</a:t>
            </a:r>
            <a:r>
              <a:rPr lang="fr-FR" dirty="0"/>
              <a:t> </a:t>
            </a:r>
            <a:r>
              <a:rPr lang="fr-FR" dirty="0" err="1"/>
              <a:t>Letters</a:t>
            </a:r>
            <a:r>
              <a:rPr lang="fr-FR" dirty="0"/>
              <a:t> 2008,93, 113103–113103–3.</a:t>
            </a:r>
          </a:p>
          <a:p>
            <a:r>
              <a:rPr lang="en-CA" dirty="0"/>
              <a:t>Reina, A.; </a:t>
            </a:r>
            <a:r>
              <a:rPr lang="en-CA" dirty="0" err="1"/>
              <a:t>Jia</a:t>
            </a:r>
            <a:r>
              <a:rPr lang="en-CA" dirty="0"/>
              <a:t>, X.; Ho, J.; </a:t>
            </a:r>
            <a:r>
              <a:rPr lang="en-CA" dirty="0" err="1"/>
              <a:t>Nezich</a:t>
            </a:r>
            <a:r>
              <a:rPr lang="en-CA" dirty="0"/>
              <a:t>, D.; Son, H.; </a:t>
            </a:r>
            <a:r>
              <a:rPr lang="en-CA" dirty="0" err="1"/>
              <a:t>Bulovic</a:t>
            </a:r>
            <a:r>
              <a:rPr lang="en-CA" dirty="0"/>
              <a:t>, V.; </a:t>
            </a:r>
            <a:r>
              <a:rPr lang="en-CA" dirty="0" err="1"/>
              <a:t>Dresselhaus</a:t>
            </a:r>
            <a:r>
              <a:rPr lang="en-CA" dirty="0"/>
              <a:t>, M. S.; Kong, </a:t>
            </a:r>
            <a:r>
              <a:rPr lang="en-CA" dirty="0" err="1"/>
              <a:t>J.Nano</a:t>
            </a:r>
            <a:r>
              <a:rPr lang="en-CA" dirty="0"/>
              <a:t> Lett. 2008, 9, 30–35.</a:t>
            </a:r>
          </a:p>
          <a:p>
            <a:r>
              <a:rPr lang="en-CA" dirty="0"/>
              <a:t>Kim, K. S.; Zhao, Y.; Jang, H.; Lee, S. Y.; Kim, J. M.; Kim, K. S.; </a:t>
            </a:r>
            <a:r>
              <a:rPr lang="en-CA" dirty="0" err="1"/>
              <a:t>Ahn</a:t>
            </a:r>
            <a:r>
              <a:rPr lang="en-CA" dirty="0"/>
              <a:t>, J.-H.; Kim, </a:t>
            </a:r>
            <a:r>
              <a:rPr lang="en-CA" dirty="0" err="1"/>
              <a:t>P.;Choi</a:t>
            </a:r>
            <a:r>
              <a:rPr lang="en-CA" dirty="0"/>
              <a:t>, J.-Y.; Hong, B. H. Nature 2009, 457, 706–710.</a:t>
            </a:r>
          </a:p>
          <a:p>
            <a:r>
              <a:rPr lang="en-CA" dirty="0"/>
              <a:t>Zhang, Y.; Gomez, L.; Ishikawa, F. N.; </a:t>
            </a:r>
            <a:r>
              <a:rPr lang="en-CA" dirty="0" err="1"/>
              <a:t>Madaria</a:t>
            </a:r>
            <a:r>
              <a:rPr lang="en-CA" dirty="0"/>
              <a:t>, A.; </a:t>
            </a:r>
            <a:r>
              <a:rPr lang="en-CA" dirty="0" err="1"/>
              <a:t>Ryu</a:t>
            </a:r>
            <a:r>
              <a:rPr lang="en-CA" dirty="0"/>
              <a:t>, K.; Wang, C.; </a:t>
            </a:r>
            <a:r>
              <a:rPr lang="en-CA" dirty="0" err="1"/>
              <a:t>Badmaev</a:t>
            </a:r>
            <a:r>
              <a:rPr lang="en-CA" dirty="0"/>
              <a:t>, </a:t>
            </a:r>
            <a:r>
              <a:rPr lang="en-CA" dirty="0" err="1"/>
              <a:t>A.;Zhou</a:t>
            </a:r>
            <a:r>
              <a:rPr lang="en-CA" dirty="0"/>
              <a:t>, C. J. Phys. Chem. Lett. 2010, 1, 3101–3107.</a:t>
            </a:r>
          </a:p>
          <a:p>
            <a:endParaRPr lang="en-CA" dirty="0"/>
          </a:p>
        </p:txBody>
      </p:sp>
    </p:spTree>
    <p:extLst>
      <p:ext uri="{BB962C8B-B14F-4D97-AF65-F5344CB8AC3E}">
        <p14:creationId xmlns:p14="http://schemas.microsoft.com/office/powerpoint/2010/main" val="5128449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Citation</a:t>
            </a:r>
            <a:endParaRPr lang="en-CA" dirty="0"/>
          </a:p>
        </p:txBody>
      </p:sp>
      <p:sp>
        <p:nvSpPr>
          <p:cNvPr id="3" name="Content Placeholder 2"/>
          <p:cNvSpPr>
            <a:spLocks noGrp="1"/>
          </p:cNvSpPr>
          <p:nvPr>
            <p:ph idx="1"/>
          </p:nvPr>
        </p:nvSpPr>
        <p:spPr/>
        <p:txBody>
          <a:bodyPr/>
          <a:lstStyle/>
          <a:p>
            <a:r>
              <a:rPr lang="en-US" dirty="0"/>
              <a:t>Lee, </a:t>
            </a:r>
            <a:r>
              <a:rPr lang="en-US" dirty="0" err="1"/>
              <a:t>Byeong-Joo</a:t>
            </a:r>
            <a:r>
              <a:rPr lang="en-US" dirty="0"/>
              <a:t>, Han-Young Yu, and Goo-Hwan </a:t>
            </a:r>
            <a:r>
              <a:rPr lang="en-US" dirty="0" err="1"/>
              <a:t>Jeong</a:t>
            </a:r>
            <a:r>
              <a:rPr lang="en-US" dirty="0"/>
              <a:t>. "Controlled synthesis of monolayer graphene toward transparent flexible conductive film application." Nanoscale research letters 5.11 (2010): 1768-1773</a:t>
            </a:r>
            <a:r>
              <a:rPr lang="en-US" dirty="0" smtClean="0"/>
              <a:t>.</a:t>
            </a:r>
          </a:p>
          <a:p>
            <a:r>
              <a:rPr lang="en-CA" dirty="0" err="1"/>
              <a:t>Hilke</a:t>
            </a:r>
            <a:r>
              <a:rPr lang="en-CA" dirty="0"/>
              <a:t>, Michael &amp; </a:t>
            </a:r>
            <a:r>
              <a:rPr lang="en-CA" dirty="0" err="1"/>
              <a:t>Massicotte</a:t>
            </a:r>
            <a:r>
              <a:rPr lang="en-CA" dirty="0"/>
              <a:t>, Mathieu &amp; </a:t>
            </a:r>
            <a:r>
              <a:rPr lang="en-CA" dirty="0" err="1"/>
              <a:t>Whiteway</a:t>
            </a:r>
            <a:r>
              <a:rPr lang="en-CA" dirty="0"/>
              <a:t>, Eric &amp; Yu, Victor</a:t>
            </a:r>
            <a:br>
              <a:rPr lang="en-CA" dirty="0"/>
            </a:br>
            <a:r>
              <a:rPr lang="en-CA" i="1" dirty="0" err="1"/>
              <a:t>TheScientificWorldJournal</a:t>
            </a:r>
            <a:r>
              <a:rPr lang="en-CA" dirty="0"/>
              <a:t>, </a:t>
            </a:r>
            <a:r>
              <a:rPr lang="en-CA" b="1" dirty="0"/>
              <a:t>2014</a:t>
            </a:r>
            <a:r>
              <a:rPr lang="en-CA" dirty="0"/>
              <a:t>, 737296--737296 (2014</a:t>
            </a:r>
            <a:r>
              <a:rPr lang="en-CA" dirty="0" smtClean="0"/>
              <a:t>)</a:t>
            </a:r>
          </a:p>
          <a:p>
            <a:r>
              <a:rPr lang="en-CA" dirty="0" err="1"/>
              <a:t>Childres</a:t>
            </a:r>
            <a:r>
              <a:rPr lang="en-CA" dirty="0"/>
              <a:t>, Isaac, et al. "Raman spectroscopy of graphene and related materials." </a:t>
            </a:r>
            <a:r>
              <a:rPr lang="en-CA" i="1" dirty="0"/>
              <a:t>Developments in photon and materials research</a:t>
            </a:r>
            <a:r>
              <a:rPr lang="en-CA" dirty="0"/>
              <a:t> (2013).</a:t>
            </a:r>
          </a:p>
          <a:p>
            <a:endParaRPr lang="en-US" dirty="0" smtClean="0"/>
          </a:p>
        </p:txBody>
      </p:sp>
    </p:spTree>
    <p:extLst>
      <p:ext uri="{BB962C8B-B14F-4D97-AF65-F5344CB8AC3E}">
        <p14:creationId xmlns:p14="http://schemas.microsoft.com/office/powerpoint/2010/main" val="19599741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More Insight View</a:t>
            </a:r>
            <a:endParaRPr lang="en-CA" dirty="0"/>
          </a:p>
        </p:txBody>
      </p:sp>
      <p:sp>
        <p:nvSpPr>
          <p:cNvPr id="3" name="Content Placeholder 2"/>
          <p:cNvSpPr>
            <a:spLocks noGrp="1"/>
          </p:cNvSpPr>
          <p:nvPr>
            <p:ph idx="1"/>
          </p:nvPr>
        </p:nvSpPr>
        <p:spPr/>
        <p:txBody>
          <a:bodyPr/>
          <a:lstStyle/>
          <a:p>
            <a:r>
              <a:rPr lang="en-US" dirty="0" smtClean="0"/>
              <a:t>The weak localization effect manifests itself much stronger in low dimensional systems, since it is much more likely to find a self-crossing trajectory in low dimensions.[2]</a:t>
            </a:r>
          </a:p>
          <a:p>
            <a:r>
              <a:rPr lang="en-US" dirty="0" smtClean="0"/>
              <a:t>Resistance is related to the probability of electron flowing from A to B.</a:t>
            </a:r>
          </a:p>
          <a:p>
            <a:r>
              <a:rPr lang="en-US" dirty="0" smtClean="0"/>
              <a:t>As the result of trajectory interference, the probability that the electron goes back to the origin is enhanced, so the conductivity is reduced.[3]</a:t>
            </a:r>
          </a:p>
        </p:txBody>
      </p:sp>
    </p:spTree>
    <p:extLst>
      <p:ext uri="{BB962C8B-B14F-4D97-AF65-F5344CB8AC3E}">
        <p14:creationId xmlns:p14="http://schemas.microsoft.com/office/powerpoint/2010/main" val="17629103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Grow "Graphene" on Ni</a:t>
            </a:r>
          </a:p>
        </p:txBody>
      </p:sp>
      <p:sp>
        <p:nvSpPr>
          <p:cNvPr id="3" name="Content Placeholder 2"/>
          <p:cNvSpPr>
            <a:spLocks noGrp="1"/>
          </p:cNvSpPr>
          <p:nvPr>
            <p:ph idx="1"/>
          </p:nvPr>
        </p:nvSpPr>
        <p:spPr/>
        <p:txBody>
          <a:bodyPr>
            <a:normAutofit/>
          </a:bodyPr>
          <a:lstStyle/>
          <a:p>
            <a:r>
              <a:rPr lang="en-CA" sz="2400" dirty="0"/>
              <a:t>It has been discovered that </a:t>
            </a:r>
            <a:r>
              <a:rPr lang="en-CA" sz="2400" dirty="0" smtClean="0"/>
              <a:t>graphene </a:t>
            </a:r>
            <a:r>
              <a:rPr lang="en-CA" sz="2400" dirty="0"/>
              <a:t>segregation could be adopted to deliver high quality graphene with large area.</a:t>
            </a:r>
          </a:p>
          <a:p>
            <a:r>
              <a:rPr lang="en-CA" sz="2400" dirty="0"/>
              <a:t>The grown graphene could be easily transferred by using nitric </a:t>
            </a:r>
            <a:r>
              <a:rPr lang="en-CA" sz="2400" dirty="0" smtClean="0"/>
              <a:t>acid.</a:t>
            </a:r>
          </a:p>
          <a:p>
            <a:pPr lvl="1">
              <a:buFont typeface="Wingdings" panose="05000000000000000000" pitchFamily="2" charset="2"/>
              <a:buChar char="Ø"/>
            </a:pPr>
            <a:r>
              <a:rPr lang="en-US" sz="2000" dirty="0" smtClean="0"/>
              <a:t>This transferring process is fairly easy ,economical and highly feasible. </a:t>
            </a:r>
            <a:endParaRPr lang="en-CA" sz="2000" dirty="0"/>
          </a:p>
        </p:txBody>
      </p:sp>
    </p:spTree>
    <p:extLst>
      <p:ext uri="{BB962C8B-B14F-4D97-AF65-F5344CB8AC3E}">
        <p14:creationId xmlns:p14="http://schemas.microsoft.com/office/powerpoint/2010/main" val="26386429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677334" y="125046"/>
            <a:ext cx="8596668" cy="828431"/>
          </a:xfrm>
        </p:spPr>
        <p:txBody>
          <a:bodyPr/>
          <a:lstStyle/>
          <a:p>
            <a:pPr algn="ctr"/>
            <a:r>
              <a:rPr lang="en-US" sz="3200" dirty="0"/>
              <a:t>summary</a:t>
            </a:r>
            <a:endParaRPr lang="en-CA" sz="3200" dirty="0"/>
          </a:p>
        </p:txBody>
      </p:sp>
      <p:sp>
        <p:nvSpPr>
          <p:cNvPr id="3" name="Content Placeholder 2"/>
          <p:cNvSpPr>
            <a:spLocks noGrp="1"/>
          </p:cNvSpPr>
          <p:nvPr>
            <p:ph idx="1"/>
          </p:nvPr>
        </p:nvSpPr>
        <p:spPr>
          <a:xfrm>
            <a:off x="677334" y="953477"/>
            <a:ext cx="8596668" cy="3880773"/>
          </a:xfrm>
        </p:spPr>
        <p:txBody>
          <a:bodyPr>
            <a:noAutofit/>
          </a:bodyPr>
          <a:lstStyle/>
          <a:p>
            <a:r>
              <a:rPr lang="en-US" sz="1600" dirty="0"/>
              <a:t>S</a:t>
            </a:r>
            <a:r>
              <a:rPr lang="en-US" sz="1600" dirty="0" smtClean="0"/>
              <a:t>everal layers of graphene had been synthesized on Ni substrates by a surface segregation process with controlled cooling and transferred to glass substrates. </a:t>
            </a:r>
          </a:p>
          <a:p>
            <a:r>
              <a:rPr lang="en-US" sz="1600" dirty="0" smtClean="0"/>
              <a:t>TEM and Raman data show</a:t>
            </a:r>
            <a:r>
              <a:rPr lang="en-US" altLang="zh-CN" sz="1600" dirty="0" smtClean="0"/>
              <a:t>ed</a:t>
            </a:r>
            <a:r>
              <a:rPr lang="en-US" sz="1600" dirty="0" smtClean="0"/>
              <a:t> that the graphene films can maintain their high quality even after being subject to the usage of HNO3 and various mechanical operations during the TEM sample preparation and substrate transfer. </a:t>
            </a:r>
          </a:p>
          <a:p>
            <a:r>
              <a:rPr lang="en-US" sz="1600" dirty="0" smtClean="0"/>
              <a:t>Cooling rate found to be optimal and the quality of graphene films can be controlled by varying other growth conditions.</a:t>
            </a:r>
          </a:p>
          <a:p>
            <a:r>
              <a:rPr lang="en-US" sz="1600" dirty="0" smtClean="0"/>
              <a:t>These results indicate that the surface segregation from metals in the ambient pressure with controlled cooling rates could offer a high quality and low cost synthesis approach for graphene as a practical electronic material.</a:t>
            </a:r>
          </a:p>
          <a:p>
            <a:endParaRPr lang="en-CA" sz="1600" dirty="0"/>
          </a:p>
        </p:txBody>
      </p:sp>
      <p:pic>
        <p:nvPicPr>
          <p:cNvPr id="4" name="Picture 3"/>
          <p:cNvPicPr>
            <a:picLocks noChangeAspect="1"/>
          </p:cNvPicPr>
          <p:nvPr/>
        </p:nvPicPr>
        <p:blipFill>
          <a:blip r:embed="rId2"/>
          <a:stretch>
            <a:fillRect/>
          </a:stretch>
        </p:blipFill>
        <p:spPr>
          <a:xfrm>
            <a:off x="2986551" y="3799431"/>
            <a:ext cx="3400425" cy="3058569"/>
          </a:xfrm>
          <a:prstGeom prst="rect">
            <a:avLst/>
          </a:prstGeom>
        </p:spPr>
      </p:pic>
      <p:sp>
        <p:nvSpPr>
          <p:cNvPr id="12" name="Rectangle 11"/>
          <p:cNvSpPr/>
          <p:nvPr/>
        </p:nvSpPr>
        <p:spPr>
          <a:xfrm>
            <a:off x="6619631" y="4153754"/>
            <a:ext cx="2803393" cy="1323439"/>
          </a:xfrm>
          <a:prstGeom prst="rect">
            <a:avLst/>
          </a:prstGeom>
        </p:spPr>
        <p:txBody>
          <a:bodyPr wrap="square">
            <a:spAutoFit/>
          </a:bodyPr>
          <a:lstStyle/>
          <a:p>
            <a:pPr lvl="0">
              <a:spcBef>
                <a:spcPts val="1000"/>
              </a:spcBef>
              <a:buClr>
                <a:srgbClr val="90C226"/>
              </a:buClr>
              <a:buSzPct val="80000"/>
            </a:pPr>
            <a:r>
              <a:rPr lang="fr-FR" sz="1600" dirty="0" err="1">
                <a:solidFill>
                  <a:prstClr val="black">
                    <a:lumMod val="75000"/>
                    <a:lumOff val="25000"/>
                  </a:prstClr>
                </a:solidFill>
              </a:rPr>
              <a:t>Yu</a:t>
            </a:r>
            <a:r>
              <a:rPr lang="fr-FR" sz="1600" dirty="0">
                <a:solidFill>
                  <a:prstClr val="black">
                    <a:lumMod val="75000"/>
                    <a:lumOff val="25000"/>
                  </a:prstClr>
                </a:solidFill>
              </a:rPr>
              <a:t>, Q.; </a:t>
            </a:r>
            <a:r>
              <a:rPr lang="fr-FR" sz="1600" dirty="0" err="1">
                <a:solidFill>
                  <a:prstClr val="black">
                    <a:lumMod val="75000"/>
                    <a:lumOff val="25000"/>
                  </a:prstClr>
                </a:solidFill>
              </a:rPr>
              <a:t>Lian</a:t>
            </a:r>
            <a:r>
              <a:rPr lang="fr-FR" sz="1600" dirty="0">
                <a:solidFill>
                  <a:prstClr val="black">
                    <a:lumMod val="75000"/>
                    <a:lumOff val="25000"/>
                  </a:prstClr>
                </a:solidFill>
              </a:rPr>
              <a:t>, J.; </a:t>
            </a:r>
            <a:r>
              <a:rPr lang="fr-FR" sz="1600" dirty="0" err="1">
                <a:solidFill>
                  <a:prstClr val="black">
                    <a:lumMod val="75000"/>
                    <a:lumOff val="25000"/>
                  </a:prstClr>
                </a:solidFill>
              </a:rPr>
              <a:t>Siriponglert</a:t>
            </a:r>
            <a:r>
              <a:rPr lang="fr-FR" sz="1600" dirty="0">
                <a:solidFill>
                  <a:prstClr val="black">
                    <a:lumMod val="75000"/>
                    <a:lumOff val="25000"/>
                  </a:prstClr>
                </a:solidFill>
              </a:rPr>
              <a:t>, S.; Li, H.; Chen, Y. P.; Pei, S.-S. </a:t>
            </a:r>
            <a:r>
              <a:rPr lang="fr-FR" sz="1600" dirty="0" err="1">
                <a:solidFill>
                  <a:prstClr val="black">
                    <a:lumMod val="75000"/>
                    <a:lumOff val="25000"/>
                  </a:prstClr>
                </a:solidFill>
              </a:rPr>
              <a:t>Applied</a:t>
            </a:r>
            <a:r>
              <a:rPr lang="fr-FR" sz="1600" dirty="0">
                <a:solidFill>
                  <a:prstClr val="black">
                    <a:lumMod val="75000"/>
                    <a:lumOff val="25000"/>
                  </a:prstClr>
                </a:solidFill>
              </a:rPr>
              <a:t> </a:t>
            </a:r>
            <a:r>
              <a:rPr lang="fr-FR" sz="1600" dirty="0" err="1">
                <a:solidFill>
                  <a:prstClr val="black">
                    <a:lumMod val="75000"/>
                    <a:lumOff val="25000"/>
                  </a:prstClr>
                </a:solidFill>
              </a:rPr>
              <a:t>Physics</a:t>
            </a:r>
            <a:r>
              <a:rPr lang="fr-FR" sz="1600" dirty="0">
                <a:solidFill>
                  <a:prstClr val="black">
                    <a:lumMod val="75000"/>
                    <a:lumOff val="25000"/>
                  </a:prstClr>
                </a:solidFill>
              </a:rPr>
              <a:t> </a:t>
            </a:r>
            <a:r>
              <a:rPr lang="fr-FR" sz="1600" dirty="0" err="1">
                <a:solidFill>
                  <a:prstClr val="black">
                    <a:lumMod val="75000"/>
                    <a:lumOff val="25000"/>
                  </a:prstClr>
                </a:solidFill>
              </a:rPr>
              <a:t>Letters</a:t>
            </a:r>
            <a:r>
              <a:rPr lang="fr-FR" sz="1600" dirty="0">
                <a:solidFill>
                  <a:prstClr val="black">
                    <a:lumMod val="75000"/>
                    <a:lumOff val="25000"/>
                  </a:prstClr>
                </a:solidFill>
              </a:rPr>
              <a:t> 2008,93, 113103–113103–3.</a:t>
            </a:r>
          </a:p>
        </p:txBody>
      </p:sp>
    </p:spTree>
    <p:extLst>
      <p:ext uri="{BB962C8B-B14F-4D97-AF65-F5344CB8AC3E}">
        <p14:creationId xmlns:p14="http://schemas.microsoft.com/office/powerpoint/2010/main" val="34478101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Fewer Layers, More Substrate !</a:t>
            </a:r>
          </a:p>
        </p:txBody>
      </p:sp>
      <p:sp>
        <p:nvSpPr>
          <p:cNvPr id="3" name="Content Placeholder 2"/>
          <p:cNvSpPr>
            <a:spLocks noGrp="1"/>
          </p:cNvSpPr>
          <p:nvPr>
            <p:ph idx="1"/>
          </p:nvPr>
        </p:nvSpPr>
        <p:spPr/>
        <p:txBody>
          <a:bodyPr/>
          <a:lstStyle/>
          <a:p>
            <a:r>
              <a:rPr lang="en-CA" dirty="0"/>
              <a:t>The CVD process has been refined by exposing Ni film to highly diluted hydrocarbon flow, which gave ultra thin graphene</a:t>
            </a:r>
            <a:r>
              <a:rPr lang="en-CA" dirty="0" smtClean="0"/>
              <a:t>.</a:t>
            </a:r>
          </a:p>
          <a:p>
            <a:pPr lvl="1">
              <a:buFont typeface="Wingdings" panose="05000000000000000000" pitchFamily="2" charset="2"/>
              <a:buChar char="Ø"/>
            </a:pPr>
            <a:r>
              <a:rPr lang="en-US" dirty="0" smtClean="0"/>
              <a:t>This improvement has enabled researchers more ability to control the layer of graphene.</a:t>
            </a:r>
            <a:endParaRPr lang="en-CA" dirty="0"/>
          </a:p>
          <a:p>
            <a:r>
              <a:rPr lang="en-CA" dirty="0"/>
              <a:t>Transferring process was also improved by the wet-etching of the underlying Ni film. It made transferring graphene to random substrate available</a:t>
            </a:r>
            <a:r>
              <a:rPr lang="en-CA" dirty="0" smtClean="0"/>
              <a:t>.</a:t>
            </a:r>
          </a:p>
          <a:p>
            <a:pPr lvl="1">
              <a:buFont typeface="Wingdings" panose="05000000000000000000" pitchFamily="2" charset="2"/>
              <a:buChar char="Ø"/>
            </a:pPr>
            <a:r>
              <a:rPr lang="en-US" dirty="0" smtClean="0"/>
              <a:t>By introducing a PMMA layer, the graphene can almost be transferred to any material. Comparing to the original process, this improvement enabled more substrates choice.</a:t>
            </a:r>
            <a:endParaRPr lang="en-CA" dirty="0" smtClean="0"/>
          </a:p>
          <a:p>
            <a:pPr lvl="1"/>
            <a:endParaRPr lang="en-CA" dirty="0"/>
          </a:p>
        </p:txBody>
      </p:sp>
    </p:spTree>
    <p:extLst>
      <p:ext uri="{BB962C8B-B14F-4D97-AF65-F5344CB8AC3E}">
        <p14:creationId xmlns:p14="http://schemas.microsoft.com/office/powerpoint/2010/main" val="31471794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11678"/>
            <a:ext cx="8596668" cy="625231"/>
          </a:xfrm>
        </p:spPr>
        <p:txBody>
          <a:bodyPr>
            <a:normAutofit fontScale="90000"/>
          </a:bodyPr>
          <a:lstStyle/>
          <a:p>
            <a:pPr algn="ctr"/>
            <a:r>
              <a:rPr lang="en-US" dirty="0"/>
              <a:t>summary</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838305"/>
                <a:ext cx="8596668" cy="3880773"/>
              </a:xfrm>
            </p:spPr>
            <p:txBody>
              <a:bodyPr>
                <a:normAutofit/>
              </a:bodyPr>
              <a:lstStyle/>
              <a:p>
                <a:r>
                  <a:rPr lang="en-US" dirty="0" smtClean="0"/>
                  <a:t>For the first time that continuous films with single-to few-layer graphene can be grown by ambient pressure CVD on polycrystalline Ni and transferred to a large variety of substrates. </a:t>
                </a:r>
              </a:p>
              <a:p>
                <a:r>
                  <a:rPr lang="en-US" dirty="0" smtClean="0"/>
                  <a:t>The films exhibit a large fraction of single-and bilayer graphene regions with up to ~20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𝑚</m:t>
                    </m:r>
                    <m:r>
                      <a:rPr lang="en-US" b="0" i="0" smtClean="0">
                        <a:latin typeface="Cambria Math" panose="02040503050406030204" pitchFamily="18" charset="0"/>
                      </a:rPr>
                      <m:t> </m:t>
                    </m:r>
                    <m:r>
                      <m:rPr>
                        <m:sty m:val="p"/>
                      </m:rPr>
                      <a:rPr lang="en-US" b="0" i="0" smtClean="0">
                        <a:latin typeface="Cambria Math" panose="02040503050406030204" pitchFamily="18" charset="0"/>
                      </a:rPr>
                      <m:t>in</m:t>
                    </m:r>
                    <m:r>
                      <a:rPr lang="en-US" b="0" i="0" smtClean="0">
                        <a:latin typeface="Cambria Math" panose="02040503050406030204" pitchFamily="18" charset="0"/>
                      </a:rPr>
                      <m:t> </m:t>
                    </m:r>
                    <m:r>
                      <m:rPr>
                        <m:sty m:val="p"/>
                      </m:rPr>
                      <a:rPr lang="en-US" b="0" i="0" smtClean="0">
                        <a:latin typeface="Cambria Math" panose="02040503050406030204" pitchFamily="18" charset="0"/>
                      </a:rPr>
                      <m:t>lateral</m:t>
                    </m:r>
                    <m:r>
                      <a:rPr lang="en-US" b="0" i="0" smtClean="0">
                        <a:latin typeface="Cambria Math" panose="02040503050406030204" pitchFamily="18" charset="0"/>
                      </a:rPr>
                      <m:t> </m:t>
                    </m:r>
                    <m:r>
                      <m:rPr>
                        <m:sty m:val="p"/>
                      </m:rPr>
                      <a:rPr lang="en-US" b="0" i="0" smtClean="0">
                        <a:latin typeface="Cambria Math" panose="02040503050406030204" pitchFamily="18" charset="0"/>
                      </a:rPr>
                      <m:t>size</m:t>
                    </m:r>
                    <m:r>
                      <a:rPr lang="en-US" b="0" i="0" smtClean="0">
                        <a:latin typeface="Cambria Math" panose="02040503050406030204" pitchFamily="18" charset="0"/>
                      </a:rPr>
                      <m:t>,</m:t>
                    </m:r>
                  </m:oMath>
                </a14:m>
                <a:r>
                  <a:rPr lang="en-CA" dirty="0" smtClean="0"/>
                  <a:t> while remaining continuity and conductivity after numerous processing steps. </a:t>
                </a:r>
              </a:p>
              <a:p>
                <a:r>
                  <a:rPr lang="en-CA" dirty="0" smtClean="0"/>
                  <a:t>These films demonstrate a comparable structural quality to existing graphene materials but are fabricated without the need of bulk single crystal substrate or complex processing conditions. </a:t>
                </a:r>
              </a:p>
              <a:p>
                <a:r>
                  <a:rPr lang="en-CA" dirty="0" smtClean="0"/>
                  <a:t>The graphene film size is determined by the area of the Ni growth surface and is only limited by the CVD chamber size. This approach enables a viable route toward the scalable production of graphene structures for future applications.</a:t>
                </a:r>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7334" y="838305"/>
                <a:ext cx="8596668" cy="3880773"/>
              </a:xfrm>
              <a:blipFill rotWithShape="0">
                <a:blip r:embed="rId2"/>
                <a:stretch>
                  <a:fillRect l="-142" t="-1101" r="-1348"/>
                </a:stretch>
              </a:blipFill>
            </p:spPr>
            <p:txBody>
              <a:bodyPr/>
              <a:lstStyle/>
              <a:p>
                <a:r>
                  <a:rPr lang="en-CA">
                    <a:noFill/>
                  </a:rPr>
                  <a:t> </a:t>
                </a:r>
              </a:p>
            </p:txBody>
          </p:sp>
        </mc:Fallback>
      </mc:AlternateContent>
      <p:pic>
        <p:nvPicPr>
          <p:cNvPr id="4" name="Picture 3"/>
          <p:cNvPicPr>
            <a:picLocks noChangeAspect="1"/>
          </p:cNvPicPr>
          <p:nvPr/>
        </p:nvPicPr>
        <p:blipFill>
          <a:blip r:embed="rId3"/>
          <a:stretch>
            <a:fillRect/>
          </a:stretch>
        </p:blipFill>
        <p:spPr>
          <a:xfrm>
            <a:off x="713489" y="4766703"/>
            <a:ext cx="3152775" cy="1876425"/>
          </a:xfrm>
          <a:prstGeom prst="rect">
            <a:avLst/>
          </a:prstGeom>
        </p:spPr>
      </p:pic>
      <p:pic>
        <p:nvPicPr>
          <p:cNvPr id="5" name="Picture 4"/>
          <p:cNvPicPr>
            <a:picLocks noChangeAspect="1"/>
          </p:cNvPicPr>
          <p:nvPr/>
        </p:nvPicPr>
        <p:blipFill>
          <a:blip r:embed="rId4"/>
          <a:stretch>
            <a:fillRect/>
          </a:stretch>
        </p:blipFill>
        <p:spPr>
          <a:xfrm>
            <a:off x="3866264" y="4719078"/>
            <a:ext cx="3638550" cy="1885950"/>
          </a:xfrm>
          <a:prstGeom prst="rect">
            <a:avLst/>
          </a:prstGeom>
        </p:spPr>
      </p:pic>
      <p:pic>
        <p:nvPicPr>
          <p:cNvPr id="6" name="Picture 5"/>
          <p:cNvPicPr>
            <a:picLocks noChangeAspect="1"/>
          </p:cNvPicPr>
          <p:nvPr/>
        </p:nvPicPr>
        <p:blipFill>
          <a:blip r:embed="rId5"/>
          <a:stretch>
            <a:fillRect/>
          </a:stretch>
        </p:blipFill>
        <p:spPr>
          <a:xfrm>
            <a:off x="7380559" y="4766703"/>
            <a:ext cx="2266950" cy="1790700"/>
          </a:xfrm>
          <a:prstGeom prst="rect">
            <a:avLst/>
          </a:prstGeom>
        </p:spPr>
      </p:pic>
      <p:sp>
        <p:nvSpPr>
          <p:cNvPr id="7" name="Rectangle 6"/>
          <p:cNvSpPr/>
          <p:nvPr/>
        </p:nvSpPr>
        <p:spPr>
          <a:xfrm>
            <a:off x="140677" y="6557403"/>
            <a:ext cx="12051323" cy="369332"/>
          </a:xfrm>
          <a:prstGeom prst="rect">
            <a:avLst/>
          </a:prstGeom>
        </p:spPr>
        <p:txBody>
          <a:bodyPr wrap="square">
            <a:spAutoFit/>
          </a:bodyPr>
          <a:lstStyle/>
          <a:p>
            <a:pPr lvl="0">
              <a:spcBef>
                <a:spcPts val="1000"/>
              </a:spcBef>
              <a:buClr>
                <a:srgbClr val="90C226"/>
              </a:buClr>
              <a:buSzPct val="80000"/>
            </a:pPr>
            <a:r>
              <a:rPr lang="en-CA" dirty="0">
                <a:solidFill>
                  <a:prstClr val="black">
                    <a:lumMod val="75000"/>
                    <a:lumOff val="25000"/>
                  </a:prstClr>
                </a:solidFill>
              </a:rPr>
              <a:t>Reina, A.; </a:t>
            </a:r>
            <a:r>
              <a:rPr lang="en-CA" dirty="0" err="1">
                <a:solidFill>
                  <a:prstClr val="black">
                    <a:lumMod val="75000"/>
                    <a:lumOff val="25000"/>
                  </a:prstClr>
                </a:solidFill>
              </a:rPr>
              <a:t>Jia</a:t>
            </a:r>
            <a:r>
              <a:rPr lang="en-CA" dirty="0">
                <a:solidFill>
                  <a:prstClr val="black">
                    <a:lumMod val="75000"/>
                    <a:lumOff val="25000"/>
                  </a:prstClr>
                </a:solidFill>
              </a:rPr>
              <a:t>, X.; Ho, J.; </a:t>
            </a:r>
            <a:r>
              <a:rPr lang="en-CA" dirty="0" err="1">
                <a:solidFill>
                  <a:prstClr val="black">
                    <a:lumMod val="75000"/>
                    <a:lumOff val="25000"/>
                  </a:prstClr>
                </a:solidFill>
              </a:rPr>
              <a:t>Nezich</a:t>
            </a:r>
            <a:r>
              <a:rPr lang="en-CA" dirty="0">
                <a:solidFill>
                  <a:prstClr val="black">
                    <a:lumMod val="75000"/>
                    <a:lumOff val="25000"/>
                  </a:prstClr>
                </a:solidFill>
              </a:rPr>
              <a:t>, D.; Son, H.; </a:t>
            </a:r>
            <a:r>
              <a:rPr lang="en-CA" dirty="0" err="1">
                <a:solidFill>
                  <a:prstClr val="black">
                    <a:lumMod val="75000"/>
                    <a:lumOff val="25000"/>
                  </a:prstClr>
                </a:solidFill>
              </a:rPr>
              <a:t>Bulovic</a:t>
            </a:r>
            <a:r>
              <a:rPr lang="en-CA" dirty="0">
                <a:solidFill>
                  <a:prstClr val="black">
                    <a:lumMod val="75000"/>
                    <a:lumOff val="25000"/>
                  </a:prstClr>
                </a:solidFill>
              </a:rPr>
              <a:t>, V.; </a:t>
            </a:r>
            <a:r>
              <a:rPr lang="en-CA" dirty="0" err="1">
                <a:solidFill>
                  <a:prstClr val="black">
                    <a:lumMod val="75000"/>
                    <a:lumOff val="25000"/>
                  </a:prstClr>
                </a:solidFill>
              </a:rPr>
              <a:t>Dresselhaus</a:t>
            </a:r>
            <a:r>
              <a:rPr lang="en-CA" dirty="0">
                <a:solidFill>
                  <a:prstClr val="black">
                    <a:lumMod val="75000"/>
                    <a:lumOff val="25000"/>
                  </a:prstClr>
                </a:solidFill>
              </a:rPr>
              <a:t>, M. S.; Kong, </a:t>
            </a:r>
            <a:r>
              <a:rPr lang="en-CA" dirty="0" err="1">
                <a:solidFill>
                  <a:prstClr val="black">
                    <a:lumMod val="75000"/>
                    <a:lumOff val="25000"/>
                  </a:prstClr>
                </a:solidFill>
              </a:rPr>
              <a:t>J.Nano</a:t>
            </a:r>
            <a:r>
              <a:rPr lang="en-CA" dirty="0">
                <a:solidFill>
                  <a:prstClr val="black">
                    <a:lumMod val="75000"/>
                    <a:lumOff val="25000"/>
                  </a:prstClr>
                </a:solidFill>
              </a:rPr>
              <a:t> </a:t>
            </a:r>
            <a:r>
              <a:rPr lang="en-CA" dirty="0" err="1">
                <a:solidFill>
                  <a:prstClr val="black">
                    <a:lumMod val="75000"/>
                    <a:lumOff val="25000"/>
                  </a:prstClr>
                </a:solidFill>
              </a:rPr>
              <a:t>Lett</a:t>
            </a:r>
            <a:r>
              <a:rPr lang="en-CA" dirty="0">
                <a:solidFill>
                  <a:prstClr val="black">
                    <a:lumMod val="75000"/>
                    <a:lumOff val="25000"/>
                  </a:prstClr>
                </a:solidFill>
              </a:rPr>
              <a:t>. 2008, 9, 30–35.</a:t>
            </a:r>
          </a:p>
        </p:txBody>
      </p:sp>
    </p:spTree>
    <p:extLst>
      <p:ext uri="{BB962C8B-B14F-4D97-AF65-F5344CB8AC3E}">
        <p14:creationId xmlns:p14="http://schemas.microsoft.com/office/powerpoint/2010/main" val="35872830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Stretchable !</a:t>
            </a:r>
            <a:endParaRPr lang="en-CA" dirty="0"/>
          </a:p>
        </p:txBody>
      </p:sp>
      <p:sp>
        <p:nvSpPr>
          <p:cNvPr id="3" name="Content Placeholder 2"/>
          <p:cNvSpPr>
            <a:spLocks noGrp="1"/>
          </p:cNvSpPr>
          <p:nvPr>
            <p:ph idx="1"/>
          </p:nvPr>
        </p:nvSpPr>
        <p:spPr/>
        <p:txBody>
          <a:bodyPr/>
          <a:lstStyle/>
          <a:p>
            <a:r>
              <a:rPr lang="en-CA" dirty="0"/>
              <a:t>Some researchers used a nickel film of thickness of 300 nm to grow graphene. It produced a more uniformed monolayer/bilayer graphene. It allowed property of  graphene film unchanged </a:t>
            </a:r>
            <a:r>
              <a:rPr lang="en-CA" dirty="0" smtClean="0"/>
              <a:t>after </a:t>
            </a:r>
            <a:r>
              <a:rPr lang="en-CA" dirty="0"/>
              <a:t>mechanical stretch</a:t>
            </a:r>
            <a:r>
              <a:rPr lang="en-CA" dirty="0" smtClean="0"/>
              <a:t>.</a:t>
            </a:r>
          </a:p>
          <a:p>
            <a:pPr lvl="1">
              <a:buFont typeface="Wingdings" panose="05000000000000000000" pitchFamily="2" charset="2"/>
              <a:buChar char="Ø"/>
            </a:pPr>
            <a:r>
              <a:rPr lang="en-US" dirty="0" smtClean="0"/>
              <a:t>By this method, graphene can be made more uniformed. Hence </a:t>
            </a:r>
            <a:r>
              <a:rPr lang="en-US" dirty="0" err="1" smtClean="0"/>
              <a:t>stretchability</a:t>
            </a:r>
            <a:r>
              <a:rPr lang="en-US" dirty="0" smtClean="0"/>
              <a:t> of graphene is enhanced.</a:t>
            </a:r>
            <a:endParaRPr lang="en-CA" dirty="0"/>
          </a:p>
          <a:p>
            <a:r>
              <a:rPr lang="en-CA" dirty="0"/>
              <a:t>A new transferring method was also developed. Instead of using acid, they found </a:t>
            </a:r>
            <a:r>
              <a:rPr lang="en-CA" dirty="0" smtClean="0"/>
              <a:t>Iron (</a:t>
            </a:r>
            <a:r>
              <a:rPr lang="en-CA" dirty="0"/>
              <a:t>III) chloride more attempting. It improvement prevent graphene from being damaged by bubbles produced by acid</a:t>
            </a:r>
            <a:r>
              <a:rPr lang="en-CA" dirty="0" smtClean="0"/>
              <a:t>.</a:t>
            </a:r>
          </a:p>
          <a:p>
            <a:pPr lvl="1">
              <a:buFont typeface="Wingdings" panose="05000000000000000000" pitchFamily="2" charset="2"/>
              <a:buChar char="Ø"/>
            </a:pPr>
            <a:r>
              <a:rPr lang="en-US" dirty="0" smtClean="0"/>
              <a:t>Instead of using acid, Using Iron (III) chloride gives graphene better protection during transferring process.</a:t>
            </a:r>
            <a:endParaRPr lang="en-CA" dirty="0"/>
          </a:p>
        </p:txBody>
      </p:sp>
    </p:spTree>
    <p:extLst>
      <p:ext uri="{BB962C8B-B14F-4D97-AF65-F5344CB8AC3E}">
        <p14:creationId xmlns:p14="http://schemas.microsoft.com/office/powerpoint/2010/main" val="16717178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87717"/>
            <a:ext cx="8596668" cy="719015"/>
          </a:xfrm>
        </p:spPr>
        <p:txBody>
          <a:bodyPr/>
          <a:lstStyle/>
          <a:p>
            <a:pPr algn="ctr"/>
            <a:r>
              <a:rPr lang="en-US" sz="3200" dirty="0"/>
              <a:t>summary</a:t>
            </a:r>
            <a:endParaRPr lang="en-CA" sz="3200" dirty="0"/>
          </a:p>
        </p:txBody>
      </p:sp>
      <p:sp>
        <p:nvSpPr>
          <p:cNvPr id="3" name="Content Placeholder 2"/>
          <p:cNvSpPr>
            <a:spLocks noGrp="1"/>
          </p:cNvSpPr>
          <p:nvPr>
            <p:ph idx="1"/>
          </p:nvPr>
        </p:nvSpPr>
        <p:spPr>
          <a:xfrm>
            <a:off x="677334" y="1088267"/>
            <a:ext cx="8596668" cy="3880773"/>
          </a:xfrm>
        </p:spPr>
        <p:txBody>
          <a:bodyPr/>
          <a:lstStyle/>
          <a:p>
            <a:r>
              <a:rPr lang="en-US" dirty="0"/>
              <a:t>A</a:t>
            </a:r>
            <a:r>
              <a:rPr lang="en-US" dirty="0" smtClean="0"/>
              <a:t> simple method had been developed to grow and transfer high-quality stretchable graphene films on a large scale using CVD on nickel layers. </a:t>
            </a:r>
          </a:p>
          <a:p>
            <a:r>
              <a:rPr lang="en-US" dirty="0" smtClean="0"/>
              <a:t>The patterned films can easily be transferred to stretchable substrates by simple contact method, and the number of graphene layers can be controlled by varying the thickness of the catalytic metals, the growth time and and/or the ultraviolet treatment time. </a:t>
            </a:r>
          </a:p>
          <a:p>
            <a:r>
              <a:rPr lang="en-US" dirty="0"/>
              <a:t>T</a:t>
            </a:r>
            <a:r>
              <a:rPr lang="en-US" dirty="0" smtClean="0"/>
              <a:t>he graphene films enable numerous applications including use in large-scale flexible, stretchable, foldable transparent electronics.”</a:t>
            </a:r>
            <a:endParaRPr lang="en-CA" dirty="0"/>
          </a:p>
        </p:txBody>
      </p:sp>
      <p:pic>
        <p:nvPicPr>
          <p:cNvPr id="5" name="Picture 4"/>
          <p:cNvPicPr>
            <a:picLocks noChangeAspect="1"/>
          </p:cNvPicPr>
          <p:nvPr/>
        </p:nvPicPr>
        <p:blipFill>
          <a:blip r:embed="rId2"/>
          <a:stretch>
            <a:fillRect/>
          </a:stretch>
        </p:blipFill>
        <p:spPr>
          <a:xfrm>
            <a:off x="388576" y="3783179"/>
            <a:ext cx="2524125" cy="2371725"/>
          </a:xfrm>
          <a:prstGeom prst="rect">
            <a:avLst/>
          </a:prstGeom>
        </p:spPr>
      </p:pic>
      <p:pic>
        <p:nvPicPr>
          <p:cNvPr id="6" name="Picture 5"/>
          <p:cNvPicPr>
            <a:picLocks noChangeAspect="1"/>
          </p:cNvPicPr>
          <p:nvPr/>
        </p:nvPicPr>
        <p:blipFill>
          <a:blip r:embed="rId3"/>
          <a:stretch>
            <a:fillRect/>
          </a:stretch>
        </p:blipFill>
        <p:spPr>
          <a:xfrm>
            <a:off x="2912701" y="3783179"/>
            <a:ext cx="2667000" cy="2495550"/>
          </a:xfrm>
          <a:prstGeom prst="rect">
            <a:avLst/>
          </a:prstGeom>
        </p:spPr>
      </p:pic>
      <p:pic>
        <p:nvPicPr>
          <p:cNvPr id="7" name="Picture 6"/>
          <p:cNvPicPr>
            <a:picLocks noChangeAspect="1"/>
          </p:cNvPicPr>
          <p:nvPr/>
        </p:nvPicPr>
        <p:blipFill>
          <a:blip r:embed="rId4"/>
          <a:stretch>
            <a:fillRect/>
          </a:stretch>
        </p:blipFill>
        <p:spPr>
          <a:xfrm>
            <a:off x="5579701" y="3783178"/>
            <a:ext cx="2495550" cy="2371725"/>
          </a:xfrm>
          <a:prstGeom prst="rect">
            <a:avLst/>
          </a:prstGeom>
        </p:spPr>
      </p:pic>
      <p:pic>
        <p:nvPicPr>
          <p:cNvPr id="8" name="Picture 7"/>
          <p:cNvPicPr>
            <a:picLocks noChangeAspect="1"/>
          </p:cNvPicPr>
          <p:nvPr/>
        </p:nvPicPr>
        <p:blipFill>
          <a:blip r:embed="rId5"/>
          <a:stretch>
            <a:fillRect/>
          </a:stretch>
        </p:blipFill>
        <p:spPr>
          <a:xfrm>
            <a:off x="8020664" y="3783177"/>
            <a:ext cx="2600325" cy="2419350"/>
          </a:xfrm>
          <a:prstGeom prst="rect">
            <a:avLst/>
          </a:prstGeom>
        </p:spPr>
      </p:pic>
      <p:sp>
        <p:nvSpPr>
          <p:cNvPr id="4" name="Rectangle 3"/>
          <p:cNvSpPr/>
          <p:nvPr/>
        </p:nvSpPr>
        <p:spPr>
          <a:xfrm>
            <a:off x="464077" y="6253974"/>
            <a:ext cx="10156912" cy="584775"/>
          </a:xfrm>
          <a:prstGeom prst="rect">
            <a:avLst/>
          </a:prstGeom>
        </p:spPr>
        <p:txBody>
          <a:bodyPr wrap="square">
            <a:spAutoFit/>
          </a:bodyPr>
          <a:lstStyle/>
          <a:p>
            <a:pPr lvl="0">
              <a:spcBef>
                <a:spcPts val="1000"/>
              </a:spcBef>
              <a:buClr>
                <a:srgbClr val="90C226"/>
              </a:buClr>
              <a:buSzPct val="80000"/>
            </a:pPr>
            <a:r>
              <a:rPr lang="en-CA" sz="1600" dirty="0">
                <a:solidFill>
                  <a:prstClr val="black">
                    <a:lumMod val="75000"/>
                    <a:lumOff val="25000"/>
                  </a:prstClr>
                </a:solidFill>
              </a:rPr>
              <a:t>Kim, K. S.; Zhao, Y.; Jang, H.; Lee, S. Y.; Kim, J. M.; Kim, K. S.; </a:t>
            </a:r>
            <a:r>
              <a:rPr lang="en-CA" sz="1600" dirty="0" err="1">
                <a:solidFill>
                  <a:prstClr val="black">
                    <a:lumMod val="75000"/>
                    <a:lumOff val="25000"/>
                  </a:prstClr>
                </a:solidFill>
              </a:rPr>
              <a:t>Ahn</a:t>
            </a:r>
            <a:r>
              <a:rPr lang="en-CA" sz="1600" dirty="0">
                <a:solidFill>
                  <a:prstClr val="black">
                    <a:lumMod val="75000"/>
                    <a:lumOff val="25000"/>
                  </a:prstClr>
                </a:solidFill>
              </a:rPr>
              <a:t>, J.-H.; Kim, </a:t>
            </a:r>
            <a:r>
              <a:rPr lang="en-CA" sz="1600" dirty="0" err="1">
                <a:solidFill>
                  <a:prstClr val="black">
                    <a:lumMod val="75000"/>
                    <a:lumOff val="25000"/>
                  </a:prstClr>
                </a:solidFill>
              </a:rPr>
              <a:t>P.;Choi</a:t>
            </a:r>
            <a:r>
              <a:rPr lang="en-CA" sz="1600" dirty="0">
                <a:solidFill>
                  <a:prstClr val="black">
                    <a:lumMod val="75000"/>
                    <a:lumOff val="25000"/>
                  </a:prstClr>
                </a:solidFill>
              </a:rPr>
              <a:t>, J.-Y.; Hong, B. H. Nature 2009, 457, 706–710.</a:t>
            </a:r>
          </a:p>
        </p:txBody>
      </p:sp>
    </p:spTree>
    <p:extLst>
      <p:ext uri="{BB962C8B-B14F-4D97-AF65-F5344CB8AC3E}">
        <p14:creationId xmlns:p14="http://schemas.microsoft.com/office/powerpoint/2010/main" val="18585746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Better Growth: Single-Crystalline Ni film</a:t>
            </a:r>
          </a:p>
        </p:txBody>
      </p:sp>
      <p:sp>
        <p:nvSpPr>
          <p:cNvPr id="3" name="Content Placeholder 2"/>
          <p:cNvSpPr>
            <a:spLocks noGrp="1"/>
          </p:cNvSpPr>
          <p:nvPr>
            <p:ph idx="1"/>
          </p:nvPr>
        </p:nvSpPr>
        <p:spPr/>
        <p:txBody>
          <a:bodyPr/>
          <a:lstStyle/>
          <a:p>
            <a:r>
              <a:rPr lang="en-CA" dirty="0"/>
              <a:t>It was found that the formation for monolayer/bilayer graphene on the single crystal surface was much easier than that on polycrystalline Ni film. The secret was the nature of its smooth surface and absence of grain boundaries</a:t>
            </a:r>
            <a:r>
              <a:rPr lang="en-CA" dirty="0" smtClean="0"/>
              <a:t>.</a:t>
            </a:r>
          </a:p>
          <a:p>
            <a:pPr lvl="1">
              <a:buFont typeface="Wingdings" panose="05000000000000000000" pitchFamily="2" charset="2"/>
              <a:buChar char="Ø"/>
            </a:pPr>
            <a:r>
              <a:rPr lang="en-US" dirty="0" smtClean="0"/>
              <a:t>Rather than using polycrystalline Ni film, single crystal Ni was adopted. It  turned out that a smooth surface provides a better production of monolayer/bilayer graphene.</a:t>
            </a:r>
            <a:endParaRPr lang="en-CA" dirty="0"/>
          </a:p>
        </p:txBody>
      </p:sp>
    </p:spTree>
    <p:extLst>
      <p:ext uri="{BB962C8B-B14F-4D97-AF65-F5344CB8AC3E}">
        <p14:creationId xmlns:p14="http://schemas.microsoft.com/office/powerpoint/2010/main" val="303325617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59508"/>
            <a:ext cx="8596668" cy="797169"/>
          </a:xfrm>
        </p:spPr>
        <p:txBody>
          <a:bodyPr/>
          <a:lstStyle/>
          <a:p>
            <a:pPr algn="ctr"/>
            <a:r>
              <a:rPr lang="en-US" sz="3200" dirty="0"/>
              <a:t>summary</a:t>
            </a:r>
            <a:endParaRPr lang="en-CA"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254005"/>
                <a:ext cx="8596668" cy="3880773"/>
              </a:xfrm>
            </p:spPr>
            <p:txBody>
              <a:bodyPr/>
              <a:lstStyle/>
              <a:p>
                <a:r>
                  <a:rPr lang="en-US" dirty="0"/>
                  <a:t>P</a:t>
                </a:r>
                <a:r>
                  <a:rPr lang="en-US" dirty="0" smtClean="0"/>
                  <a:t>referential formation of monolayer/bilayer graphene on the single crystal surface is attributed to its atomically smooth surface and the absence of grain boundaries. In contrast, CVD graphene formed on polycrystalline Ni leads to higher percentage of multilayer graphene (</a:t>
                </a:r>
                <a14:m>
                  <m:oMath xmlns:m="http://schemas.openxmlformats.org/officeDocument/2006/math">
                    <m:r>
                      <a:rPr lang="en-US" b="0" i="1" smtClean="0">
                        <a:latin typeface="Cambria Math" panose="02040503050406030204" pitchFamily="18" charset="0"/>
                      </a:rPr>
                      <m:t>≥</m:t>
                    </m:r>
                  </m:oMath>
                </a14:m>
                <a:r>
                  <a:rPr lang="en-CA" dirty="0" smtClean="0"/>
                  <a:t>3 layers), which is attributed to the presence of grain boundaries in Ni that can serve as nucleation sites for multilayer growth. </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7334" y="1254005"/>
                <a:ext cx="8596668" cy="3880773"/>
              </a:xfrm>
              <a:blipFill rotWithShape="0">
                <a:blip r:embed="rId2"/>
                <a:stretch>
                  <a:fillRect l="-142" t="-1101" r="-1348"/>
                </a:stretch>
              </a:blipFill>
            </p:spPr>
            <p:txBody>
              <a:bodyPr/>
              <a:lstStyle/>
              <a:p>
                <a:r>
                  <a:rPr lang="en-CA">
                    <a:noFill/>
                  </a:rPr>
                  <a:t> </a:t>
                </a:r>
              </a:p>
            </p:txBody>
          </p:sp>
        </mc:Fallback>
      </mc:AlternateContent>
      <p:pic>
        <p:nvPicPr>
          <p:cNvPr id="4" name="Picture 3"/>
          <p:cNvPicPr>
            <a:picLocks noChangeAspect="1"/>
          </p:cNvPicPr>
          <p:nvPr/>
        </p:nvPicPr>
        <p:blipFill>
          <a:blip r:embed="rId3"/>
          <a:stretch>
            <a:fillRect/>
          </a:stretch>
        </p:blipFill>
        <p:spPr>
          <a:xfrm>
            <a:off x="1957889" y="3114240"/>
            <a:ext cx="5224450" cy="3729080"/>
          </a:xfrm>
          <a:prstGeom prst="rect">
            <a:avLst/>
          </a:prstGeom>
        </p:spPr>
      </p:pic>
      <p:sp>
        <p:nvSpPr>
          <p:cNvPr id="5" name="Rectangle 4"/>
          <p:cNvSpPr/>
          <p:nvPr/>
        </p:nvSpPr>
        <p:spPr>
          <a:xfrm>
            <a:off x="7394412" y="3850361"/>
            <a:ext cx="2460787" cy="1584095"/>
          </a:xfrm>
          <a:prstGeom prst="rect">
            <a:avLst/>
          </a:prstGeom>
        </p:spPr>
        <p:txBody>
          <a:bodyPr wrap="square">
            <a:spAutoFit/>
          </a:bodyPr>
          <a:lstStyle/>
          <a:p>
            <a:pPr lvl="0">
              <a:spcBef>
                <a:spcPts val="1000"/>
              </a:spcBef>
              <a:buClr>
                <a:srgbClr val="90C226"/>
              </a:buClr>
              <a:buSzPct val="80000"/>
            </a:pPr>
            <a:r>
              <a:rPr lang="en-CA" sz="1600" dirty="0">
                <a:solidFill>
                  <a:prstClr val="black">
                    <a:lumMod val="75000"/>
                    <a:lumOff val="25000"/>
                  </a:prstClr>
                </a:solidFill>
              </a:rPr>
              <a:t>Zhang, Y.; Gomez, L.; Ishikawa, F. N.; </a:t>
            </a:r>
            <a:r>
              <a:rPr lang="en-CA" sz="1600" dirty="0" err="1">
                <a:solidFill>
                  <a:prstClr val="black">
                    <a:lumMod val="75000"/>
                    <a:lumOff val="25000"/>
                  </a:prstClr>
                </a:solidFill>
              </a:rPr>
              <a:t>Madaria</a:t>
            </a:r>
            <a:r>
              <a:rPr lang="en-CA" sz="1600" dirty="0">
                <a:solidFill>
                  <a:prstClr val="black">
                    <a:lumMod val="75000"/>
                    <a:lumOff val="25000"/>
                  </a:prstClr>
                </a:solidFill>
              </a:rPr>
              <a:t>, A.; </a:t>
            </a:r>
            <a:r>
              <a:rPr lang="en-CA" sz="1600" dirty="0" err="1">
                <a:solidFill>
                  <a:prstClr val="black">
                    <a:lumMod val="75000"/>
                    <a:lumOff val="25000"/>
                  </a:prstClr>
                </a:solidFill>
              </a:rPr>
              <a:t>Ryu</a:t>
            </a:r>
            <a:r>
              <a:rPr lang="en-CA" sz="1600" dirty="0">
                <a:solidFill>
                  <a:prstClr val="black">
                    <a:lumMod val="75000"/>
                    <a:lumOff val="25000"/>
                  </a:prstClr>
                </a:solidFill>
              </a:rPr>
              <a:t>, K.; Wang, C.; </a:t>
            </a:r>
            <a:r>
              <a:rPr lang="en-CA" sz="1600" dirty="0" err="1">
                <a:solidFill>
                  <a:prstClr val="black">
                    <a:lumMod val="75000"/>
                    <a:lumOff val="25000"/>
                  </a:prstClr>
                </a:solidFill>
              </a:rPr>
              <a:t>Badmaev</a:t>
            </a:r>
            <a:r>
              <a:rPr lang="en-CA" sz="1600" dirty="0">
                <a:solidFill>
                  <a:prstClr val="black">
                    <a:lumMod val="75000"/>
                    <a:lumOff val="25000"/>
                  </a:prstClr>
                </a:solidFill>
              </a:rPr>
              <a:t>, </a:t>
            </a:r>
            <a:r>
              <a:rPr lang="en-CA" sz="1600" dirty="0" err="1">
                <a:solidFill>
                  <a:prstClr val="black">
                    <a:lumMod val="75000"/>
                    <a:lumOff val="25000"/>
                  </a:prstClr>
                </a:solidFill>
              </a:rPr>
              <a:t>A.;Zhou</a:t>
            </a:r>
            <a:r>
              <a:rPr lang="en-CA" sz="1600" dirty="0">
                <a:solidFill>
                  <a:prstClr val="black">
                    <a:lumMod val="75000"/>
                    <a:lumOff val="25000"/>
                  </a:prstClr>
                </a:solidFill>
              </a:rPr>
              <a:t>, C. J. Phys. Chem. </a:t>
            </a:r>
            <a:r>
              <a:rPr lang="en-CA" sz="1600" dirty="0" err="1">
                <a:solidFill>
                  <a:prstClr val="black">
                    <a:lumMod val="75000"/>
                    <a:lumOff val="25000"/>
                  </a:prstClr>
                </a:solidFill>
              </a:rPr>
              <a:t>Lett</a:t>
            </a:r>
            <a:r>
              <a:rPr lang="en-CA" sz="1600" dirty="0">
                <a:solidFill>
                  <a:prstClr val="black">
                    <a:lumMod val="75000"/>
                    <a:lumOff val="25000"/>
                  </a:prstClr>
                </a:solidFill>
              </a:rPr>
              <a:t>. 2010, 1, 3101–3107.</a:t>
            </a:r>
          </a:p>
        </p:txBody>
      </p:sp>
    </p:spTree>
    <p:extLst>
      <p:ext uri="{BB962C8B-B14F-4D97-AF65-F5344CB8AC3E}">
        <p14:creationId xmlns:p14="http://schemas.microsoft.com/office/powerpoint/2010/main" val="35484769"/>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Override1.xml><?xml version="1.0" encoding="utf-8"?>
<a:themeOverride xmlns:a="http://schemas.openxmlformats.org/drawingml/2006/main">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themeOverride>
</file>

<file path=ppt/theme/themeOverride2.xml><?xml version="1.0" encoding="utf-8"?>
<a:themeOverride xmlns:a="http://schemas.openxmlformats.org/drawingml/2006/main">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themeOverride>
</file>

<file path=docProps/app.xml><?xml version="1.0" encoding="utf-8"?>
<Properties xmlns="http://schemas.openxmlformats.org/officeDocument/2006/extended-properties" xmlns:vt="http://schemas.openxmlformats.org/officeDocument/2006/docPropsVTypes">
  <Template/>
  <TotalTime>5692</TotalTime>
  <Words>1886</Words>
  <Application>Microsoft Office PowerPoint</Application>
  <PresentationFormat>Widescreen</PresentationFormat>
  <Paragraphs>137</Paragraphs>
  <Slides>43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Microsoft YaHei UI</vt:lpstr>
      <vt:lpstr>华文新魏</vt:lpstr>
      <vt:lpstr>方正姚体</vt:lpstr>
      <vt:lpstr>Arial</vt:lpstr>
      <vt:lpstr>Cambria Math</vt:lpstr>
      <vt:lpstr>Trebuchet MS</vt:lpstr>
      <vt:lpstr>Wingdings</vt:lpstr>
      <vt:lpstr>Wingdings 3</vt:lpstr>
      <vt:lpstr>Facet</vt:lpstr>
      <vt:lpstr>  Disorder in Graphene:           Weak Localization</vt:lpstr>
      <vt:lpstr>PowerPoint Presentation</vt:lpstr>
      <vt:lpstr>Background Knowledge and Introduction</vt:lpstr>
      <vt:lpstr>What is Graphene ?</vt:lpstr>
      <vt:lpstr>Weak Localization: Wave-particle duality</vt:lpstr>
      <vt:lpstr>A closer look of weak localization</vt:lpstr>
      <vt:lpstr>How to prepare Graphene</vt:lpstr>
      <vt:lpstr>CVD: Chemical vapor deposition</vt:lpstr>
      <vt:lpstr>Further refinement of CVD</vt:lpstr>
      <vt:lpstr>Experiment Process</vt:lpstr>
      <vt:lpstr>Before Transfer: Multi layer Graphene on Copper and Nickle</vt:lpstr>
      <vt:lpstr>Transferring Process: Transfer Graphene On Copper to the substrate</vt:lpstr>
      <vt:lpstr>PowerPoint Presentation</vt:lpstr>
      <vt:lpstr>PowerPoint Presentation</vt:lpstr>
      <vt:lpstr>PowerPoint Presentation</vt:lpstr>
      <vt:lpstr>PowerPoint Presentation</vt:lpstr>
      <vt:lpstr>Results Representation</vt:lpstr>
      <vt:lpstr>Raman Spectroscopy: Characteristic of Graphene</vt:lpstr>
      <vt:lpstr>Raman Spectroscopy: Defects of Graphene</vt:lpstr>
      <vt:lpstr>Raman Spectrum of Multilayer Graphene on cupper</vt:lpstr>
      <vt:lpstr>CIP and CPP</vt:lpstr>
      <vt:lpstr>CIP Measurement</vt:lpstr>
      <vt:lpstr>CPP Measurement</vt:lpstr>
      <vt:lpstr>Test of circuit</vt:lpstr>
      <vt:lpstr>Assumption about absence of weak localization</vt:lpstr>
      <vt:lpstr>PowerPoint Presentation</vt:lpstr>
      <vt:lpstr>Creating more defects by hydrogen plasma</vt:lpstr>
      <vt:lpstr>Comparison of graphene sample before and after hydrogen plasma bombardment</vt:lpstr>
      <vt:lpstr>CPP Measurement after defect creating</vt:lpstr>
      <vt:lpstr>Test of circuit</vt:lpstr>
      <vt:lpstr>Thanking</vt:lpstr>
      <vt:lpstr>Citation</vt:lpstr>
      <vt:lpstr>Citation</vt:lpstr>
      <vt:lpstr>Citation</vt:lpstr>
      <vt:lpstr>A More Insight View</vt:lpstr>
      <vt:lpstr>Grow "Graphene" on Ni</vt:lpstr>
      <vt:lpstr>summary</vt:lpstr>
      <vt:lpstr>Fewer Layers, More Substrate !</vt:lpstr>
      <vt:lpstr>summary</vt:lpstr>
      <vt:lpstr>Stretchable !</vt:lpstr>
      <vt:lpstr>summary</vt:lpstr>
      <vt:lpstr>Better Growth: Single-Crystalline Ni film</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Development of Growing Graphene by CVD and Transferring method</dc:title>
  <dc:creator>沈熠</dc:creator>
  <cp:lastModifiedBy>沈熠</cp:lastModifiedBy>
  <cp:revision>109</cp:revision>
  <dcterms:created xsi:type="dcterms:W3CDTF">2014-11-21T06:12:50Z</dcterms:created>
  <dcterms:modified xsi:type="dcterms:W3CDTF">2015-03-31T19:01:12Z</dcterms:modified>
</cp:coreProperties>
</file>